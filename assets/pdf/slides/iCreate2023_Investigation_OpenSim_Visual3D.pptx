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50" r:id="rId4"/>
  </p:sldMasterIdLst>
  <p:notesMasterIdLst>
    <p:notesMasterId r:id="rId20"/>
  </p:notesMasterIdLst>
  <p:sldIdLst>
    <p:sldId id="393" r:id="rId5"/>
    <p:sldId id="282" r:id="rId6"/>
    <p:sldId id="395" r:id="rId7"/>
    <p:sldId id="407" r:id="rId8"/>
    <p:sldId id="409" r:id="rId9"/>
    <p:sldId id="408" r:id="rId10"/>
    <p:sldId id="401" r:id="rId11"/>
    <p:sldId id="402" r:id="rId12"/>
    <p:sldId id="403" r:id="rId13"/>
    <p:sldId id="417" r:id="rId14"/>
    <p:sldId id="418" r:id="rId15"/>
    <p:sldId id="419" r:id="rId16"/>
    <p:sldId id="405" r:id="rId17"/>
    <p:sldId id="406" r:id="rId18"/>
    <p:sldId id="394" r:id="rId19"/>
  </p:sldIdLst>
  <p:sldSz cx="19477038" cy="10972800"/>
  <p:notesSz cx="6858000" cy="9144000"/>
  <p:embeddedFontLst>
    <p:embeddedFont>
      <p:font typeface="Arial Narrow" panose="020B0604020202020204" pitchFamily="34" charset="0"/>
      <p:regular r:id="rId21"/>
      <p:bold r:id="rId22"/>
      <p:italic r:id="rId23"/>
      <p:boldItalic r:id="rId24"/>
    </p:embeddedFont>
    <p:embeddedFont>
      <p:font typeface="Catamaran" panose="020B0604020202020204" pitchFamily="34" charset="0"/>
      <p:regular r:id="rId25"/>
      <p:bold r:id="rId26"/>
    </p:embeddedFont>
    <p:embeddedFont>
      <p:font typeface="Geomanist" panose="02000503000000020004" pitchFamily="2" charset="77"/>
      <p:regular r:id="rId27"/>
    </p:embeddedFont>
    <p:embeddedFont>
      <p:font typeface="Segoe UI" panose="020B0502040204020203" pitchFamily="34" charset="0"/>
      <p:regular r:id="rId28"/>
      <p:bold r:id="rId29"/>
      <p:italic r:id="rId30"/>
      <p:boldItalic r:id="rId3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595959"/>
    <a:srgbClr val="242F4C"/>
    <a:srgbClr val="439A87"/>
    <a:srgbClr val="E0F5EA"/>
    <a:srgbClr val="FBEBEA"/>
    <a:srgbClr val="D0CECE"/>
    <a:srgbClr val="D4DAEF"/>
    <a:srgbClr val="E7E7E7"/>
    <a:srgbClr val="0101B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CF9AE5-B073-8A43-8ECD-309C29EE4430}" v="4" dt="2025-07-24T06:14:40.5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5738" autoAdjust="0"/>
  </p:normalViewPr>
  <p:slideViewPr>
    <p:cSldViewPr snapToGrid="0">
      <p:cViewPr varScale="1">
        <p:scale>
          <a:sx n="96" d="100"/>
          <a:sy n="96" d="100"/>
        </p:scale>
        <p:origin x="784" y="19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6.fntdata"/><Relationship Id="rId21" Type="http://schemas.openxmlformats.org/officeDocument/2006/relationships/font" Target="fonts/font1.fntdata"/><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5.fntdata"/><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4.fntdata"/><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3.fntdata"/><Relationship Id="rId28" Type="http://schemas.openxmlformats.org/officeDocument/2006/relationships/font" Target="fonts/font8.fntdata"/><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11.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n Sherwin Stephen" userId="9d434475-5006-4851-805c-39d7a5ec10eb" providerId="ADAL" clId="{E3C53F09-0429-4206-8AE4-D1BDEBDE4A2E}"/>
    <pc:docChg chg="undo custSel addSld delSld modSld sldOrd modMainMaster">
      <pc:chgData name="Chan Sherwin Stephen" userId="9d434475-5006-4851-805c-39d7a5ec10eb" providerId="ADAL" clId="{E3C53F09-0429-4206-8AE4-D1BDEBDE4A2E}" dt="2023-07-07T08:13:22.469" v="1009" actId="47"/>
      <pc:docMkLst>
        <pc:docMk/>
      </pc:docMkLst>
      <pc:sldChg chg="add del">
        <pc:chgData name="Chan Sherwin Stephen" userId="9d434475-5006-4851-805c-39d7a5ec10eb" providerId="ADAL" clId="{E3C53F09-0429-4206-8AE4-D1BDEBDE4A2E}" dt="2023-07-07T07:55:57.572" v="864" actId="47"/>
        <pc:sldMkLst>
          <pc:docMk/>
          <pc:sldMk cId="2436715036" sldId="256"/>
        </pc:sldMkLst>
      </pc:sldChg>
      <pc:sldChg chg="delSp del mod ord">
        <pc:chgData name="Chan Sherwin Stephen" userId="9d434475-5006-4851-805c-39d7a5ec10eb" providerId="ADAL" clId="{E3C53F09-0429-4206-8AE4-D1BDEBDE4A2E}" dt="2023-07-07T07:33:51.869" v="504" actId="47"/>
        <pc:sldMkLst>
          <pc:docMk/>
          <pc:sldMk cId="551608172" sldId="267"/>
        </pc:sldMkLst>
      </pc:sldChg>
      <pc:sldChg chg="del">
        <pc:chgData name="Chan Sherwin Stephen" userId="9d434475-5006-4851-805c-39d7a5ec10eb" providerId="ADAL" clId="{E3C53F09-0429-4206-8AE4-D1BDEBDE4A2E}" dt="2023-07-07T07:32:51.527" v="493" actId="47"/>
        <pc:sldMkLst>
          <pc:docMk/>
          <pc:sldMk cId="1987660577" sldId="273"/>
        </pc:sldMkLst>
      </pc:sldChg>
      <pc:sldChg chg="add del">
        <pc:chgData name="Chan Sherwin Stephen" userId="9d434475-5006-4851-805c-39d7a5ec10eb" providerId="ADAL" clId="{E3C53F09-0429-4206-8AE4-D1BDEBDE4A2E}" dt="2023-07-07T07:55:57.572" v="864" actId="47"/>
        <pc:sldMkLst>
          <pc:docMk/>
          <pc:sldMk cId="3295275971" sldId="278"/>
        </pc:sldMkLst>
      </pc:sldChg>
      <pc:sldChg chg="add del">
        <pc:chgData name="Chan Sherwin Stephen" userId="9d434475-5006-4851-805c-39d7a5ec10eb" providerId="ADAL" clId="{E3C53F09-0429-4206-8AE4-D1BDEBDE4A2E}" dt="2023-07-07T07:55:57.572" v="864" actId="47"/>
        <pc:sldMkLst>
          <pc:docMk/>
          <pc:sldMk cId="943710478" sldId="281"/>
        </pc:sldMkLst>
      </pc:sldChg>
      <pc:sldChg chg="addSp delSp modSp add mod ord modNotesTx">
        <pc:chgData name="Chan Sherwin Stephen" userId="9d434475-5006-4851-805c-39d7a5ec10eb" providerId="ADAL" clId="{E3C53F09-0429-4206-8AE4-D1BDEBDE4A2E}" dt="2023-07-07T07:50:36.541" v="630" actId="20577"/>
        <pc:sldMkLst>
          <pc:docMk/>
          <pc:sldMk cId="4237070815" sldId="282"/>
        </pc:sldMkLst>
      </pc:sldChg>
      <pc:sldChg chg="add del">
        <pc:chgData name="Chan Sherwin Stephen" userId="9d434475-5006-4851-805c-39d7a5ec10eb" providerId="ADAL" clId="{E3C53F09-0429-4206-8AE4-D1BDEBDE4A2E}" dt="2023-07-07T07:55:57.572" v="864" actId="47"/>
        <pc:sldMkLst>
          <pc:docMk/>
          <pc:sldMk cId="1595326575" sldId="301"/>
        </pc:sldMkLst>
      </pc:sldChg>
      <pc:sldChg chg="add del">
        <pc:chgData name="Chan Sherwin Stephen" userId="9d434475-5006-4851-805c-39d7a5ec10eb" providerId="ADAL" clId="{E3C53F09-0429-4206-8AE4-D1BDEBDE4A2E}" dt="2023-07-07T07:55:57.572" v="864" actId="47"/>
        <pc:sldMkLst>
          <pc:docMk/>
          <pc:sldMk cId="3593288988" sldId="312"/>
        </pc:sldMkLst>
      </pc:sldChg>
      <pc:sldChg chg="add del">
        <pc:chgData name="Chan Sherwin Stephen" userId="9d434475-5006-4851-805c-39d7a5ec10eb" providerId="ADAL" clId="{E3C53F09-0429-4206-8AE4-D1BDEBDE4A2E}" dt="2023-07-07T07:55:57.572" v="864" actId="47"/>
        <pc:sldMkLst>
          <pc:docMk/>
          <pc:sldMk cId="2863925040" sldId="316"/>
        </pc:sldMkLst>
      </pc:sldChg>
      <pc:sldChg chg="add del">
        <pc:chgData name="Chan Sherwin Stephen" userId="9d434475-5006-4851-805c-39d7a5ec10eb" providerId="ADAL" clId="{E3C53F09-0429-4206-8AE4-D1BDEBDE4A2E}" dt="2023-07-07T07:55:57.572" v="864" actId="47"/>
        <pc:sldMkLst>
          <pc:docMk/>
          <pc:sldMk cId="3846519564" sldId="332"/>
        </pc:sldMkLst>
      </pc:sldChg>
      <pc:sldChg chg="add del">
        <pc:chgData name="Chan Sherwin Stephen" userId="9d434475-5006-4851-805c-39d7a5ec10eb" providerId="ADAL" clId="{E3C53F09-0429-4206-8AE4-D1BDEBDE4A2E}" dt="2023-07-07T07:55:57.572" v="864" actId="47"/>
        <pc:sldMkLst>
          <pc:docMk/>
          <pc:sldMk cId="2945041378" sldId="333"/>
        </pc:sldMkLst>
      </pc:sldChg>
      <pc:sldChg chg="add del">
        <pc:chgData name="Chan Sherwin Stephen" userId="9d434475-5006-4851-805c-39d7a5ec10eb" providerId="ADAL" clId="{E3C53F09-0429-4206-8AE4-D1BDEBDE4A2E}" dt="2023-07-07T07:55:57.572" v="864" actId="47"/>
        <pc:sldMkLst>
          <pc:docMk/>
          <pc:sldMk cId="3624471050" sldId="334"/>
        </pc:sldMkLst>
      </pc:sldChg>
      <pc:sldChg chg="add del">
        <pc:chgData name="Chan Sherwin Stephen" userId="9d434475-5006-4851-805c-39d7a5ec10eb" providerId="ADAL" clId="{E3C53F09-0429-4206-8AE4-D1BDEBDE4A2E}" dt="2023-07-07T07:55:57.572" v="864" actId="47"/>
        <pc:sldMkLst>
          <pc:docMk/>
          <pc:sldMk cId="1072642673" sldId="371"/>
        </pc:sldMkLst>
      </pc:sldChg>
      <pc:sldChg chg="add del">
        <pc:chgData name="Chan Sherwin Stephen" userId="9d434475-5006-4851-805c-39d7a5ec10eb" providerId="ADAL" clId="{E3C53F09-0429-4206-8AE4-D1BDEBDE4A2E}" dt="2023-07-07T07:33:55.994" v="507" actId="47"/>
        <pc:sldMkLst>
          <pc:docMk/>
          <pc:sldMk cId="2633021253" sldId="372"/>
        </pc:sldMkLst>
      </pc:sldChg>
      <pc:sldChg chg="del">
        <pc:chgData name="Chan Sherwin Stephen" userId="9d434475-5006-4851-805c-39d7a5ec10eb" providerId="ADAL" clId="{E3C53F09-0429-4206-8AE4-D1BDEBDE4A2E}" dt="2023-07-07T07:55:04.919" v="862" actId="47"/>
        <pc:sldMkLst>
          <pc:docMk/>
          <pc:sldMk cId="3136825159" sldId="379"/>
        </pc:sldMkLst>
      </pc:sldChg>
      <pc:sldChg chg="addSp modSp add mod ord">
        <pc:chgData name="Chan Sherwin Stephen" userId="9d434475-5006-4851-805c-39d7a5ec10eb" providerId="ADAL" clId="{E3C53F09-0429-4206-8AE4-D1BDEBDE4A2E}" dt="2023-07-07T07:26:51.510" v="478" actId="1076"/>
        <pc:sldMkLst>
          <pc:docMk/>
          <pc:sldMk cId="1517136648" sldId="393"/>
        </pc:sldMkLst>
      </pc:sldChg>
      <pc:sldChg chg="delSp modSp add mod">
        <pc:chgData name="Chan Sherwin Stephen" userId="9d434475-5006-4851-805c-39d7a5ec10eb" providerId="ADAL" clId="{E3C53F09-0429-4206-8AE4-D1BDEBDE4A2E}" dt="2023-07-07T07:34:46.477" v="542" actId="404"/>
        <pc:sldMkLst>
          <pc:docMk/>
          <pc:sldMk cId="2225298677" sldId="394"/>
        </pc:sldMkLst>
      </pc:sldChg>
      <pc:sldChg chg="addSp delSp modSp add mod">
        <pc:chgData name="Chan Sherwin Stephen" userId="9d434475-5006-4851-805c-39d7a5ec10eb" providerId="ADAL" clId="{E3C53F09-0429-4206-8AE4-D1BDEBDE4A2E}" dt="2023-07-07T07:51:44.130" v="713" actId="1037"/>
        <pc:sldMkLst>
          <pc:docMk/>
          <pc:sldMk cId="753873970" sldId="395"/>
        </pc:sldMkLst>
      </pc:sldChg>
      <pc:sldChg chg="delSp modSp add del mod">
        <pc:chgData name="Chan Sherwin Stephen" userId="9d434475-5006-4851-805c-39d7a5ec10eb" providerId="ADAL" clId="{E3C53F09-0429-4206-8AE4-D1BDEBDE4A2E}" dt="2023-07-07T07:53:53.281" v="859" actId="47"/>
        <pc:sldMkLst>
          <pc:docMk/>
          <pc:sldMk cId="4274262167" sldId="396"/>
        </pc:sldMkLst>
      </pc:sldChg>
      <pc:sldChg chg="delSp modSp add del mod">
        <pc:chgData name="Chan Sherwin Stephen" userId="9d434475-5006-4851-805c-39d7a5ec10eb" providerId="ADAL" clId="{E3C53F09-0429-4206-8AE4-D1BDEBDE4A2E}" dt="2023-07-07T08:13:22.469" v="1009" actId="47"/>
        <pc:sldMkLst>
          <pc:docMk/>
          <pc:sldMk cId="4165930772" sldId="397"/>
        </pc:sldMkLst>
      </pc:sldChg>
      <pc:sldChg chg="delSp modSp add del mod">
        <pc:chgData name="Chan Sherwin Stephen" userId="9d434475-5006-4851-805c-39d7a5ec10eb" providerId="ADAL" clId="{E3C53F09-0429-4206-8AE4-D1BDEBDE4A2E}" dt="2023-07-07T08:13:22.469" v="1009" actId="47"/>
        <pc:sldMkLst>
          <pc:docMk/>
          <pc:sldMk cId="255983762" sldId="398"/>
        </pc:sldMkLst>
      </pc:sldChg>
      <pc:sldChg chg="addSp delSp modSp add del mod">
        <pc:chgData name="Chan Sherwin Stephen" userId="9d434475-5006-4851-805c-39d7a5ec10eb" providerId="ADAL" clId="{E3C53F09-0429-4206-8AE4-D1BDEBDE4A2E}" dt="2023-07-07T07:53:51.984" v="858" actId="47"/>
        <pc:sldMkLst>
          <pc:docMk/>
          <pc:sldMk cId="1746760637" sldId="399"/>
        </pc:sldMkLst>
      </pc:sldChg>
      <pc:sldChg chg="add ord">
        <pc:chgData name="Chan Sherwin Stephen" userId="9d434475-5006-4851-805c-39d7a5ec10eb" providerId="ADAL" clId="{E3C53F09-0429-4206-8AE4-D1BDEBDE4A2E}" dt="2023-07-07T08:13:20.181" v="1008"/>
        <pc:sldMkLst>
          <pc:docMk/>
          <pc:sldMk cId="2860987533" sldId="399"/>
        </pc:sldMkLst>
      </pc:sldChg>
      <pc:sldChg chg="modSp add mod">
        <pc:chgData name="Chan Sherwin Stephen" userId="9d434475-5006-4851-805c-39d7a5ec10eb" providerId="ADAL" clId="{E3C53F09-0429-4206-8AE4-D1BDEBDE4A2E}" dt="2023-07-07T08:09:18.258" v="883" actId="20577"/>
        <pc:sldMkLst>
          <pc:docMk/>
          <pc:sldMk cId="3424184994" sldId="400"/>
        </pc:sldMkLst>
      </pc:sldChg>
      <pc:sldChg chg="modSp add mod">
        <pc:chgData name="Chan Sherwin Stephen" userId="9d434475-5006-4851-805c-39d7a5ec10eb" providerId="ADAL" clId="{E3C53F09-0429-4206-8AE4-D1BDEBDE4A2E}" dt="2023-07-07T08:09:25.594" v="891" actId="20577"/>
        <pc:sldMkLst>
          <pc:docMk/>
          <pc:sldMk cId="1797602281" sldId="401"/>
        </pc:sldMkLst>
      </pc:sldChg>
      <pc:sldChg chg="modSp add mod">
        <pc:chgData name="Chan Sherwin Stephen" userId="9d434475-5006-4851-805c-39d7a5ec10eb" providerId="ADAL" clId="{E3C53F09-0429-4206-8AE4-D1BDEBDE4A2E}" dt="2023-07-07T08:09:52.144" v="936" actId="20577"/>
        <pc:sldMkLst>
          <pc:docMk/>
          <pc:sldMk cId="2067020836" sldId="402"/>
        </pc:sldMkLst>
      </pc:sldChg>
      <pc:sldChg chg="modSp add mod">
        <pc:chgData name="Chan Sherwin Stephen" userId="9d434475-5006-4851-805c-39d7a5ec10eb" providerId="ADAL" clId="{E3C53F09-0429-4206-8AE4-D1BDEBDE4A2E}" dt="2023-07-07T08:09:57.038" v="945" actId="20577"/>
        <pc:sldMkLst>
          <pc:docMk/>
          <pc:sldMk cId="2687685733" sldId="403"/>
        </pc:sldMkLst>
      </pc:sldChg>
      <pc:sldChg chg="modSp add mod">
        <pc:chgData name="Chan Sherwin Stephen" userId="9d434475-5006-4851-805c-39d7a5ec10eb" providerId="ADAL" clId="{E3C53F09-0429-4206-8AE4-D1BDEBDE4A2E}" dt="2023-07-07T08:10:09.829" v="982" actId="20577"/>
        <pc:sldMkLst>
          <pc:docMk/>
          <pc:sldMk cId="1297617416" sldId="404"/>
        </pc:sldMkLst>
      </pc:sldChg>
      <pc:sldChg chg="modSp add mod">
        <pc:chgData name="Chan Sherwin Stephen" userId="9d434475-5006-4851-805c-39d7a5ec10eb" providerId="ADAL" clId="{E3C53F09-0429-4206-8AE4-D1BDEBDE4A2E}" dt="2023-07-07T08:10:24.486" v="989" actId="20577"/>
        <pc:sldMkLst>
          <pc:docMk/>
          <pc:sldMk cId="3915674451" sldId="405"/>
        </pc:sldMkLst>
      </pc:sldChg>
      <pc:sldChg chg="modSp add mod">
        <pc:chgData name="Chan Sherwin Stephen" userId="9d434475-5006-4851-805c-39d7a5ec10eb" providerId="ADAL" clId="{E3C53F09-0429-4206-8AE4-D1BDEBDE4A2E}" dt="2023-07-07T08:10:29.596" v="1000" actId="20577"/>
        <pc:sldMkLst>
          <pc:docMk/>
          <pc:sldMk cId="3783652340" sldId="406"/>
        </pc:sldMkLst>
      </pc:sldChg>
      <pc:sldMasterChg chg="delSp modSp mod delSldLayout modSldLayout sldLayoutOrd">
        <pc:chgData name="Chan Sherwin Stephen" userId="9d434475-5006-4851-805c-39d7a5ec10eb" providerId="ADAL" clId="{E3C53F09-0429-4206-8AE4-D1BDEBDE4A2E}" dt="2023-07-07T07:22:03.450" v="18" actId="478"/>
        <pc:sldMasterMkLst>
          <pc:docMk/>
          <pc:sldMasterMk cId="1085604113" sldId="2147483650"/>
        </pc:sldMasterMkLst>
        <pc:sldLayoutChg chg="delSp mod">
          <pc:chgData name="Chan Sherwin Stephen" userId="9d434475-5006-4851-805c-39d7a5ec10eb" providerId="ADAL" clId="{E3C53F09-0429-4206-8AE4-D1BDEBDE4A2E}" dt="2023-07-07T07:21:42.878" v="8" actId="478"/>
          <pc:sldLayoutMkLst>
            <pc:docMk/>
            <pc:sldMasterMk cId="1085604113" sldId="2147483650"/>
            <pc:sldLayoutMk cId="2422608358" sldId="2147483651"/>
          </pc:sldLayoutMkLst>
        </pc:sldLayoutChg>
        <pc:sldLayoutChg chg="delSp">
          <pc:chgData name="Chan Sherwin Stephen" userId="9d434475-5006-4851-805c-39d7a5ec10eb" providerId="ADAL" clId="{E3C53F09-0429-4206-8AE4-D1BDEBDE4A2E}" dt="2023-07-07T07:21:44.526" v="9" actId="478"/>
          <pc:sldLayoutMkLst>
            <pc:docMk/>
            <pc:sldMasterMk cId="1085604113" sldId="2147483650"/>
            <pc:sldLayoutMk cId="3121980522" sldId="2147483665"/>
          </pc:sldLayoutMkLst>
        </pc:sldLayoutChg>
        <pc:sldLayoutChg chg="del">
          <pc:chgData name="Chan Sherwin Stephen" userId="9d434475-5006-4851-805c-39d7a5ec10eb" providerId="ADAL" clId="{E3C53F09-0429-4206-8AE4-D1BDEBDE4A2E}" dt="2023-07-07T07:21:36.039" v="5" actId="2696"/>
          <pc:sldLayoutMkLst>
            <pc:docMk/>
            <pc:sldMasterMk cId="1085604113" sldId="2147483650"/>
            <pc:sldLayoutMk cId="3491353272" sldId="2147483704"/>
          </pc:sldLayoutMkLst>
        </pc:sldLayoutChg>
        <pc:sldLayoutChg chg="del">
          <pc:chgData name="Chan Sherwin Stephen" userId="9d434475-5006-4851-805c-39d7a5ec10eb" providerId="ADAL" clId="{E3C53F09-0429-4206-8AE4-D1BDEBDE4A2E}" dt="2023-07-07T07:21:36.763" v="6" actId="2696"/>
          <pc:sldLayoutMkLst>
            <pc:docMk/>
            <pc:sldMasterMk cId="1085604113" sldId="2147483650"/>
            <pc:sldLayoutMk cId="4061448391" sldId="2147483705"/>
          </pc:sldLayoutMkLst>
        </pc:sldLayoutChg>
        <pc:sldLayoutChg chg="ord">
          <pc:chgData name="Chan Sherwin Stephen" userId="9d434475-5006-4851-805c-39d7a5ec10eb" providerId="ADAL" clId="{E3C53F09-0429-4206-8AE4-D1BDEBDE4A2E}" dt="2023-07-07T07:22:01.601" v="17" actId="20578"/>
          <pc:sldLayoutMkLst>
            <pc:docMk/>
            <pc:sldMasterMk cId="1085604113" sldId="2147483650"/>
            <pc:sldLayoutMk cId="3455295947" sldId="2147483707"/>
          </pc:sldLayoutMkLst>
        </pc:sldLayoutChg>
        <pc:sldLayoutChg chg="ord">
          <pc:chgData name="Chan Sherwin Stephen" userId="9d434475-5006-4851-805c-39d7a5ec10eb" providerId="ADAL" clId="{E3C53F09-0429-4206-8AE4-D1BDEBDE4A2E}" dt="2023-07-07T07:22:01.601" v="17" actId="20578"/>
          <pc:sldLayoutMkLst>
            <pc:docMk/>
            <pc:sldMasterMk cId="1085604113" sldId="2147483650"/>
            <pc:sldLayoutMk cId="34648192" sldId="2147483708"/>
          </pc:sldLayoutMkLst>
        </pc:sldLayoutChg>
      </pc:sldMasterChg>
    </pc:docChg>
  </pc:docChgLst>
  <pc:docChgLst>
    <pc:chgData name="Chan Sherwin Stephen" userId="9d434475-5006-4851-805c-39d7a5ec10eb" providerId="ADAL" clId="{25CF9AE5-B073-8A43-8ECD-309C29EE4430}"/>
    <pc:docChg chg="undo redo custSel modSld">
      <pc:chgData name="Chan Sherwin Stephen" userId="9d434475-5006-4851-805c-39d7a5ec10eb" providerId="ADAL" clId="{25CF9AE5-B073-8A43-8ECD-309C29EE4430}" dt="2025-07-24T06:14:40.530" v="41" actId="14100"/>
      <pc:docMkLst>
        <pc:docMk/>
      </pc:docMkLst>
      <pc:sldChg chg="modSp mod">
        <pc:chgData name="Chan Sherwin Stephen" userId="9d434475-5006-4851-805c-39d7a5ec10eb" providerId="ADAL" clId="{25CF9AE5-B073-8A43-8ECD-309C29EE4430}" dt="2025-07-24T05:57:03.185" v="37" actId="14100"/>
        <pc:sldMkLst>
          <pc:docMk/>
          <pc:sldMk cId="1797602281" sldId="401"/>
        </pc:sldMkLst>
        <pc:spChg chg="mod">
          <ac:chgData name="Chan Sherwin Stephen" userId="9d434475-5006-4851-805c-39d7a5ec10eb" providerId="ADAL" clId="{25CF9AE5-B073-8A43-8ECD-309C29EE4430}" dt="2025-07-24T05:56:32.213" v="29" actId="1076"/>
          <ac:spMkLst>
            <pc:docMk/>
            <pc:sldMk cId="1797602281" sldId="401"/>
            <ac:spMk id="2" creationId="{DD6ACAD0-8107-419D-87F4-A28EE287A8A6}"/>
          </ac:spMkLst>
        </pc:spChg>
        <pc:spChg chg="mod">
          <ac:chgData name="Chan Sherwin Stephen" userId="9d434475-5006-4851-805c-39d7a5ec10eb" providerId="ADAL" clId="{25CF9AE5-B073-8A43-8ECD-309C29EE4430}" dt="2025-07-24T05:56:43.027" v="30" actId="1076"/>
          <ac:spMkLst>
            <pc:docMk/>
            <pc:sldMk cId="1797602281" sldId="401"/>
            <ac:spMk id="72" creationId="{E82BA048-B3A0-7075-B060-0AB7569BCE4F}"/>
          </ac:spMkLst>
        </pc:spChg>
        <pc:spChg chg="mod">
          <ac:chgData name="Chan Sherwin Stephen" userId="9d434475-5006-4851-805c-39d7a5ec10eb" providerId="ADAL" clId="{25CF9AE5-B073-8A43-8ECD-309C29EE4430}" dt="2025-07-24T05:56:43.027" v="30" actId="1076"/>
          <ac:spMkLst>
            <pc:docMk/>
            <pc:sldMk cId="1797602281" sldId="401"/>
            <ac:spMk id="75" creationId="{945D7308-E23D-4F0B-2D6A-383688440D2B}"/>
          </ac:spMkLst>
        </pc:spChg>
        <pc:spChg chg="mod">
          <ac:chgData name="Chan Sherwin Stephen" userId="9d434475-5006-4851-805c-39d7a5ec10eb" providerId="ADAL" clId="{25CF9AE5-B073-8A43-8ECD-309C29EE4430}" dt="2025-07-24T05:56:43.027" v="30" actId="1076"/>
          <ac:spMkLst>
            <pc:docMk/>
            <pc:sldMk cId="1797602281" sldId="401"/>
            <ac:spMk id="77" creationId="{90B6E4B5-29C6-4BF2-E72C-AAC695BA0355}"/>
          </ac:spMkLst>
        </pc:spChg>
        <pc:spChg chg="mod">
          <ac:chgData name="Chan Sherwin Stephen" userId="9d434475-5006-4851-805c-39d7a5ec10eb" providerId="ADAL" clId="{25CF9AE5-B073-8A43-8ECD-309C29EE4430}" dt="2025-07-24T05:53:27.877" v="10" actId="404"/>
          <ac:spMkLst>
            <pc:docMk/>
            <pc:sldMk cId="1797602281" sldId="401"/>
            <ac:spMk id="80" creationId="{CF80143C-BBF4-E570-08E9-D76F0E6A9874}"/>
          </ac:spMkLst>
        </pc:spChg>
        <pc:spChg chg="mod">
          <ac:chgData name="Chan Sherwin Stephen" userId="9d434475-5006-4851-805c-39d7a5ec10eb" providerId="ADAL" clId="{25CF9AE5-B073-8A43-8ECD-309C29EE4430}" dt="2025-07-24T05:53:35.591" v="14" actId="1076"/>
          <ac:spMkLst>
            <pc:docMk/>
            <pc:sldMk cId="1797602281" sldId="401"/>
            <ac:spMk id="85" creationId="{EC30D8BB-3A91-4B09-4437-05DBB3698DBC}"/>
          </ac:spMkLst>
        </pc:spChg>
        <pc:spChg chg="mod">
          <ac:chgData name="Chan Sherwin Stephen" userId="9d434475-5006-4851-805c-39d7a5ec10eb" providerId="ADAL" clId="{25CF9AE5-B073-8A43-8ECD-309C29EE4430}" dt="2025-07-24T05:56:43.027" v="30" actId="1076"/>
          <ac:spMkLst>
            <pc:docMk/>
            <pc:sldMk cId="1797602281" sldId="401"/>
            <ac:spMk id="89" creationId="{F5BB53BB-AEB6-0C5F-A60B-E2A3906DC611}"/>
          </ac:spMkLst>
        </pc:spChg>
        <pc:spChg chg="mod">
          <ac:chgData name="Chan Sherwin Stephen" userId="9d434475-5006-4851-805c-39d7a5ec10eb" providerId="ADAL" clId="{25CF9AE5-B073-8A43-8ECD-309C29EE4430}" dt="2025-07-24T05:56:43.027" v="30" actId="1076"/>
          <ac:spMkLst>
            <pc:docMk/>
            <pc:sldMk cId="1797602281" sldId="401"/>
            <ac:spMk id="90" creationId="{EDB4BECB-24DC-47D9-219C-BDC503121546}"/>
          </ac:spMkLst>
        </pc:spChg>
        <pc:spChg chg="mod">
          <ac:chgData name="Chan Sherwin Stephen" userId="9d434475-5006-4851-805c-39d7a5ec10eb" providerId="ADAL" clId="{25CF9AE5-B073-8A43-8ECD-309C29EE4430}" dt="2025-07-24T05:56:43.027" v="30" actId="1076"/>
          <ac:spMkLst>
            <pc:docMk/>
            <pc:sldMk cId="1797602281" sldId="401"/>
            <ac:spMk id="91" creationId="{02DFEA71-605F-2458-E8BF-DD01B5000343}"/>
          </ac:spMkLst>
        </pc:spChg>
        <pc:spChg chg="mod">
          <ac:chgData name="Chan Sherwin Stephen" userId="9d434475-5006-4851-805c-39d7a5ec10eb" providerId="ADAL" clId="{25CF9AE5-B073-8A43-8ECD-309C29EE4430}" dt="2025-07-24T05:56:43.027" v="30" actId="1076"/>
          <ac:spMkLst>
            <pc:docMk/>
            <pc:sldMk cId="1797602281" sldId="401"/>
            <ac:spMk id="95" creationId="{EB429055-0591-920F-61AC-578E1BB37FC4}"/>
          </ac:spMkLst>
        </pc:spChg>
        <pc:spChg chg="mod">
          <ac:chgData name="Chan Sherwin Stephen" userId="9d434475-5006-4851-805c-39d7a5ec10eb" providerId="ADAL" clId="{25CF9AE5-B073-8A43-8ECD-309C29EE4430}" dt="2025-07-24T05:53:20.149" v="7" actId="14100"/>
          <ac:spMkLst>
            <pc:docMk/>
            <pc:sldMk cId="1797602281" sldId="401"/>
            <ac:spMk id="100" creationId="{B31EE438-E6C8-1B24-43E3-B00282E5AB7E}"/>
          </ac:spMkLst>
        </pc:spChg>
        <pc:picChg chg="mod">
          <ac:chgData name="Chan Sherwin Stephen" userId="9d434475-5006-4851-805c-39d7a5ec10eb" providerId="ADAL" clId="{25CF9AE5-B073-8A43-8ECD-309C29EE4430}" dt="2025-07-24T05:56:43.027" v="30" actId="1076"/>
          <ac:picMkLst>
            <pc:docMk/>
            <pc:sldMk cId="1797602281" sldId="401"/>
            <ac:picMk id="73" creationId="{75E722E6-EF6D-B6E2-8B3F-59257EF810DE}"/>
          </ac:picMkLst>
        </pc:picChg>
        <pc:picChg chg="mod">
          <ac:chgData name="Chan Sherwin Stephen" userId="9d434475-5006-4851-805c-39d7a5ec10eb" providerId="ADAL" clId="{25CF9AE5-B073-8A43-8ECD-309C29EE4430}" dt="2025-07-24T05:56:43.027" v="30" actId="1076"/>
          <ac:picMkLst>
            <pc:docMk/>
            <pc:sldMk cId="1797602281" sldId="401"/>
            <ac:picMk id="74" creationId="{2903D0F5-D1DD-E200-5E1D-931B8AECA5C5}"/>
          </ac:picMkLst>
        </pc:picChg>
        <pc:picChg chg="mod">
          <ac:chgData name="Chan Sherwin Stephen" userId="9d434475-5006-4851-805c-39d7a5ec10eb" providerId="ADAL" clId="{25CF9AE5-B073-8A43-8ECD-309C29EE4430}" dt="2025-07-24T05:56:43.027" v="30" actId="1076"/>
          <ac:picMkLst>
            <pc:docMk/>
            <pc:sldMk cId="1797602281" sldId="401"/>
            <ac:picMk id="76" creationId="{5B33F514-B3FB-C1BB-1559-288AF61C5154}"/>
          </ac:picMkLst>
        </pc:picChg>
        <pc:picChg chg="mod">
          <ac:chgData name="Chan Sherwin Stephen" userId="9d434475-5006-4851-805c-39d7a5ec10eb" providerId="ADAL" clId="{25CF9AE5-B073-8A43-8ECD-309C29EE4430}" dt="2025-07-24T05:56:09.987" v="19" actId="1076"/>
          <ac:picMkLst>
            <pc:docMk/>
            <pc:sldMk cId="1797602281" sldId="401"/>
            <ac:picMk id="97" creationId="{2FFD7DE3-A53D-6E17-D776-31D408A90403}"/>
          </ac:picMkLst>
        </pc:picChg>
        <pc:cxnChg chg="mod">
          <ac:chgData name="Chan Sherwin Stephen" userId="9d434475-5006-4851-805c-39d7a5ec10eb" providerId="ADAL" clId="{25CF9AE5-B073-8A43-8ECD-309C29EE4430}" dt="2025-07-24T05:57:03.185" v="37" actId="14100"/>
          <ac:cxnSpMkLst>
            <pc:docMk/>
            <pc:sldMk cId="1797602281" sldId="401"/>
            <ac:cxnSpMk id="82" creationId="{E2B1FED0-DB51-DFB3-BE5C-BCAE5F34B6E3}"/>
          </ac:cxnSpMkLst>
        </pc:cxnChg>
        <pc:cxnChg chg="mod">
          <ac:chgData name="Chan Sherwin Stephen" userId="9d434475-5006-4851-805c-39d7a5ec10eb" providerId="ADAL" clId="{25CF9AE5-B073-8A43-8ECD-309C29EE4430}" dt="2025-07-24T05:56:09.987" v="19" actId="1076"/>
          <ac:cxnSpMkLst>
            <pc:docMk/>
            <pc:sldMk cId="1797602281" sldId="401"/>
            <ac:cxnSpMk id="83" creationId="{CEA8260A-3FAA-C6FF-93B7-F63586CD9A1B}"/>
          </ac:cxnSpMkLst>
        </pc:cxnChg>
        <pc:cxnChg chg="mod">
          <ac:chgData name="Chan Sherwin Stephen" userId="9d434475-5006-4851-805c-39d7a5ec10eb" providerId="ADAL" clId="{25CF9AE5-B073-8A43-8ECD-309C29EE4430}" dt="2025-07-24T05:55:37" v="16" actId="14100"/>
          <ac:cxnSpMkLst>
            <pc:docMk/>
            <pc:sldMk cId="1797602281" sldId="401"/>
            <ac:cxnSpMk id="87" creationId="{7B385E68-74B1-0E10-863A-E73CF65012B8}"/>
          </ac:cxnSpMkLst>
        </pc:cxnChg>
        <pc:cxnChg chg="mod">
          <ac:chgData name="Chan Sherwin Stephen" userId="9d434475-5006-4851-805c-39d7a5ec10eb" providerId="ADAL" clId="{25CF9AE5-B073-8A43-8ECD-309C29EE4430}" dt="2025-07-24T05:52:08.693" v="1" actId="14100"/>
          <ac:cxnSpMkLst>
            <pc:docMk/>
            <pc:sldMk cId="1797602281" sldId="401"/>
            <ac:cxnSpMk id="88" creationId="{B1C575B6-2B07-F37A-9A09-DFCF323A9760}"/>
          </ac:cxnSpMkLst>
        </pc:cxnChg>
        <pc:cxnChg chg="mod">
          <ac:chgData name="Chan Sherwin Stephen" userId="9d434475-5006-4851-805c-39d7a5ec10eb" providerId="ADAL" clId="{25CF9AE5-B073-8A43-8ECD-309C29EE4430}" dt="2025-07-24T05:55:37" v="16" actId="14100"/>
          <ac:cxnSpMkLst>
            <pc:docMk/>
            <pc:sldMk cId="1797602281" sldId="401"/>
            <ac:cxnSpMk id="92" creationId="{5FDD841B-1E4E-AA3E-34D8-185C9BF45413}"/>
          </ac:cxnSpMkLst>
        </pc:cxnChg>
        <pc:cxnChg chg="mod">
          <ac:chgData name="Chan Sherwin Stephen" userId="9d434475-5006-4851-805c-39d7a5ec10eb" providerId="ADAL" clId="{25CF9AE5-B073-8A43-8ECD-309C29EE4430}" dt="2025-07-24T05:56:29.794" v="27" actId="1076"/>
          <ac:cxnSpMkLst>
            <pc:docMk/>
            <pc:sldMk cId="1797602281" sldId="401"/>
            <ac:cxnSpMk id="93" creationId="{6C459F78-607E-F7E1-4CAA-56AB625E3B12}"/>
          </ac:cxnSpMkLst>
        </pc:cxnChg>
        <pc:cxnChg chg="mod">
          <ac:chgData name="Chan Sherwin Stephen" userId="9d434475-5006-4851-805c-39d7a5ec10eb" providerId="ADAL" clId="{25CF9AE5-B073-8A43-8ECD-309C29EE4430}" dt="2025-07-24T05:56:22.454" v="23" actId="1076"/>
          <ac:cxnSpMkLst>
            <pc:docMk/>
            <pc:sldMk cId="1797602281" sldId="401"/>
            <ac:cxnSpMk id="94" creationId="{E2804242-9DF7-2286-66BE-E3CE2D8FC262}"/>
          </ac:cxnSpMkLst>
        </pc:cxnChg>
        <pc:cxnChg chg="mod">
          <ac:chgData name="Chan Sherwin Stephen" userId="9d434475-5006-4851-805c-39d7a5ec10eb" providerId="ADAL" clId="{25CF9AE5-B073-8A43-8ECD-309C29EE4430}" dt="2025-07-24T05:56:58.661" v="36" actId="14100"/>
          <ac:cxnSpMkLst>
            <pc:docMk/>
            <pc:sldMk cId="1797602281" sldId="401"/>
            <ac:cxnSpMk id="98" creationId="{13A339B4-0296-5386-1E74-C98A5B0A0E7D}"/>
          </ac:cxnSpMkLst>
        </pc:cxnChg>
        <pc:cxnChg chg="mod">
          <ac:chgData name="Chan Sherwin Stephen" userId="9d434475-5006-4851-805c-39d7a5ec10eb" providerId="ADAL" clId="{25CF9AE5-B073-8A43-8ECD-309C29EE4430}" dt="2025-07-24T05:56:09.987" v="19" actId="1076"/>
          <ac:cxnSpMkLst>
            <pc:docMk/>
            <pc:sldMk cId="1797602281" sldId="401"/>
            <ac:cxnSpMk id="99" creationId="{26ABAE52-52EF-3B23-B924-12AE0B189BC1}"/>
          </ac:cxnSpMkLst>
        </pc:cxnChg>
        <pc:cxnChg chg="mod">
          <ac:chgData name="Chan Sherwin Stephen" userId="9d434475-5006-4851-805c-39d7a5ec10eb" providerId="ADAL" clId="{25CF9AE5-B073-8A43-8ECD-309C29EE4430}" dt="2025-07-24T05:56:54.799" v="35" actId="14100"/>
          <ac:cxnSpMkLst>
            <pc:docMk/>
            <pc:sldMk cId="1797602281" sldId="401"/>
            <ac:cxnSpMk id="102" creationId="{32730DCC-57FA-58D5-DA23-A4568B2F7F1D}"/>
          </ac:cxnSpMkLst>
        </pc:cxnChg>
      </pc:sldChg>
      <pc:sldChg chg="modSp">
        <pc:chgData name="Chan Sherwin Stephen" userId="9d434475-5006-4851-805c-39d7a5ec10eb" providerId="ADAL" clId="{25CF9AE5-B073-8A43-8ECD-309C29EE4430}" dt="2025-07-24T06:14:40.530" v="41" actId="14100"/>
        <pc:sldMkLst>
          <pc:docMk/>
          <pc:sldMk cId="2067020836" sldId="402"/>
        </pc:sldMkLst>
        <pc:picChg chg="mod">
          <ac:chgData name="Chan Sherwin Stephen" userId="9d434475-5006-4851-805c-39d7a5ec10eb" providerId="ADAL" clId="{25CF9AE5-B073-8A43-8ECD-309C29EE4430}" dt="2025-07-24T06:14:40.530" v="41" actId="14100"/>
          <ac:picMkLst>
            <pc:docMk/>
            <pc:sldMk cId="2067020836" sldId="402"/>
            <ac:picMk id="1026" creationId="{1C1CFED7-ED34-AEBE-DF86-B9281C0BCB9A}"/>
          </ac:picMkLst>
        </pc:picChg>
      </pc:sldChg>
    </pc:docChg>
  </pc:docChgLst>
  <pc:docChgLst>
    <pc:chgData name="Chan Sherwin Stephen" userId="S::sherwin.chan@staff.main.ntu.edu.sg::9d434475-5006-4851-805c-39d7a5ec10eb" providerId="AD" clId="Web-{FDF0FCB6-A4EE-4ADC-8B62-55E5B0E15744}"/>
    <pc:docChg chg="modSld">
      <pc:chgData name="Chan Sherwin Stephen" userId="S::sherwin.chan@staff.main.ntu.edu.sg::9d434475-5006-4851-805c-39d7a5ec10eb" providerId="AD" clId="Web-{FDF0FCB6-A4EE-4ADC-8B62-55E5B0E15744}" dt="2023-08-01T03:25:06.704" v="1"/>
      <pc:docMkLst>
        <pc:docMk/>
      </pc:docMkLst>
      <pc:sldChg chg="modNotes">
        <pc:chgData name="Chan Sherwin Stephen" userId="S::sherwin.chan@staff.main.ntu.edu.sg::9d434475-5006-4851-805c-39d7a5ec10eb" providerId="AD" clId="Web-{FDF0FCB6-A4EE-4ADC-8B62-55E5B0E15744}" dt="2023-08-01T03:25:06.704" v="1"/>
        <pc:sldMkLst>
          <pc:docMk/>
          <pc:sldMk cId="1210263562" sldId="407"/>
        </pc:sldMkLst>
      </pc:sldChg>
    </pc:docChg>
  </pc:docChgLst>
  <pc:docChgLst>
    <pc:chgData name="Chan Sherwin Stephen" userId="9d434475-5006-4851-805c-39d7a5ec10eb" providerId="ADAL" clId="{4E8A7D48-A4E2-4A96-9B05-67BC9B406AAE}"/>
    <pc:docChg chg="undo custSel modSld">
      <pc:chgData name="Chan Sherwin Stephen" userId="9d434475-5006-4851-805c-39d7a5ec10eb" providerId="ADAL" clId="{4E8A7D48-A4E2-4A96-9B05-67BC9B406AAE}" dt="2023-08-10T03:47:31.444" v="828" actId="6549"/>
      <pc:docMkLst>
        <pc:docMk/>
      </pc:docMkLst>
      <pc:sldChg chg="modNotesTx">
        <pc:chgData name="Chan Sherwin Stephen" userId="9d434475-5006-4851-805c-39d7a5ec10eb" providerId="ADAL" clId="{4E8A7D48-A4E2-4A96-9B05-67BC9B406AAE}" dt="2023-08-10T03:34:00.506" v="579" actId="113"/>
        <pc:sldMkLst>
          <pc:docMk/>
          <pc:sldMk cId="753873970" sldId="395"/>
        </pc:sldMkLst>
      </pc:sldChg>
      <pc:sldChg chg="modNotesTx">
        <pc:chgData name="Chan Sherwin Stephen" userId="9d434475-5006-4851-805c-39d7a5ec10eb" providerId="ADAL" clId="{4E8A7D48-A4E2-4A96-9B05-67BC9B406AAE}" dt="2023-08-10T03:47:31.444" v="828" actId="6549"/>
        <pc:sldMkLst>
          <pc:docMk/>
          <pc:sldMk cId="1797602281" sldId="401"/>
        </pc:sldMkLst>
      </pc:sldChg>
      <pc:sldChg chg="modNotesTx">
        <pc:chgData name="Chan Sherwin Stephen" userId="9d434475-5006-4851-805c-39d7a5ec10eb" providerId="ADAL" clId="{4E8A7D48-A4E2-4A96-9B05-67BC9B406AAE}" dt="2023-08-10T03:40:25.507" v="697"/>
        <pc:sldMkLst>
          <pc:docMk/>
          <pc:sldMk cId="2067020836" sldId="402"/>
        </pc:sldMkLst>
      </pc:sldChg>
      <pc:sldChg chg="modNotesTx">
        <pc:chgData name="Chan Sherwin Stephen" userId="9d434475-5006-4851-805c-39d7a5ec10eb" providerId="ADAL" clId="{4E8A7D48-A4E2-4A96-9B05-67BC9B406AAE}" dt="2023-08-10T03:42:10.070" v="754" actId="20577"/>
        <pc:sldMkLst>
          <pc:docMk/>
          <pc:sldMk cId="2687685733" sldId="403"/>
        </pc:sldMkLst>
      </pc:sldChg>
      <pc:sldChg chg="modNotesTx">
        <pc:chgData name="Chan Sherwin Stephen" userId="9d434475-5006-4851-805c-39d7a5ec10eb" providerId="ADAL" clId="{4E8A7D48-A4E2-4A96-9B05-67BC9B406AAE}" dt="2023-08-10T03:45:23.149" v="813" actId="20577"/>
        <pc:sldMkLst>
          <pc:docMk/>
          <pc:sldMk cId="3915674451" sldId="405"/>
        </pc:sldMkLst>
      </pc:sldChg>
      <pc:sldChg chg="modNotesTx">
        <pc:chgData name="Chan Sherwin Stephen" userId="9d434475-5006-4851-805c-39d7a5ec10eb" providerId="ADAL" clId="{4E8A7D48-A4E2-4A96-9B05-67BC9B406AAE}" dt="2023-08-10T03:46:08.330" v="820" actId="20577"/>
        <pc:sldMkLst>
          <pc:docMk/>
          <pc:sldMk cId="3783652340" sldId="406"/>
        </pc:sldMkLst>
      </pc:sldChg>
      <pc:sldChg chg="modNotesTx">
        <pc:chgData name="Chan Sherwin Stephen" userId="9d434475-5006-4851-805c-39d7a5ec10eb" providerId="ADAL" clId="{4E8A7D48-A4E2-4A96-9B05-67BC9B406AAE}" dt="2023-08-10T03:46:17.791" v="821" actId="113"/>
        <pc:sldMkLst>
          <pc:docMk/>
          <pc:sldMk cId="1210263562" sldId="407"/>
        </pc:sldMkLst>
      </pc:sldChg>
      <pc:sldChg chg="addSp delSp modSp modNotesTx">
        <pc:chgData name="Chan Sherwin Stephen" userId="9d434475-5006-4851-805c-39d7a5ec10eb" providerId="ADAL" clId="{4E8A7D48-A4E2-4A96-9B05-67BC9B406AAE}" dt="2023-08-10T03:36:38.008" v="693" actId="20577"/>
        <pc:sldMkLst>
          <pc:docMk/>
          <pc:sldMk cId="415176582" sldId="409"/>
        </pc:sldMkLst>
      </pc:sldChg>
      <pc:sldChg chg="modNotesTx">
        <pc:chgData name="Chan Sherwin Stephen" userId="9d434475-5006-4851-805c-39d7a5ec10eb" providerId="ADAL" clId="{4E8A7D48-A4E2-4A96-9B05-67BC9B406AAE}" dt="2023-08-10T03:44:42.308" v="808" actId="20577"/>
        <pc:sldMkLst>
          <pc:docMk/>
          <pc:sldMk cId="3693519679" sldId="418"/>
        </pc:sldMkLst>
      </pc:sldChg>
    </pc:docChg>
  </pc:docChgLst>
  <pc:docChgLst>
    <pc:chgData name="Chan Sherwin Stephen" userId="9d434475-5006-4851-805c-39d7a5ec10eb" providerId="ADAL" clId="{D35803CF-06D3-4B1D-B751-D700FFA8DB62}"/>
    <pc:docChg chg="undo custSel addSld delSld modSld sldOrd">
      <pc:chgData name="Chan Sherwin Stephen" userId="9d434475-5006-4851-805c-39d7a5ec10eb" providerId="ADAL" clId="{D35803CF-06D3-4B1D-B751-D700FFA8DB62}" dt="2023-07-11T09:17:17.441" v="5094" actId="20577"/>
      <pc:docMkLst>
        <pc:docMk/>
      </pc:docMkLst>
      <pc:sldChg chg="modSp mod modNotesTx">
        <pc:chgData name="Chan Sherwin Stephen" userId="9d434475-5006-4851-805c-39d7a5ec10eb" providerId="ADAL" clId="{D35803CF-06D3-4B1D-B751-D700FFA8DB62}" dt="2023-07-11T05:33:57.234" v="906" actId="20577"/>
        <pc:sldMkLst>
          <pc:docMk/>
          <pc:sldMk cId="4237070815" sldId="282"/>
        </pc:sldMkLst>
      </pc:sldChg>
      <pc:sldChg chg="del">
        <pc:chgData name="Chan Sherwin Stephen" userId="9d434475-5006-4851-805c-39d7a5ec10eb" providerId="ADAL" clId="{D35803CF-06D3-4B1D-B751-D700FFA8DB62}" dt="2023-07-11T09:13:41.894" v="5093" actId="47"/>
        <pc:sldMkLst>
          <pc:docMk/>
          <pc:sldMk cId="2420382779" sldId="335"/>
        </pc:sldMkLst>
      </pc:sldChg>
      <pc:sldChg chg="del">
        <pc:chgData name="Chan Sherwin Stephen" userId="9d434475-5006-4851-805c-39d7a5ec10eb" providerId="ADAL" clId="{D35803CF-06D3-4B1D-B751-D700FFA8DB62}" dt="2023-07-11T05:57:00.961" v="1748" actId="47"/>
        <pc:sldMkLst>
          <pc:docMk/>
          <pc:sldMk cId="165440529" sldId="337"/>
        </pc:sldMkLst>
      </pc:sldChg>
      <pc:sldChg chg="del">
        <pc:chgData name="Chan Sherwin Stephen" userId="9d434475-5006-4851-805c-39d7a5ec10eb" providerId="ADAL" clId="{D35803CF-06D3-4B1D-B751-D700FFA8DB62}" dt="2023-07-11T05:57:02.961" v="1749" actId="47"/>
        <pc:sldMkLst>
          <pc:docMk/>
          <pc:sldMk cId="1171131083" sldId="338"/>
        </pc:sldMkLst>
      </pc:sldChg>
      <pc:sldChg chg="del">
        <pc:chgData name="Chan Sherwin Stephen" userId="9d434475-5006-4851-805c-39d7a5ec10eb" providerId="ADAL" clId="{D35803CF-06D3-4B1D-B751-D700FFA8DB62}" dt="2023-07-11T05:57:04.570" v="1751" actId="47"/>
        <pc:sldMkLst>
          <pc:docMk/>
          <pc:sldMk cId="1777007654" sldId="339"/>
        </pc:sldMkLst>
      </pc:sldChg>
      <pc:sldChg chg="del">
        <pc:chgData name="Chan Sherwin Stephen" userId="9d434475-5006-4851-805c-39d7a5ec10eb" providerId="ADAL" clId="{D35803CF-06D3-4B1D-B751-D700FFA8DB62}" dt="2023-07-11T05:57:03.700" v="1750" actId="47"/>
        <pc:sldMkLst>
          <pc:docMk/>
          <pc:sldMk cId="3972215051" sldId="340"/>
        </pc:sldMkLst>
      </pc:sldChg>
      <pc:sldChg chg="del">
        <pc:chgData name="Chan Sherwin Stephen" userId="9d434475-5006-4851-805c-39d7a5ec10eb" providerId="ADAL" clId="{D35803CF-06D3-4B1D-B751-D700FFA8DB62}" dt="2023-07-11T05:57:09.523" v="1753" actId="47"/>
        <pc:sldMkLst>
          <pc:docMk/>
          <pc:sldMk cId="2933340032" sldId="341"/>
        </pc:sldMkLst>
      </pc:sldChg>
      <pc:sldChg chg="del">
        <pc:chgData name="Chan Sherwin Stephen" userId="9d434475-5006-4851-805c-39d7a5ec10eb" providerId="ADAL" clId="{D35803CF-06D3-4B1D-B751-D700FFA8DB62}" dt="2023-07-11T05:57:09.996" v="1754" actId="47"/>
        <pc:sldMkLst>
          <pc:docMk/>
          <pc:sldMk cId="1070538044" sldId="343"/>
        </pc:sldMkLst>
      </pc:sldChg>
      <pc:sldChg chg="del">
        <pc:chgData name="Chan Sherwin Stephen" userId="9d434475-5006-4851-805c-39d7a5ec10eb" providerId="ADAL" clId="{D35803CF-06D3-4B1D-B751-D700FFA8DB62}" dt="2023-07-11T05:58:13.596" v="1758" actId="47"/>
        <pc:sldMkLst>
          <pc:docMk/>
          <pc:sldMk cId="3545291013" sldId="344"/>
        </pc:sldMkLst>
      </pc:sldChg>
      <pc:sldChg chg="modSp del mod">
        <pc:chgData name="Chan Sherwin Stephen" userId="9d434475-5006-4851-805c-39d7a5ec10eb" providerId="ADAL" clId="{D35803CF-06D3-4B1D-B751-D700FFA8DB62}" dt="2023-07-11T09:13:41.894" v="5093" actId="47"/>
        <pc:sldMkLst>
          <pc:docMk/>
          <pc:sldMk cId="140628777" sldId="345"/>
        </pc:sldMkLst>
      </pc:sldChg>
      <pc:sldChg chg="del">
        <pc:chgData name="Chan Sherwin Stephen" userId="9d434475-5006-4851-805c-39d7a5ec10eb" providerId="ADAL" clId="{D35803CF-06D3-4B1D-B751-D700FFA8DB62}" dt="2023-07-11T09:13:41.894" v="5093" actId="47"/>
        <pc:sldMkLst>
          <pc:docMk/>
          <pc:sldMk cId="3519105596" sldId="346"/>
        </pc:sldMkLst>
      </pc:sldChg>
      <pc:sldChg chg="del">
        <pc:chgData name="Chan Sherwin Stephen" userId="9d434475-5006-4851-805c-39d7a5ec10eb" providerId="ADAL" clId="{D35803CF-06D3-4B1D-B751-D700FFA8DB62}" dt="2023-07-11T09:13:41.894" v="5093" actId="47"/>
        <pc:sldMkLst>
          <pc:docMk/>
          <pc:sldMk cId="1760293248" sldId="347"/>
        </pc:sldMkLst>
      </pc:sldChg>
      <pc:sldChg chg="del">
        <pc:chgData name="Chan Sherwin Stephen" userId="9d434475-5006-4851-805c-39d7a5ec10eb" providerId="ADAL" clId="{D35803CF-06D3-4B1D-B751-D700FFA8DB62}" dt="2023-07-11T09:13:41.894" v="5093" actId="47"/>
        <pc:sldMkLst>
          <pc:docMk/>
          <pc:sldMk cId="1867584301" sldId="349"/>
        </pc:sldMkLst>
      </pc:sldChg>
      <pc:sldChg chg="del">
        <pc:chgData name="Chan Sherwin Stephen" userId="9d434475-5006-4851-805c-39d7a5ec10eb" providerId="ADAL" clId="{D35803CF-06D3-4B1D-B751-D700FFA8DB62}" dt="2023-07-11T09:13:41.894" v="5093" actId="47"/>
        <pc:sldMkLst>
          <pc:docMk/>
          <pc:sldMk cId="3314686609" sldId="350"/>
        </pc:sldMkLst>
      </pc:sldChg>
      <pc:sldChg chg="del">
        <pc:chgData name="Chan Sherwin Stephen" userId="9d434475-5006-4851-805c-39d7a5ec10eb" providerId="ADAL" clId="{D35803CF-06D3-4B1D-B751-D700FFA8DB62}" dt="2023-07-11T09:13:41.894" v="5093" actId="47"/>
        <pc:sldMkLst>
          <pc:docMk/>
          <pc:sldMk cId="3883076188" sldId="351"/>
        </pc:sldMkLst>
      </pc:sldChg>
      <pc:sldChg chg="del">
        <pc:chgData name="Chan Sherwin Stephen" userId="9d434475-5006-4851-805c-39d7a5ec10eb" providerId="ADAL" clId="{D35803CF-06D3-4B1D-B751-D700FFA8DB62}" dt="2023-07-11T09:13:41.894" v="5093" actId="47"/>
        <pc:sldMkLst>
          <pc:docMk/>
          <pc:sldMk cId="4083022760" sldId="352"/>
        </pc:sldMkLst>
      </pc:sldChg>
      <pc:sldChg chg="del">
        <pc:chgData name="Chan Sherwin Stephen" userId="9d434475-5006-4851-805c-39d7a5ec10eb" providerId="ADAL" clId="{D35803CF-06D3-4B1D-B751-D700FFA8DB62}" dt="2023-07-11T09:13:41.894" v="5093" actId="47"/>
        <pc:sldMkLst>
          <pc:docMk/>
          <pc:sldMk cId="284164414" sldId="353"/>
        </pc:sldMkLst>
      </pc:sldChg>
      <pc:sldChg chg="del">
        <pc:chgData name="Chan Sherwin Stephen" userId="9d434475-5006-4851-805c-39d7a5ec10eb" providerId="ADAL" clId="{D35803CF-06D3-4B1D-B751-D700FFA8DB62}" dt="2023-07-11T09:13:41.894" v="5093" actId="47"/>
        <pc:sldMkLst>
          <pc:docMk/>
          <pc:sldMk cId="631260344" sldId="354"/>
        </pc:sldMkLst>
      </pc:sldChg>
      <pc:sldChg chg="del">
        <pc:chgData name="Chan Sherwin Stephen" userId="9d434475-5006-4851-805c-39d7a5ec10eb" providerId="ADAL" clId="{D35803CF-06D3-4B1D-B751-D700FFA8DB62}" dt="2023-07-11T09:13:41.894" v="5093" actId="47"/>
        <pc:sldMkLst>
          <pc:docMk/>
          <pc:sldMk cId="2826218143" sldId="356"/>
        </pc:sldMkLst>
      </pc:sldChg>
      <pc:sldChg chg="del">
        <pc:chgData name="Chan Sherwin Stephen" userId="9d434475-5006-4851-805c-39d7a5ec10eb" providerId="ADAL" clId="{D35803CF-06D3-4B1D-B751-D700FFA8DB62}" dt="2023-07-11T09:13:41.894" v="5093" actId="47"/>
        <pc:sldMkLst>
          <pc:docMk/>
          <pc:sldMk cId="2405595697" sldId="357"/>
        </pc:sldMkLst>
      </pc:sldChg>
      <pc:sldChg chg="del">
        <pc:chgData name="Chan Sherwin Stephen" userId="9d434475-5006-4851-805c-39d7a5ec10eb" providerId="ADAL" clId="{D35803CF-06D3-4B1D-B751-D700FFA8DB62}" dt="2023-07-11T09:13:41.894" v="5093" actId="47"/>
        <pc:sldMkLst>
          <pc:docMk/>
          <pc:sldMk cId="2533612465" sldId="358"/>
        </pc:sldMkLst>
      </pc:sldChg>
      <pc:sldChg chg="del">
        <pc:chgData name="Chan Sherwin Stephen" userId="9d434475-5006-4851-805c-39d7a5ec10eb" providerId="ADAL" clId="{D35803CF-06D3-4B1D-B751-D700FFA8DB62}" dt="2023-07-11T09:13:41.894" v="5093" actId="47"/>
        <pc:sldMkLst>
          <pc:docMk/>
          <pc:sldMk cId="1888252658" sldId="359"/>
        </pc:sldMkLst>
      </pc:sldChg>
      <pc:sldChg chg="del">
        <pc:chgData name="Chan Sherwin Stephen" userId="9d434475-5006-4851-805c-39d7a5ec10eb" providerId="ADAL" clId="{D35803CF-06D3-4B1D-B751-D700FFA8DB62}" dt="2023-07-11T09:13:41.894" v="5093" actId="47"/>
        <pc:sldMkLst>
          <pc:docMk/>
          <pc:sldMk cId="2532658018" sldId="360"/>
        </pc:sldMkLst>
      </pc:sldChg>
      <pc:sldChg chg="del">
        <pc:chgData name="Chan Sherwin Stephen" userId="9d434475-5006-4851-805c-39d7a5ec10eb" providerId="ADAL" clId="{D35803CF-06D3-4B1D-B751-D700FFA8DB62}" dt="2023-07-11T09:13:41.894" v="5093" actId="47"/>
        <pc:sldMkLst>
          <pc:docMk/>
          <pc:sldMk cId="2109743856" sldId="361"/>
        </pc:sldMkLst>
      </pc:sldChg>
      <pc:sldChg chg="del">
        <pc:chgData name="Chan Sherwin Stephen" userId="9d434475-5006-4851-805c-39d7a5ec10eb" providerId="ADAL" clId="{D35803CF-06D3-4B1D-B751-D700FFA8DB62}" dt="2023-07-11T09:13:41.894" v="5093" actId="47"/>
        <pc:sldMkLst>
          <pc:docMk/>
          <pc:sldMk cId="317476892" sldId="362"/>
        </pc:sldMkLst>
      </pc:sldChg>
      <pc:sldChg chg="del">
        <pc:chgData name="Chan Sherwin Stephen" userId="9d434475-5006-4851-805c-39d7a5ec10eb" providerId="ADAL" clId="{D35803CF-06D3-4B1D-B751-D700FFA8DB62}" dt="2023-07-11T09:13:41.894" v="5093" actId="47"/>
        <pc:sldMkLst>
          <pc:docMk/>
          <pc:sldMk cId="3573590540" sldId="363"/>
        </pc:sldMkLst>
      </pc:sldChg>
      <pc:sldChg chg="del">
        <pc:chgData name="Chan Sherwin Stephen" userId="9d434475-5006-4851-805c-39d7a5ec10eb" providerId="ADAL" clId="{D35803CF-06D3-4B1D-B751-D700FFA8DB62}" dt="2023-07-11T09:13:41.894" v="5093" actId="47"/>
        <pc:sldMkLst>
          <pc:docMk/>
          <pc:sldMk cId="3776200603" sldId="364"/>
        </pc:sldMkLst>
      </pc:sldChg>
      <pc:sldChg chg="del">
        <pc:chgData name="Chan Sherwin Stephen" userId="9d434475-5006-4851-805c-39d7a5ec10eb" providerId="ADAL" clId="{D35803CF-06D3-4B1D-B751-D700FFA8DB62}" dt="2023-07-11T09:13:41.894" v="5093" actId="47"/>
        <pc:sldMkLst>
          <pc:docMk/>
          <pc:sldMk cId="1743898903" sldId="365"/>
        </pc:sldMkLst>
      </pc:sldChg>
      <pc:sldChg chg="del">
        <pc:chgData name="Chan Sherwin Stephen" userId="9d434475-5006-4851-805c-39d7a5ec10eb" providerId="ADAL" clId="{D35803CF-06D3-4B1D-B751-D700FFA8DB62}" dt="2023-07-11T09:13:41.894" v="5093" actId="47"/>
        <pc:sldMkLst>
          <pc:docMk/>
          <pc:sldMk cId="3525054264" sldId="366"/>
        </pc:sldMkLst>
      </pc:sldChg>
      <pc:sldChg chg="del ord">
        <pc:chgData name="Chan Sherwin Stephen" userId="9d434475-5006-4851-805c-39d7a5ec10eb" providerId="ADAL" clId="{D35803CF-06D3-4B1D-B751-D700FFA8DB62}" dt="2023-07-11T09:13:41.894" v="5093" actId="47"/>
        <pc:sldMkLst>
          <pc:docMk/>
          <pc:sldMk cId="1534579700" sldId="367"/>
        </pc:sldMkLst>
      </pc:sldChg>
      <pc:sldChg chg="del">
        <pc:chgData name="Chan Sherwin Stephen" userId="9d434475-5006-4851-805c-39d7a5ec10eb" providerId="ADAL" clId="{D35803CF-06D3-4B1D-B751-D700FFA8DB62}" dt="2023-07-11T09:13:41.894" v="5093" actId="47"/>
        <pc:sldMkLst>
          <pc:docMk/>
          <pc:sldMk cId="1324179155" sldId="368"/>
        </pc:sldMkLst>
      </pc:sldChg>
      <pc:sldChg chg="del">
        <pc:chgData name="Chan Sherwin Stephen" userId="9d434475-5006-4851-805c-39d7a5ec10eb" providerId="ADAL" clId="{D35803CF-06D3-4B1D-B751-D700FFA8DB62}" dt="2023-07-11T07:37:36.927" v="3770" actId="47"/>
        <pc:sldMkLst>
          <pc:docMk/>
          <pc:sldMk cId="2836611053" sldId="369"/>
        </pc:sldMkLst>
      </pc:sldChg>
      <pc:sldChg chg="del">
        <pc:chgData name="Chan Sherwin Stephen" userId="9d434475-5006-4851-805c-39d7a5ec10eb" providerId="ADAL" clId="{D35803CF-06D3-4B1D-B751-D700FFA8DB62}" dt="2023-07-11T07:02:19.384" v="2147" actId="2696"/>
        <pc:sldMkLst>
          <pc:docMk/>
          <pc:sldMk cId="2901987643" sldId="370"/>
        </pc:sldMkLst>
      </pc:sldChg>
      <pc:sldChg chg="modSp add del mod">
        <pc:chgData name="Chan Sherwin Stephen" userId="9d434475-5006-4851-805c-39d7a5ec10eb" providerId="ADAL" clId="{D35803CF-06D3-4B1D-B751-D700FFA8DB62}" dt="2023-07-11T07:05:27.229" v="2416" actId="47"/>
        <pc:sldMkLst>
          <pc:docMk/>
          <pc:sldMk cId="3112479313" sldId="370"/>
        </pc:sldMkLst>
      </pc:sldChg>
      <pc:sldChg chg="del">
        <pc:chgData name="Chan Sherwin Stephen" userId="9d434475-5006-4851-805c-39d7a5ec10eb" providerId="ADAL" clId="{D35803CF-06D3-4B1D-B751-D700FFA8DB62}" dt="2023-07-11T05:57:10.639" v="1755" actId="47"/>
        <pc:sldMkLst>
          <pc:docMk/>
          <pc:sldMk cId="736494877" sldId="373"/>
        </pc:sldMkLst>
      </pc:sldChg>
      <pc:sldChg chg="del">
        <pc:chgData name="Chan Sherwin Stephen" userId="9d434475-5006-4851-805c-39d7a5ec10eb" providerId="ADAL" clId="{D35803CF-06D3-4B1D-B751-D700FFA8DB62}" dt="2023-07-11T09:13:41.894" v="5093" actId="47"/>
        <pc:sldMkLst>
          <pc:docMk/>
          <pc:sldMk cId="330557370" sldId="374"/>
        </pc:sldMkLst>
      </pc:sldChg>
      <pc:sldChg chg="del">
        <pc:chgData name="Chan Sherwin Stephen" userId="9d434475-5006-4851-805c-39d7a5ec10eb" providerId="ADAL" clId="{D35803CF-06D3-4B1D-B751-D700FFA8DB62}" dt="2023-07-11T09:13:41.894" v="5093" actId="47"/>
        <pc:sldMkLst>
          <pc:docMk/>
          <pc:sldMk cId="915941224" sldId="375"/>
        </pc:sldMkLst>
      </pc:sldChg>
      <pc:sldChg chg="del ord">
        <pc:chgData name="Chan Sherwin Stephen" userId="9d434475-5006-4851-805c-39d7a5ec10eb" providerId="ADAL" clId="{D35803CF-06D3-4B1D-B751-D700FFA8DB62}" dt="2023-07-11T07:37:37.505" v="3771" actId="47"/>
        <pc:sldMkLst>
          <pc:docMk/>
          <pc:sldMk cId="481827705" sldId="376"/>
        </pc:sldMkLst>
      </pc:sldChg>
      <pc:sldChg chg="del">
        <pc:chgData name="Chan Sherwin Stephen" userId="9d434475-5006-4851-805c-39d7a5ec10eb" providerId="ADAL" clId="{D35803CF-06D3-4B1D-B751-D700FFA8DB62}" dt="2023-07-11T09:13:41.894" v="5093" actId="47"/>
        <pc:sldMkLst>
          <pc:docMk/>
          <pc:sldMk cId="1894426711" sldId="378"/>
        </pc:sldMkLst>
      </pc:sldChg>
      <pc:sldChg chg="del">
        <pc:chgData name="Chan Sherwin Stephen" userId="9d434475-5006-4851-805c-39d7a5ec10eb" providerId="ADAL" clId="{D35803CF-06D3-4B1D-B751-D700FFA8DB62}" dt="2023-07-11T09:13:41.894" v="5093" actId="47"/>
        <pc:sldMkLst>
          <pc:docMk/>
          <pc:sldMk cId="385513752" sldId="380"/>
        </pc:sldMkLst>
      </pc:sldChg>
      <pc:sldChg chg="del">
        <pc:chgData name="Chan Sherwin Stephen" userId="9d434475-5006-4851-805c-39d7a5ec10eb" providerId="ADAL" clId="{D35803CF-06D3-4B1D-B751-D700FFA8DB62}" dt="2023-07-11T09:13:41.894" v="5093" actId="47"/>
        <pc:sldMkLst>
          <pc:docMk/>
          <pc:sldMk cId="3629547030" sldId="381"/>
        </pc:sldMkLst>
      </pc:sldChg>
      <pc:sldChg chg="del">
        <pc:chgData name="Chan Sherwin Stephen" userId="9d434475-5006-4851-805c-39d7a5ec10eb" providerId="ADAL" clId="{D35803CF-06D3-4B1D-B751-D700FFA8DB62}" dt="2023-07-11T07:37:42.623" v="3772" actId="47"/>
        <pc:sldMkLst>
          <pc:docMk/>
          <pc:sldMk cId="1226059662" sldId="383"/>
        </pc:sldMkLst>
      </pc:sldChg>
      <pc:sldChg chg="del">
        <pc:chgData name="Chan Sherwin Stephen" userId="9d434475-5006-4851-805c-39d7a5ec10eb" providerId="ADAL" clId="{D35803CF-06D3-4B1D-B751-D700FFA8DB62}" dt="2023-07-11T05:57:32.354" v="1756" actId="47"/>
        <pc:sldMkLst>
          <pc:docMk/>
          <pc:sldMk cId="1430144213" sldId="385"/>
        </pc:sldMkLst>
      </pc:sldChg>
      <pc:sldChg chg="del">
        <pc:chgData name="Chan Sherwin Stephen" userId="9d434475-5006-4851-805c-39d7a5ec10eb" providerId="ADAL" clId="{D35803CF-06D3-4B1D-B751-D700FFA8DB62}" dt="2023-07-11T05:57:35.878" v="1757" actId="47"/>
        <pc:sldMkLst>
          <pc:docMk/>
          <pc:sldMk cId="2504393233" sldId="386"/>
        </pc:sldMkLst>
      </pc:sldChg>
      <pc:sldChg chg="add del">
        <pc:chgData name="Chan Sherwin Stephen" userId="9d434475-5006-4851-805c-39d7a5ec10eb" providerId="ADAL" clId="{D35803CF-06D3-4B1D-B751-D700FFA8DB62}" dt="2023-07-11T05:58:25.387" v="1762" actId="47"/>
        <pc:sldMkLst>
          <pc:docMk/>
          <pc:sldMk cId="1010427248" sldId="387"/>
        </pc:sldMkLst>
      </pc:sldChg>
      <pc:sldChg chg="del">
        <pc:chgData name="Chan Sherwin Stephen" userId="9d434475-5006-4851-805c-39d7a5ec10eb" providerId="ADAL" clId="{D35803CF-06D3-4B1D-B751-D700FFA8DB62}" dt="2023-07-11T09:13:41.894" v="5093" actId="47"/>
        <pc:sldMkLst>
          <pc:docMk/>
          <pc:sldMk cId="2499648038" sldId="388"/>
        </pc:sldMkLst>
      </pc:sldChg>
      <pc:sldChg chg="del">
        <pc:chgData name="Chan Sherwin Stephen" userId="9d434475-5006-4851-805c-39d7a5ec10eb" providerId="ADAL" clId="{D35803CF-06D3-4B1D-B751-D700FFA8DB62}" dt="2023-07-11T09:13:41.894" v="5093" actId="47"/>
        <pc:sldMkLst>
          <pc:docMk/>
          <pc:sldMk cId="2707218067" sldId="389"/>
        </pc:sldMkLst>
      </pc:sldChg>
      <pc:sldChg chg="del">
        <pc:chgData name="Chan Sherwin Stephen" userId="9d434475-5006-4851-805c-39d7a5ec10eb" providerId="ADAL" clId="{D35803CF-06D3-4B1D-B751-D700FFA8DB62}" dt="2023-07-11T05:57:07.574" v="1752" actId="47"/>
        <pc:sldMkLst>
          <pc:docMk/>
          <pc:sldMk cId="2025572346" sldId="390"/>
        </pc:sldMkLst>
      </pc:sldChg>
      <pc:sldChg chg="del">
        <pc:chgData name="Chan Sherwin Stephen" userId="9d434475-5006-4851-805c-39d7a5ec10eb" providerId="ADAL" clId="{D35803CF-06D3-4B1D-B751-D700FFA8DB62}" dt="2023-07-11T09:13:41.894" v="5093" actId="47"/>
        <pc:sldMkLst>
          <pc:docMk/>
          <pc:sldMk cId="2064430244" sldId="391"/>
        </pc:sldMkLst>
      </pc:sldChg>
      <pc:sldChg chg="del">
        <pc:chgData name="Chan Sherwin Stephen" userId="9d434475-5006-4851-805c-39d7a5ec10eb" providerId="ADAL" clId="{D35803CF-06D3-4B1D-B751-D700FFA8DB62}" dt="2023-07-11T09:13:41.894" v="5093" actId="47"/>
        <pc:sldMkLst>
          <pc:docMk/>
          <pc:sldMk cId="3207408050" sldId="392"/>
        </pc:sldMkLst>
      </pc:sldChg>
      <pc:sldChg chg="modNotesTx">
        <pc:chgData name="Chan Sherwin Stephen" userId="9d434475-5006-4851-805c-39d7a5ec10eb" providerId="ADAL" clId="{D35803CF-06D3-4B1D-B751-D700FFA8DB62}" dt="2023-07-11T09:17:17.441" v="5094" actId="20577"/>
        <pc:sldMkLst>
          <pc:docMk/>
          <pc:sldMk cId="2225298677" sldId="394"/>
        </pc:sldMkLst>
      </pc:sldChg>
      <pc:sldChg chg="addSp delSp modSp mod modNotesTx">
        <pc:chgData name="Chan Sherwin Stephen" userId="9d434475-5006-4851-805c-39d7a5ec10eb" providerId="ADAL" clId="{D35803CF-06D3-4B1D-B751-D700FFA8DB62}" dt="2023-07-11T05:49:39.900" v="1739"/>
        <pc:sldMkLst>
          <pc:docMk/>
          <pc:sldMk cId="753873970" sldId="395"/>
        </pc:sldMkLst>
      </pc:sldChg>
      <pc:sldChg chg="del">
        <pc:chgData name="Chan Sherwin Stephen" userId="9d434475-5006-4851-805c-39d7a5ec10eb" providerId="ADAL" clId="{D35803CF-06D3-4B1D-B751-D700FFA8DB62}" dt="2023-07-11T05:50:24.208" v="1746" actId="47"/>
        <pc:sldMkLst>
          <pc:docMk/>
          <pc:sldMk cId="2860987533" sldId="399"/>
        </pc:sldMkLst>
      </pc:sldChg>
      <pc:sldChg chg="modSp add del mod modNotesTx">
        <pc:chgData name="Chan Sherwin Stephen" userId="9d434475-5006-4851-805c-39d7a5ec10eb" providerId="ADAL" clId="{D35803CF-06D3-4B1D-B751-D700FFA8DB62}" dt="2023-07-11T07:08:53.216" v="2417" actId="47"/>
        <pc:sldMkLst>
          <pc:docMk/>
          <pc:sldMk cId="3424184994" sldId="400"/>
        </pc:sldMkLst>
      </pc:sldChg>
      <pc:sldChg chg="addSp delSp modSp mod modAnim modNotesTx">
        <pc:chgData name="Chan Sherwin Stephen" userId="9d434475-5006-4851-805c-39d7a5ec10eb" providerId="ADAL" clId="{D35803CF-06D3-4B1D-B751-D700FFA8DB62}" dt="2023-07-11T08:23:17.242" v="4226" actId="20577"/>
        <pc:sldMkLst>
          <pc:docMk/>
          <pc:sldMk cId="1797602281" sldId="401"/>
        </pc:sldMkLst>
      </pc:sldChg>
      <pc:sldChg chg="addSp modSp mod modNotesTx">
        <pc:chgData name="Chan Sherwin Stephen" userId="9d434475-5006-4851-805c-39d7a5ec10eb" providerId="ADAL" clId="{D35803CF-06D3-4B1D-B751-D700FFA8DB62}" dt="2023-07-11T08:23:41.682" v="4229"/>
        <pc:sldMkLst>
          <pc:docMk/>
          <pc:sldMk cId="2067020836" sldId="402"/>
        </pc:sldMkLst>
      </pc:sldChg>
      <pc:sldChg chg="addSp modSp mod modNotesTx">
        <pc:chgData name="Chan Sherwin Stephen" userId="9d434475-5006-4851-805c-39d7a5ec10eb" providerId="ADAL" clId="{D35803CF-06D3-4B1D-B751-D700FFA8DB62}" dt="2023-07-11T07:31:28.795" v="3594" actId="20577"/>
        <pc:sldMkLst>
          <pc:docMk/>
          <pc:sldMk cId="2687685733" sldId="403"/>
        </pc:sldMkLst>
      </pc:sldChg>
      <pc:sldChg chg="addSp delSp modSp add del modNotesTx">
        <pc:chgData name="Chan Sherwin Stephen" userId="9d434475-5006-4851-805c-39d7a5ec10eb" providerId="ADAL" clId="{D35803CF-06D3-4B1D-B751-D700FFA8DB62}" dt="2023-07-11T08:50:06.958" v="4292" actId="47"/>
        <pc:sldMkLst>
          <pc:docMk/>
          <pc:sldMk cId="1297617416" sldId="404"/>
        </pc:sldMkLst>
      </pc:sldChg>
      <pc:sldChg chg="addSp delSp modSp mod modNotesTx">
        <pc:chgData name="Chan Sherwin Stephen" userId="9d434475-5006-4851-805c-39d7a5ec10eb" providerId="ADAL" clId="{D35803CF-06D3-4B1D-B751-D700FFA8DB62}" dt="2023-07-11T09:07:25.490" v="5090" actId="6549"/>
        <pc:sldMkLst>
          <pc:docMk/>
          <pc:sldMk cId="3915674451" sldId="405"/>
        </pc:sldMkLst>
      </pc:sldChg>
      <pc:sldChg chg="addSp modSp mod modNotesTx">
        <pc:chgData name="Chan Sherwin Stephen" userId="9d434475-5006-4851-805c-39d7a5ec10eb" providerId="ADAL" clId="{D35803CF-06D3-4B1D-B751-D700FFA8DB62}" dt="2023-07-11T09:04:23.957" v="5035"/>
        <pc:sldMkLst>
          <pc:docMk/>
          <pc:sldMk cId="3783652340" sldId="406"/>
        </pc:sldMkLst>
      </pc:sldChg>
      <pc:sldChg chg="addSp delSp modSp add mod modNotesTx">
        <pc:chgData name="Chan Sherwin Stephen" userId="9d434475-5006-4851-805c-39d7a5ec10eb" providerId="ADAL" clId="{D35803CF-06D3-4B1D-B751-D700FFA8DB62}" dt="2023-07-11T07:50:11.557" v="3832" actId="20577"/>
        <pc:sldMkLst>
          <pc:docMk/>
          <pc:sldMk cId="1210263562" sldId="407"/>
        </pc:sldMkLst>
      </pc:sldChg>
      <pc:sldChg chg="add del">
        <pc:chgData name="Chan Sherwin Stephen" userId="9d434475-5006-4851-805c-39d7a5ec10eb" providerId="ADAL" clId="{D35803CF-06D3-4B1D-B751-D700FFA8DB62}" dt="2023-07-11T05:44:45.648" v="1606"/>
        <pc:sldMkLst>
          <pc:docMk/>
          <pc:sldMk cId="1500480702" sldId="407"/>
        </pc:sldMkLst>
      </pc:sldChg>
      <pc:sldChg chg="add del">
        <pc:chgData name="Chan Sherwin Stephen" userId="9d434475-5006-4851-805c-39d7a5ec10eb" providerId="ADAL" clId="{D35803CF-06D3-4B1D-B751-D700FFA8DB62}" dt="2023-07-11T05:44:45.648" v="1606"/>
        <pc:sldMkLst>
          <pc:docMk/>
          <pc:sldMk cId="3835054166" sldId="408"/>
        </pc:sldMkLst>
      </pc:sldChg>
      <pc:sldChg chg="addSp delSp modSp add mod modNotesTx">
        <pc:chgData name="Chan Sherwin Stephen" userId="9d434475-5006-4851-805c-39d7a5ec10eb" providerId="ADAL" clId="{D35803CF-06D3-4B1D-B751-D700FFA8DB62}" dt="2023-07-11T08:14:01.938" v="4130" actId="20577"/>
        <pc:sldMkLst>
          <pc:docMk/>
          <pc:sldMk cId="3846415770" sldId="408"/>
        </pc:sldMkLst>
      </pc:sldChg>
      <pc:sldChg chg="addSp delSp modSp add mod modNotesTx">
        <pc:chgData name="Chan Sherwin Stephen" userId="9d434475-5006-4851-805c-39d7a5ec10eb" providerId="ADAL" clId="{D35803CF-06D3-4B1D-B751-D700FFA8DB62}" dt="2023-07-11T08:08:36.663" v="4095" actId="20577"/>
        <pc:sldMkLst>
          <pc:docMk/>
          <pc:sldMk cId="415176582" sldId="409"/>
        </pc:sldMkLst>
      </pc:sldChg>
      <pc:sldChg chg="delSp add del">
        <pc:chgData name="Chan Sherwin Stephen" userId="9d434475-5006-4851-805c-39d7a5ec10eb" providerId="ADAL" clId="{D35803CF-06D3-4B1D-B751-D700FFA8DB62}" dt="2023-07-11T07:10:46.582" v="2444" actId="47"/>
        <pc:sldMkLst>
          <pc:docMk/>
          <pc:sldMk cId="1992355062" sldId="410"/>
        </pc:sldMkLst>
      </pc:sldChg>
      <pc:sldChg chg="add del ord">
        <pc:chgData name="Chan Sherwin Stephen" userId="9d434475-5006-4851-805c-39d7a5ec10eb" providerId="ADAL" clId="{D35803CF-06D3-4B1D-B751-D700FFA8DB62}" dt="2023-07-11T08:38:44.241" v="4257" actId="47"/>
        <pc:sldMkLst>
          <pc:docMk/>
          <pc:sldMk cId="3482396077" sldId="410"/>
        </pc:sldMkLst>
      </pc:sldChg>
      <pc:sldChg chg="modSp add del mod ord">
        <pc:chgData name="Chan Sherwin Stephen" userId="9d434475-5006-4851-805c-39d7a5ec10eb" providerId="ADAL" clId="{D35803CF-06D3-4B1D-B751-D700FFA8DB62}" dt="2023-07-11T08:39:05.368" v="4263" actId="47"/>
        <pc:sldMkLst>
          <pc:docMk/>
          <pc:sldMk cId="4109775617" sldId="411"/>
        </pc:sldMkLst>
      </pc:sldChg>
      <pc:sldChg chg="add del mod ord modShow">
        <pc:chgData name="Chan Sherwin Stephen" userId="9d434475-5006-4851-805c-39d7a5ec10eb" providerId="ADAL" clId="{D35803CF-06D3-4B1D-B751-D700FFA8DB62}" dt="2023-07-11T08:24:05.354" v="4230" actId="47"/>
        <pc:sldMkLst>
          <pc:docMk/>
          <pc:sldMk cId="3008918250" sldId="412"/>
        </pc:sldMkLst>
      </pc:sldChg>
      <pc:sldChg chg="add del mod ord modShow">
        <pc:chgData name="Chan Sherwin Stephen" userId="9d434475-5006-4851-805c-39d7a5ec10eb" providerId="ADAL" clId="{D35803CF-06D3-4B1D-B751-D700FFA8DB62}" dt="2023-07-11T08:24:05.354" v="4230" actId="47"/>
        <pc:sldMkLst>
          <pc:docMk/>
          <pc:sldMk cId="1426931281" sldId="413"/>
        </pc:sldMkLst>
      </pc:sldChg>
      <pc:sldChg chg="add del mod ord modShow">
        <pc:chgData name="Chan Sherwin Stephen" userId="9d434475-5006-4851-805c-39d7a5ec10eb" providerId="ADAL" clId="{D35803CF-06D3-4B1D-B751-D700FFA8DB62}" dt="2023-07-11T08:24:05.354" v="4230" actId="47"/>
        <pc:sldMkLst>
          <pc:docMk/>
          <pc:sldMk cId="3690261364" sldId="414"/>
        </pc:sldMkLst>
      </pc:sldChg>
      <pc:sldChg chg="add del ord">
        <pc:chgData name="Chan Sherwin Stephen" userId="9d434475-5006-4851-805c-39d7a5ec10eb" providerId="ADAL" clId="{D35803CF-06D3-4B1D-B751-D700FFA8DB62}" dt="2023-07-11T09:13:30.844" v="5092" actId="47"/>
        <pc:sldMkLst>
          <pc:docMk/>
          <pc:sldMk cId="637095647" sldId="415"/>
        </pc:sldMkLst>
      </pc:sldChg>
      <pc:sldChg chg="add del ord">
        <pc:chgData name="Chan Sherwin Stephen" userId="9d434475-5006-4851-805c-39d7a5ec10eb" providerId="ADAL" clId="{D35803CF-06D3-4B1D-B751-D700FFA8DB62}" dt="2023-07-11T09:07:30.122" v="5091" actId="47"/>
        <pc:sldMkLst>
          <pc:docMk/>
          <pc:sldMk cId="3020241329" sldId="416"/>
        </pc:sldMkLst>
      </pc:sldChg>
      <pc:sldChg chg="addSp delSp modSp new mod modNotesTx">
        <pc:chgData name="Chan Sherwin Stephen" userId="9d434475-5006-4851-805c-39d7a5ec10eb" providerId="ADAL" clId="{D35803CF-06D3-4B1D-B751-D700FFA8DB62}" dt="2023-07-11T08:54:22.351" v="4317" actId="14100"/>
        <pc:sldMkLst>
          <pc:docMk/>
          <pc:sldMk cId="1661466437" sldId="417"/>
        </pc:sldMkLst>
      </pc:sldChg>
      <pc:sldChg chg="add del ord">
        <pc:chgData name="Chan Sherwin Stephen" userId="9d434475-5006-4851-805c-39d7a5ec10eb" providerId="ADAL" clId="{D35803CF-06D3-4B1D-B751-D700FFA8DB62}" dt="2023-07-11T07:52:04.944" v="3840" actId="47"/>
        <pc:sldMkLst>
          <pc:docMk/>
          <pc:sldMk cId="3566492657" sldId="417"/>
        </pc:sldMkLst>
      </pc:sldChg>
      <pc:sldChg chg="add del">
        <pc:chgData name="Chan Sherwin Stephen" userId="9d434475-5006-4851-805c-39d7a5ec10eb" providerId="ADAL" clId="{D35803CF-06D3-4B1D-B751-D700FFA8DB62}" dt="2023-07-11T07:53:01.262" v="3874" actId="47"/>
        <pc:sldMkLst>
          <pc:docMk/>
          <pc:sldMk cId="762634334" sldId="418"/>
        </pc:sldMkLst>
      </pc:sldChg>
      <pc:sldChg chg="addSp delSp modSp add mod modNotesTx">
        <pc:chgData name="Chan Sherwin Stephen" userId="9d434475-5006-4851-805c-39d7a5ec10eb" providerId="ADAL" clId="{D35803CF-06D3-4B1D-B751-D700FFA8DB62}" dt="2023-07-11T08:55:55.582" v="4343" actId="20577"/>
        <pc:sldMkLst>
          <pc:docMk/>
          <pc:sldMk cId="3693519679" sldId="418"/>
        </pc:sldMkLst>
      </pc:sldChg>
      <pc:sldChg chg="addSp delSp modSp add mod modNotesTx">
        <pc:chgData name="Chan Sherwin Stephen" userId="9d434475-5006-4851-805c-39d7a5ec10eb" providerId="ADAL" clId="{D35803CF-06D3-4B1D-B751-D700FFA8DB62}" dt="2023-07-11T09:00:12.605" v="4622" actId="20577"/>
        <pc:sldMkLst>
          <pc:docMk/>
          <pc:sldMk cId="1101257431" sldId="419"/>
        </pc:sldMkLst>
      </pc:sldChg>
      <pc:sldChg chg="modSp add del mod">
        <pc:chgData name="Chan Sherwin Stephen" userId="9d434475-5006-4851-805c-39d7a5ec10eb" providerId="ADAL" clId="{D35803CF-06D3-4B1D-B751-D700FFA8DB62}" dt="2023-07-11T07:49:59.308" v="3831" actId="47"/>
        <pc:sldMkLst>
          <pc:docMk/>
          <pc:sldMk cId="4092229819" sldId="419"/>
        </pc:sldMkLst>
      </pc:sldChg>
      <pc:sldChg chg="add del">
        <pc:chgData name="Chan Sherwin Stephen" userId="9d434475-5006-4851-805c-39d7a5ec10eb" providerId="ADAL" clId="{D35803CF-06D3-4B1D-B751-D700FFA8DB62}" dt="2023-07-11T07:49:59.308" v="3831" actId="47"/>
        <pc:sldMkLst>
          <pc:docMk/>
          <pc:sldMk cId="2187759335" sldId="420"/>
        </pc:sldMkLst>
      </pc:sldChg>
      <pc:sldChg chg="add del">
        <pc:chgData name="Chan Sherwin Stephen" userId="9d434475-5006-4851-805c-39d7a5ec10eb" providerId="ADAL" clId="{D35803CF-06D3-4B1D-B751-D700FFA8DB62}" dt="2023-07-11T07:49:59.308" v="3831" actId="47"/>
        <pc:sldMkLst>
          <pc:docMk/>
          <pc:sldMk cId="1698464419" sldId="421"/>
        </pc:sldMkLst>
      </pc:sldChg>
      <pc:sldMasterChg chg="delSldLayout">
        <pc:chgData name="Chan Sherwin Stephen" userId="9d434475-5006-4851-805c-39d7a5ec10eb" providerId="ADAL" clId="{D35803CF-06D3-4B1D-B751-D700FFA8DB62}" dt="2023-07-11T09:13:41.894" v="5093" actId="47"/>
        <pc:sldMasterMkLst>
          <pc:docMk/>
          <pc:sldMasterMk cId="1085604113" sldId="2147483650"/>
        </pc:sldMasterMkLst>
        <pc:sldLayoutChg chg="del">
          <pc:chgData name="Chan Sherwin Stephen" userId="9d434475-5006-4851-805c-39d7a5ec10eb" providerId="ADAL" clId="{D35803CF-06D3-4B1D-B751-D700FFA8DB62}" dt="2023-07-11T09:13:41.894" v="5093" actId="47"/>
          <pc:sldLayoutMkLst>
            <pc:docMk/>
            <pc:sldMasterMk cId="1085604113" sldId="2147483650"/>
            <pc:sldLayoutMk cId="2475718218" sldId="2147483706"/>
          </pc:sldLayoutMkLst>
        </pc:sldLayoutChg>
      </pc:sldMasterChg>
    </pc:docChg>
  </pc:docChgLst>
  <pc:docChgLst>
    <pc:chgData name="Chan Sherwin Stephen" userId="S::sherwin.chan@staff.main.ntu.edu.sg::9d434475-5006-4851-805c-39d7a5ec10eb" providerId="AD" clId="Web-{F783FC37-FFB3-415D-BFC9-DA76C0D06E45}"/>
    <pc:docChg chg="modSld">
      <pc:chgData name="Chan Sherwin Stephen" userId="S::sherwin.chan@staff.main.ntu.edu.sg::9d434475-5006-4851-805c-39d7a5ec10eb" providerId="AD" clId="Web-{F783FC37-FFB3-415D-BFC9-DA76C0D06E45}" dt="2023-08-10T01:49:52.449" v="6"/>
      <pc:docMkLst>
        <pc:docMk/>
      </pc:docMkLst>
      <pc:sldChg chg="modNotes">
        <pc:chgData name="Chan Sherwin Stephen" userId="S::sherwin.chan@staff.main.ntu.edu.sg::9d434475-5006-4851-805c-39d7a5ec10eb" providerId="AD" clId="Web-{F783FC37-FFB3-415D-BFC9-DA76C0D06E45}" dt="2023-08-10T01:49:52.449" v="6"/>
        <pc:sldMkLst>
          <pc:docMk/>
          <pc:sldMk cId="753873970" sldId="395"/>
        </pc:sldMkLst>
      </pc:sldChg>
    </pc:docChg>
  </pc:docChgLst>
  <pc:docChgLst>
    <pc:chgData name="Chan Sherwin Stephen" userId="S::sherwin.chan@staff.main.ntu.edu.sg::9d434475-5006-4851-805c-39d7a5ec10eb" providerId="AD" clId="Web-{A67C7568-C651-49F2-B889-3921ABD53231}"/>
    <pc:docChg chg="modSld">
      <pc:chgData name="Chan Sherwin Stephen" userId="S::sherwin.chan@staff.main.ntu.edu.sg::9d434475-5006-4851-805c-39d7a5ec10eb" providerId="AD" clId="Web-{A67C7568-C651-49F2-B889-3921ABD53231}" dt="2023-08-01T03:31:03.907" v="42"/>
      <pc:docMkLst>
        <pc:docMk/>
      </pc:docMkLst>
      <pc:sldChg chg="modNotes">
        <pc:chgData name="Chan Sherwin Stephen" userId="S::sherwin.chan@staff.main.ntu.edu.sg::9d434475-5006-4851-805c-39d7a5ec10eb" providerId="AD" clId="Web-{A67C7568-C651-49F2-B889-3921ABD53231}" dt="2023-08-01T03:31:03.907" v="42"/>
        <pc:sldMkLst>
          <pc:docMk/>
          <pc:sldMk cId="415176582" sldId="40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896E86-5E67-4DFC-9D7D-D598240582E8}" type="datetimeFigureOut">
              <a:rPr lang="en-US" smtClean="0"/>
              <a:t>7/24/25</a:t>
            </a:fld>
            <a:endParaRPr lang="en-US"/>
          </a:p>
        </p:txBody>
      </p:sp>
      <p:sp>
        <p:nvSpPr>
          <p:cNvPr id="4" name="Slide Image Placeholder 3"/>
          <p:cNvSpPr>
            <a:spLocks noGrp="1" noRot="1" noChangeAspect="1"/>
          </p:cNvSpPr>
          <p:nvPr>
            <p:ph type="sldImg" idx="2"/>
          </p:nvPr>
        </p:nvSpPr>
        <p:spPr>
          <a:xfrm>
            <a:off x="690563" y="1143000"/>
            <a:ext cx="54768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9C7E86-76DE-4D38-A718-39A1E655A738}" type="slidenum">
              <a:rPr lang="en-US" smtClean="0"/>
              <a:t>‹#›</a:t>
            </a:fld>
            <a:endParaRPr lang="en-US"/>
          </a:p>
        </p:txBody>
      </p:sp>
    </p:spTree>
    <p:extLst>
      <p:ext uri="{BB962C8B-B14F-4D97-AF65-F5344CB8AC3E}">
        <p14:creationId xmlns:p14="http://schemas.microsoft.com/office/powerpoint/2010/main" val="3342432204"/>
      </p:ext>
    </p:extLst>
  </p:cSld>
  <p:clrMap bg1="lt1" tx1="dk1" bg2="lt2" tx2="dk2" accent1="accent1" accent2="accent2" accent3="accent3" accent4="accent4" accent5="accent5" accent6="accent6" hlink="hlink" folHlink="folHlink"/>
  <p:notesStyle>
    <a:lvl1pPr marL="0" algn="l" defTabSz="1492301" rtl="0" eaLnBrk="1" latinLnBrk="0" hangingPunct="1">
      <a:defRPr sz="1958" kern="1200">
        <a:solidFill>
          <a:schemeClr val="tx1"/>
        </a:solidFill>
        <a:latin typeface="+mn-lt"/>
        <a:ea typeface="+mn-ea"/>
        <a:cs typeface="+mn-cs"/>
      </a:defRPr>
    </a:lvl1pPr>
    <a:lvl2pPr marL="746150" algn="l" defTabSz="1492301" rtl="0" eaLnBrk="1" latinLnBrk="0" hangingPunct="1">
      <a:defRPr sz="1958" kern="1200">
        <a:solidFill>
          <a:schemeClr val="tx1"/>
        </a:solidFill>
        <a:latin typeface="+mn-lt"/>
        <a:ea typeface="+mn-ea"/>
        <a:cs typeface="+mn-cs"/>
      </a:defRPr>
    </a:lvl2pPr>
    <a:lvl3pPr marL="1492301" algn="l" defTabSz="1492301" rtl="0" eaLnBrk="1" latinLnBrk="0" hangingPunct="1">
      <a:defRPr sz="1958" kern="1200">
        <a:solidFill>
          <a:schemeClr val="tx1"/>
        </a:solidFill>
        <a:latin typeface="+mn-lt"/>
        <a:ea typeface="+mn-ea"/>
        <a:cs typeface="+mn-cs"/>
      </a:defRPr>
    </a:lvl3pPr>
    <a:lvl4pPr marL="2238451" algn="l" defTabSz="1492301" rtl="0" eaLnBrk="1" latinLnBrk="0" hangingPunct="1">
      <a:defRPr sz="1958" kern="1200">
        <a:solidFill>
          <a:schemeClr val="tx1"/>
        </a:solidFill>
        <a:latin typeface="+mn-lt"/>
        <a:ea typeface="+mn-ea"/>
        <a:cs typeface="+mn-cs"/>
      </a:defRPr>
    </a:lvl4pPr>
    <a:lvl5pPr marL="2984602" algn="l" defTabSz="1492301" rtl="0" eaLnBrk="1" latinLnBrk="0" hangingPunct="1">
      <a:defRPr sz="1958" kern="1200">
        <a:solidFill>
          <a:schemeClr val="tx1"/>
        </a:solidFill>
        <a:latin typeface="+mn-lt"/>
        <a:ea typeface="+mn-ea"/>
        <a:cs typeface="+mn-cs"/>
      </a:defRPr>
    </a:lvl5pPr>
    <a:lvl6pPr marL="3730752" algn="l" defTabSz="1492301" rtl="0" eaLnBrk="1" latinLnBrk="0" hangingPunct="1">
      <a:defRPr sz="1958" kern="1200">
        <a:solidFill>
          <a:schemeClr val="tx1"/>
        </a:solidFill>
        <a:latin typeface="+mn-lt"/>
        <a:ea typeface="+mn-ea"/>
        <a:cs typeface="+mn-cs"/>
      </a:defRPr>
    </a:lvl6pPr>
    <a:lvl7pPr marL="4476902" algn="l" defTabSz="1492301" rtl="0" eaLnBrk="1" latinLnBrk="0" hangingPunct="1">
      <a:defRPr sz="1958" kern="1200">
        <a:solidFill>
          <a:schemeClr val="tx1"/>
        </a:solidFill>
        <a:latin typeface="+mn-lt"/>
        <a:ea typeface="+mn-ea"/>
        <a:cs typeface="+mn-cs"/>
      </a:defRPr>
    </a:lvl7pPr>
    <a:lvl8pPr marL="5223053" algn="l" defTabSz="1492301" rtl="0" eaLnBrk="1" latinLnBrk="0" hangingPunct="1">
      <a:defRPr sz="1958" kern="1200">
        <a:solidFill>
          <a:schemeClr val="tx1"/>
        </a:solidFill>
        <a:latin typeface="+mn-lt"/>
        <a:ea typeface="+mn-ea"/>
        <a:cs typeface="+mn-cs"/>
      </a:defRPr>
    </a:lvl8pPr>
    <a:lvl9pPr marL="5969203" algn="l" defTabSz="1492301" rtl="0" eaLnBrk="1" latinLnBrk="0" hangingPunct="1">
      <a:defRPr sz="195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1698FB29-6622-408C-88E1-BF67923D440C}" type="slidenum">
              <a:rPr lang="en-SG" smtClean="0"/>
              <a:t>1</a:t>
            </a:fld>
            <a:endParaRPr lang="en-SG"/>
          </a:p>
        </p:txBody>
      </p:sp>
    </p:spTree>
    <p:extLst>
      <p:ext uri="{BB962C8B-B14F-4D97-AF65-F5344CB8AC3E}">
        <p14:creationId xmlns:p14="http://schemas.microsoft.com/office/powerpoint/2010/main" val="21925335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There is a rise of ageing population where the population aged 60 years and above is projected to increase by 40% by 2030. This leads to a greater incidence of gait impairments due to the associated increased risk of ageing related conditions such as stroke. This puts a strain on our current healthcare system, as such, we need a more targeted approach to gait rehabilitation and the first step to this is to provide the caregivers with the right information of the patient’s gait condition.</a:t>
            </a:r>
            <a:endParaRPr lang="en-SG" dirty="0">
              <a:cs typeface="Calibri"/>
            </a:endParaRPr>
          </a:p>
        </p:txBody>
      </p:sp>
      <p:sp>
        <p:nvSpPr>
          <p:cNvPr id="4" name="Slide Number Placeholder 3"/>
          <p:cNvSpPr>
            <a:spLocks noGrp="1"/>
          </p:cNvSpPr>
          <p:nvPr>
            <p:ph type="sldNum" sz="quarter" idx="5"/>
          </p:nvPr>
        </p:nvSpPr>
        <p:spPr/>
        <p:txBody>
          <a:bodyPr/>
          <a:lstStyle/>
          <a:p>
            <a:fld id="{1698FB29-6622-408C-88E1-BF67923D440C}" type="slidenum">
              <a:rPr lang="en-SG" smtClean="0"/>
              <a:t>2</a:t>
            </a:fld>
            <a:endParaRPr lang="en-SG"/>
          </a:p>
        </p:txBody>
      </p:sp>
    </p:spTree>
    <p:extLst>
      <p:ext uri="{BB962C8B-B14F-4D97-AF65-F5344CB8AC3E}">
        <p14:creationId xmlns:p14="http://schemas.microsoft.com/office/powerpoint/2010/main" val="4672700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600" b="0" i="0" dirty="0">
                <a:solidFill>
                  <a:srgbClr val="D1D5DB"/>
                </a:solidFill>
                <a:effectLst/>
                <a:latin typeface="Söhne"/>
              </a:rPr>
              <a:t>Visual3D and </a:t>
            </a:r>
            <a:r>
              <a:rPr lang="en-SG" sz="1600" b="0" i="0" dirty="0" err="1">
                <a:solidFill>
                  <a:srgbClr val="D1D5DB"/>
                </a:solidFill>
                <a:effectLst/>
                <a:latin typeface="Söhne"/>
              </a:rPr>
              <a:t>OpenSim</a:t>
            </a:r>
            <a:r>
              <a:rPr lang="en-SG" sz="1600" b="0" i="0" dirty="0">
                <a:solidFill>
                  <a:srgbClr val="D1D5DB"/>
                </a:solidFill>
                <a:effectLst/>
                <a:latin typeface="Söhne"/>
              </a:rPr>
              <a:t> are widely used biomechanics analysis tools for gait analysis, both offering a user-friendly GUI. Visual3D excels in motion capture data analysis, renowned for its accuracy and reliability, with extensive validations available on their website. Conversely, </a:t>
            </a:r>
            <a:r>
              <a:rPr lang="en-SG" sz="1600" b="0" i="0" dirty="0" err="1">
                <a:solidFill>
                  <a:srgbClr val="D1D5DB"/>
                </a:solidFill>
                <a:effectLst/>
                <a:latin typeface="Söhne"/>
              </a:rPr>
              <a:t>OpenSim</a:t>
            </a:r>
            <a:r>
              <a:rPr lang="en-SG" sz="1600" b="0" i="0" dirty="0">
                <a:solidFill>
                  <a:srgbClr val="D1D5DB"/>
                </a:solidFill>
                <a:effectLst/>
                <a:latin typeface="Söhne"/>
              </a:rPr>
              <a:t> is celebrated for its musculoskeletal simulation capabilities, letting researchers delve into the mechanics of muscles, bones, and joints, while also offering transparency in its mathematical formulations. This makes </a:t>
            </a:r>
            <a:r>
              <a:rPr lang="en-SG" sz="1600" b="0" i="0" dirty="0" err="1">
                <a:solidFill>
                  <a:srgbClr val="D1D5DB"/>
                </a:solidFill>
                <a:effectLst/>
                <a:latin typeface="Söhne"/>
              </a:rPr>
              <a:t>OpenSim</a:t>
            </a:r>
            <a:r>
              <a:rPr lang="en-SG" sz="1600" b="0" i="0" dirty="0">
                <a:solidFill>
                  <a:srgbClr val="D1D5DB"/>
                </a:solidFill>
                <a:effectLst/>
                <a:latin typeface="Söhne"/>
              </a:rPr>
              <a:t> ideal for those keen to grasp the core mechanics of simulations.</a:t>
            </a:r>
            <a:endParaRPr lang="en-US" sz="1950" dirty="0">
              <a:cs typeface="Calibri"/>
            </a:endParaRPr>
          </a:p>
          <a:p>
            <a:endParaRPr lang="en-US" sz="1950" dirty="0">
              <a:cs typeface="Calibri"/>
            </a:endParaRPr>
          </a:p>
          <a:p>
            <a:r>
              <a:rPr lang="en-US" sz="1950" dirty="0">
                <a:cs typeface="Calibri"/>
              </a:rPr>
              <a:t>---------------------------------------------------------</a:t>
            </a:r>
          </a:p>
          <a:p>
            <a:r>
              <a:rPr lang="en-US" sz="1950" b="1" dirty="0">
                <a:cs typeface="Calibri"/>
              </a:rPr>
              <a:t>Detailed:</a:t>
            </a:r>
          </a:p>
          <a:p>
            <a:r>
              <a:rPr lang="en-US" sz="1950" dirty="0">
                <a:cs typeface="Calibri"/>
              </a:rPr>
              <a:t>Two commonly used biomechanics analysis software tools that provide further gait analysis is Visual3D and </a:t>
            </a:r>
            <a:r>
              <a:rPr lang="en-US" sz="1950" dirty="0" err="1">
                <a:cs typeface="Calibri"/>
              </a:rPr>
              <a:t>OpenSim</a:t>
            </a:r>
            <a:r>
              <a:rPr lang="en-US" sz="1950" dirty="0">
                <a:cs typeface="Calibri"/>
              </a:rPr>
              <a:t>. Both software provides tools for calculating the kinematics and kinetics of the model given the motion capture data through a simple graphical user interface (GUI). </a:t>
            </a:r>
            <a:r>
              <a:rPr lang="en-US" sz="2000" dirty="0">
                <a:effectLst/>
                <a:latin typeface="Times New Roman"/>
                <a:ea typeface="Times New Roman" panose="02020603050405020304" pitchFamily="18" charset="0"/>
                <a:cs typeface="Times New Roman"/>
              </a:rPr>
              <a:t>Visual3D is primarily known for its ability to provide full visibility into biomechanical processes. It is often used in the analysis of motion capture data and is widely recognized for its accuracy and reliability. In addition, Visual3D has been extensively validated across a range of papers available on their website, making it a popular choice for researchers and clinicians. On the other hand, </a:t>
            </a:r>
            <a:r>
              <a:rPr lang="en-US" sz="2000" dirty="0" err="1">
                <a:effectLst/>
                <a:latin typeface="Times New Roman"/>
                <a:ea typeface="Times New Roman" panose="02020603050405020304" pitchFamily="18" charset="0"/>
                <a:cs typeface="Times New Roman"/>
              </a:rPr>
              <a:t>OpenSim</a:t>
            </a:r>
            <a:r>
              <a:rPr lang="en-US" sz="2000" dirty="0">
                <a:effectLst/>
                <a:latin typeface="Times New Roman"/>
                <a:ea typeface="Times New Roman" panose="02020603050405020304" pitchFamily="18" charset="0"/>
                <a:cs typeface="Times New Roman"/>
              </a:rPr>
              <a:t> is primarily known for its musculoskeletal simulation capability. It is a powerful software that allows researchers to simulate the mechanics of the musculoskeletal system, including the muscles, bones, and joints. </a:t>
            </a:r>
            <a:r>
              <a:rPr lang="en-US" sz="2000" dirty="0" err="1">
                <a:effectLst/>
                <a:latin typeface="Times New Roman"/>
                <a:ea typeface="Times New Roman" panose="02020603050405020304" pitchFamily="18" charset="0"/>
                <a:cs typeface="Times New Roman"/>
              </a:rPr>
              <a:t>OpenSim</a:t>
            </a:r>
            <a:r>
              <a:rPr lang="en-US" sz="2000" dirty="0">
                <a:effectLst/>
                <a:latin typeface="Times New Roman"/>
                <a:ea typeface="Times New Roman" panose="02020603050405020304" pitchFamily="18" charset="0"/>
                <a:cs typeface="Times New Roman"/>
              </a:rPr>
              <a:t> also provides visibility over the mathematical formulations, making it an ideal choice for researchers who want to understand the underlying mechanics of the simulations</a:t>
            </a:r>
            <a:endParaRPr lang="en-SG" dirty="0">
              <a:latin typeface="Times New Roman"/>
              <a:cs typeface="Times New Roman"/>
            </a:endParaRPr>
          </a:p>
        </p:txBody>
      </p:sp>
      <p:sp>
        <p:nvSpPr>
          <p:cNvPr id="4" name="Slide Number Placeholder 3"/>
          <p:cNvSpPr>
            <a:spLocks noGrp="1"/>
          </p:cNvSpPr>
          <p:nvPr>
            <p:ph type="sldNum" sz="quarter" idx="5"/>
          </p:nvPr>
        </p:nvSpPr>
        <p:spPr/>
        <p:txBody>
          <a:bodyPr/>
          <a:lstStyle/>
          <a:p>
            <a:fld id="{1698FB29-6622-408C-88E1-BF67923D440C}" type="slidenum">
              <a:rPr lang="en-SG" smtClean="0"/>
              <a:t>3</a:t>
            </a:fld>
            <a:endParaRPr lang="en-SG"/>
          </a:p>
        </p:txBody>
      </p:sp>
    </p:spTree>
    <p:extLst>
      <p:ext uri="{BB962C8B-B14F-4D97-AF65-F5344CB8AC3E}">
        <p14:creationId xmlns:p14="http://schemas.microsoft.com/office/powerpoint/2010/main" val="32958245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SG" dirty="0"/>
              <a:t>The key difference between </a:t>
            </a:r>
            <a:r>
              <a:rPr lang="en-SG" dirty="0" err="1"/>
              <a:t>OpenSim</a:t>
            </a:r>
            <a:r>
              <a:rPr lang="en-SG" dirty="0"/>
              <a:t> and Visual3D lies in their optimization approaches in kinematics computation and the pelvis body definition. </a:t>
            </a:r>
          </a:p>
          <a:p>
            <a:pPr marL="0" lvl="0" indent="0" algn="l" rtl="0">
              <a:spcBef>
                <a:spcPts val="0"/>
              </a:spcBef>
              <a:spcAft>
                <a:spcPts val="0"/>
              </a:spcAft>
              <a:buNone/>
            </a:pPr>
            <a:endParaRPr lang="en-SG" dirty="0"/>
          </a:p>
          <a:p>
            <a:pPr marL="0" marR="0" lvl="0" indent="0" algn="l" defTabSz="1492301" rtl="0" eaLnBrk="1" fontAlgn="auto" latinLnBrk="0" hangingPunct="1">
              <a:lnSpc>
                <a:spcPct val="100000"/>
              </a:lnSpc>
              <a:spcBef>
                <a:spcPts val="0"/>
              </a:spcBef>
              <a:spcAft>
                <a:spcPts val="0"/>
              </a:spcAft>
              <a:buClrTx/>
              <a:buSzTx/>
              <a:buFontTx/>
              <a:buNone/>
              <a:tabLst/>
              <a:defRPr/>
            </a:pPr>
            <a:r>
              <a:rPr lang="en-SG" sz="1600" b="0" i="0" dirty="0">
                <a:solidFill>
                  <a:srgbClr val="D1D5DB"/>
                </a:solidFill>
                <a:effectLst/>
                <a:latin typeface="Söhne"/>
              </a:rPr>
              <a:t>Visual3D employs segment optimization, giving each body segment six degrees of freedom (</a:t>
            </a:r>
            <a:r>
              <a:rPr lang="en-SG" sz="1600" b="0" i="0" dirty="0" err="1">
                <a:solidFill>
                  <a:srgbClr val="D1D5DB"/>
                </a:solidFill>
                <a:effectLst/>
                <a:latin typeface="Söhne"/>
              </a:rPr>
              <a:t>DoF</a:t>
            </a:r>
            <a:r>
              <a:rPr lang="en-SG" sz="1600" b="0" i="0" dirty="0">
                <a:solidFill>
                  <a:srgbClr val="D1D5DB"/>
                </a:solidFill>
                <a:effectLst/>
                <a:latin typeface="Söhne"/>
              </a:rPr>
              <a:t>) - three for rotation and three for translation. </a:t>
            </a:r>
            <a:r>
              <a:rPr lang="en-SG" sz="1600" b="0" i="0" dirty="0" err="1">
                <a:solidFill>
                  <a:srgbClr val="D1D5DB"/>
                </a:solidFill>
                <a:effectLst/>
                <a:latin typeface="Söhne"/>
              </a:rPr>
              <a:t>OpenSim</a:t>
            </a:r>
            <a:r>
              <a:rPr lang="en-SG" sz="1600" b="0" i="0" dirty="0">
                <a:solidFill>
                  <a:srgbClr val="D1D5DB"/>
                </a:solidFill>
                <a:effectLst/>
                <a:latin typeface="Söhne"/>
              </a:rPr>
              <a:t>, on the other hand, uses global optimization to minimize discrepancies between experimental and model markers while maintaining joint constraints. Although Visual3D allows for optional joint constraints, many comparative studies neglect this. Excessive constraints can result in lost movement information, especially in cases with marker shifts or gait impairments. For precision, our work with Visual3D doesn't apply these constraints. Additionally, while </a:t>
            </a:r>
            <a:r>
              <a:rPr lang="en-SG" sz="1600" b="0" i="0" dirty="0" err="1">
                <a:solidFill>
                  <a:srgbClr val="D1D5DB"/>
                </a:solidFill>
                <a:effectLst/>
                <a:latin typeface="Söhne"/>
              </a:rPr>
              <a:t>OpenSim</a:t>
            </a:r>
            <a:r>
              <a:rPr lang="en-SG" sz="1600" b="0" i="0" dirty="0">
                <a:solidFill>
                  <a:srgbClr val="D1D5DB"/>
                </a:solidFill>
                <a:effectLst/>
                <a:latin typeface="Söhne"/>
              </a:rPr>
              <a:t> treats the pelvis as one body, Visual3D divides it into left and right bodies.</a:t>
            </a:r>
            <a:endParaRPr lang="en-US" sz="1800" dirty="0">
              <a:effectLst/>
              <a:latin typeface="Times New Roman" panose="02020603050405020304" pitchFamily="18" charset="0"/>
              <a:cs typeface="Calibri"/>
            </a:endParaRPr>
          </a:p>
          <a:p>
            <a:pPr marL="0" lvl="0" indent="0" algn="l" rtl="0">
              <a:spcBef>
                <a:spcPts val="0"/>
              </a:spcBef>
              <a:spcAft>
                <a:spcPts val="0"/>
              </a:spcAft>
              <a:buNone/>
            </a:pPr>
            <a:endParaRPr lang="en-US" sz="1800" dirty="0">
              <a:effectLst/>
              <a:latin typeface="Times New Roman" panose="02020603050405020304" pitchFamily="18" charset="0"/>
              <a:cs typeface="Calibri"/>
            </a:endParaRPr>
          </a:p>
          <a:p>
            <a:pPr marL="0" lvl="0" indent="0" algn="l" rtl="0">
              <a:spcBef>
                <a:spcPts val="0"/>
              </a:spcBef>
              <a:spcAft>
                <a:spcPts val="0"/>
              </a:spcAft>
              <a:buNone/>
            </a:pPr>
            <a:r>
              <a:rPr lang="en-US" sz="1800" dirty="0">
                <a:effectLst/>
                <a:latin typeface="Times New Roman" panose="02020603050405020304" pitchFamily="18" charset="0"/>
                <a:cs typeface="Calibri"/>
              </a:rPr>
              <a:t>----------------------------------------------------------</a:t>
            </a:r>
          </a:p>
          <a:p>
            <a:pPr marL="0" lvl="0" indent="0" algn="l" rtl="0">
              <a:spcBef>
                <a:spcPts val="0"/>
              </a:spcBef>
              <a:spcAft>
                <a:spcPts val="0"/>
              </a:spcAft>
              <a:buNone/>
            </a:pPr>
            <a:r>
              <a:rPr lang="en-US" sz="1800" b="1" dirty="0">
                <a:effectLst/>
                <a:latin typeface="Times New Roman" panose="02020603050405020304" pitchFamily="18" charset="0"/>
                <a:cs typeface="Calibri"/>
              </a:rPr>
              <a:t>Detailed: </a:t>
            </a:r>
          </a:p>
          <a:p>
            <a:pPr marL="0" marR="0" lvl="0" indent="0" algn="l" defTabSz="1492301"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Times New Roman" panose="02020603050405020304" pitchFamily="18" charset="0"/>
              </a:rPr>
              <a:t>The key difference between </a:t>
            </a:r>
            <a:r>
              <a:rPr lang="en-US" sz="1800" dirty="0" err="1">
                <a:effectLst/>
                <a:latin typeface="Times New Roman" panose="02020603050405020304" pitchFamily="18" charset="0"/>
                <a:ea typeface="Times New Roman" panose="02020603050405020304" pitchFamily="18" charset="0"/>
              </a:rPr>
              <a:t>OpenSim</a:t>
            </a:r>
            <a:r>
              <a:rPr lang="en-US" sz="1800" dirty="0">
                <a:effectLst/>
                <a:latin typeface="Times New Roman" panose="02020603050405020304" pitchFamily="18" charset="0"/>
                <a:ea typeface="Times New Roman" panose="02020603050405020304" pitchFamily="18" charset="0"/>
              </a:rPr>
              <a:t> and Visual3D lies in their optimization approaches in kinematics computation.</a:t>
            </a:r>
          </a:p>
          <a:p>
            <a:pPr marL="0" marR="0" lvl="0" indent="0" algn="l" defTabSz="1492301" rtl="0" eaLnBrk="1" fontAlgn="auto" latinLnBrk="0" hangingPunct="1">
              <a:lnSpc>
                <a:spcPct val="100000"/>
              </a:lnSpc>
              <a:spcBef>
                <a:spcPts val="0"/>
              </a:spcBef>
              <a:spcAft>
                <a:spcPts val="0"/>
              </a:spcAft>
              <a:buClrTx/>
              <a:buSzTx/>
              <a:buFontTx/>
              <a:buNone/>
              <a:tabLst/>
              <a:defRPr/>
            </a:pPr>
            <a:endParaRPr lang="en-US" sz="1800" dirty="0">
              <a:effectLst/>
              <a:latin typeface="Times New Roman" panose="02020603050405020304" pitchFamily="18" charset="0"/>
              <a:ea typeface="Times New Roman" panose="02020603050405020304" pitchFamily="18" charset="0"/>
            </a:endParaRPr>
          </a:p>
          <a:p>
            <a:pPr marL="285750" marR="0" lvl="0" indent="-285750" algn="l" defTabSz="1492301" rtl="0" eaLnBrk="1" fontAlgn="auto" latinLnBrk="0" hangingPunct="1">
              <a:lnSpc>
                <a:spcPct val="100000"/>
              </a:lnSpc>
              <a:spcBef>
                <a:spcPts val="0"/>
              </a:spcBef>
              <a:spcAft>
                <a:spcPts val="0"/>
              </a:spcAft>
              <a:buClrTx/>
              <a:buSzTx/>
              <a:buFontTx/>
              <a:buChar char="-"/>
              <a:tabLst/>
              <a:defRPr/>
            </a:pPr>
            <a:r>
              <a:rPr lang="en-US" sz="1800" dirty="0">
                <a:effectLst/>
                <a:latin typeface="Times New Roman" panose="02020603050405020304" pitchFamily="18" charset="0"/>
                <a:ea typeface="Times New Roman" panose="02020603050405020304" pitchFamily="18" charset="0"/>
              </a:rPr>
              <a:t>Visual3D uses segment optimization, which computes the position and orientation of each individual body segment of a model. The segments are independent of each other with unconstrained joints where each joint has six degrees of freedom (</a:t>
            </a:r>
            <a:r>
              <a:rPr lang="en-US" sz="1800" dirty="0" err="1">
                <a:effectLst/>
                <a:latin typeface="Times New Roman" panose="02020603050405020304" pitchFamily="18" charset="0"/>
                <a:ea typeface="Times New Roman" panose="02020603050405020304" pitchFamily="18" charset="0"/>
              </a:rPr>
              <a:t>DoF</a:t>
            </a:r>
            <a:r>
              <a:rPr lang="en-US" sz="1800" dirty="0">
                <a:effectLst/>
                <a:latin typeface="Times New Roman" panose="02020603050405020304" pitchFamily="18" charset="0"/>
                <a:ea typeface="Times New Roman" panose="02020603050405020304" pitchFamily="18" charset="0"/>
              </a:rPr>
              <a:t>), three rotation </a:t>
            </a:r>
            <a:r>
              <a:rPr lang="en-US" sz="1800" dirty="0" err="1">
                <a:effectLst/>
                <a:latin typeface="Times New Roman" panose="02020603050405020304" pitchFamily="18" charset="0"/>
                <a:ea typeface="Times New Roman" panose="02020603050405020304" pitchFamily="18" charset="0"/>
              </a:rPr>
              <a:t>DoFs</a:t>
            </a:r>
            <a:r>
              <a:rPr lang="en-US" sz="1800" dirty="0">
                <a:effectLst/>
                <a:latin typeface="Times New Roman" panose="02020603050405020304" pitchFamily="18" charset="0"/>
                <a:ea typeface="Times New Roman" panose="02020603050405020304" pitchFamily="18" charset="0"/>
              </a:rPr>
              <a:t> and three translation </a:t>
            </a:r>
            <a:r>
              <a:rPr lang="en-US" sz="1800" dirty="0" err="1">
                <a:effectLst/>
                <a:latin typeface="Times New Roman" panose="02020603050405020304" pitchFamily="18" charset="0"/>
                <a:ea typeface="Times New Roman" panose="02020603050405020304" pitchFamily="18" charset="0"/>
              </a:rPr>
              <a:t>DoFs</a:t>
            </a:r>
            <a:r>
              <a:rPr lang="en-US" sz="1800" dirty="0">
                <a:effectLst/>
                <a:latin typeface="Times New Roman" panose="02020603050405020304" pitchFamily="18" charset="0"/>
                <a:ea typeface="Times New Roman" panose="02020603050405020304" pitchFamily="18" charset="0"/>
              </a:rPr>
              <a:t>. </a:t>
            </a:r>
          </a:p>
          <a:p>
            <a:pPr marL="285750" marR="0" lvl="0" indent="-285750" algn="l" defTabSz="1492301" rtl="0" eaLnBrk="1" fontAlgn="auto" latinLnBrk="0" hangingPunct="1">
              <a:lnSpc>
                <a:spcPct val="100000"/>
              </a:lnSpc>
              <a:spcBef>
                <a:spcPts val="0"/>
              </a:spcBef>
              <a:spcAft>
                <a:spcPts val="0"/>
              </a:spcAft>
              <a:buClrTx/>
              <a:buSzTx/>
              <a:buFontTx/>
              <a:buChar char="-"/>
              <a:tabLst/>
              <a:defRPr/>
            </a:pPr>
            <a:r>
              <a:rPr lang="en-US" sz="1800" dirty="0">
                <a:effectLst/>
                <a:latin typeface="Times New Roman" panose="02020603050405020304" pitchFamily="18" charset="0"/>
                <a:ea typeface="Times New Roman" panose="02020603050405020304" pitchFamily="18" charset="0"/>
              </a:rPr>
              <a:t>In contrast, </a:t>
            </a:r>
            <a:r>
              <a:rPr lang="en-US" sz="1800" dirty="0" err="1">
                <a:effectLst/>
                <a:latin typeface="Times New Roman" panose="02020603050405020304" pitchFamily="18" charset="0"/>
                <a:ea typeface="Times New Roman" panose="02020603050405020304" pitchFamily="18" charset="0"/>
              </a:rPr>
              <a:t>OpenSim</a:t>
            </a:r>
            <a:r>
              <a:rPr lang="en-US" sz="1800" dirty="0">
                <a:effectLst/>
                <a:latin typeface="Times New Roman" panose="02020603050405020304" pitchFamily="18" charset="0"/>
                <a:ea typeface="Times New Roman" panose="02020603050405020304" pitchFamily="18" charset="0"/>
              </a:rPr>
              <a:t> uses global optimization where each joint is constrained by anatomical linkage constraints according to the model of choice. </a:t>
            </a:r>
          </a:p>
          <a:p>
            <a:pPr marL="285750" marR="0" lvl="0" indent="-285750" algn="l" defTabSz="1492301" rtl="0" eaLnBrk="1" fontAlgn="auto" latinLnBrk="0" hangingPunct="1">
              <a:lnSpc>
                <a:spcPct val="100000"/>
              </a:lnSpc>
              <a:spcBef>
                <a:spcPts val="0"/>
              </a:spcBef>
              <a:spcAft>
                <a:spcPts val="0"/>
              </a:spcAft>
              <a:buClrTx/>
              <a:buSzTx/>
              <a:buFontTx/>
              <a:buChar char="-"/>
              <a:tabLst/>
              <a:defRPr/>
            </a:pPr>
            <a:r>
              <a:rPr lang="en-US" sz="1800" dirty="0">
                <a:effectLst/>
                <a:latin typeface="Times New Roman" panose="02020603050405020304" pitchFamily="18" charset="0"/>
                <a:ea typeface="Times New Roman" panose="02020603050405020304" pitchFamily="18" charset="0"/>
              </a:rPr>
              <a:t>However, it is critical to note that users have the option to apply constraints to individual joints in Visual3D. Existing comparative literature between </a:t>
            </a:r>
            <a:r>
              <a:rPr lang="en-US" sz="1800" dirty="0" err="1">
                <a:effectLst/>
                <a:latin typeface="Times New Roman" panose="02020603050405020304" pitchFamily="18" charset="0"/>
                <a:ea typeface="Times New Roman" panose="02020603050405020304" pitchFamily="18" charset="0"/>
              </a:rPr>
              <a:t>OpenSim</a:t>
            </a:r>
            <a:r>
              <a:rPr lang="en-US" sz="1800" dirty="0">
                <a:effectLst/>
                <a:latin typeface="Times New Roman" panose="02020603050405020304" pitchFamily="18" charset="0"/>
                <a:ea typeface="Times New Roman" panose="02020603050405020304" pitchFamily="18" charset="0"/>
              </a:rPr>
              <a:t> and Visual3D fails to mention this point and it can be inferred that these studies did not apply joint constraints in their kinematics calculations. </a:t>
            </a:r>
          </a:p>
          <a:p>
            <a:pPr marL="285750" marR="0" lvl="0" indent="-285750" algn="l" defTabSz="1492301" rtl="0" eaLnBrk="1" fontAlgn="auto" latinLnBrk="0" hangingPunct="1">
              <a:lnSpc>
                <a:spcPct val="100000"/>
              </a:lnSpc>
              <a:spcBef>
                <a:spcPts val="0"/>
              </a:spcBef>
              <a:spcAft>
                <a:spcPts val="0"/>
              </a:spcAft>
              <a:buClrTx/>
              <a:buSzTx/>
              <a:buFontTx/>
              <a:buChar char="-"/>
              <a:tabLst/>
              <a:defRPr/>
            </a:pPr>
            <a:r>
              <a:rPr lang="en-US" sz="1800" dirty="0">
                <a:effectLst/>
                <a:latin typeface="Times New Roman" panose="02020603050405020304" pitchFamily="18" charset="0"/>
                <a:ea typeface="Times New Roman" panose="02020603050405020304" pitchFamily="18" charset="0"/>
              </a:rPr>
              <a:t>This imposition of joint constraints largely depends on the context. Excessive constraints lead to loss of information of the constrained axis of movement. This is especially applicable in subjects where markers shift during the motion capture session or in gait-impaired individuals. In this work, the joints in Visual3D are not constrained to ensure the most precise tracking of markers. </a:t>
            </a:r>
          </a:p>
          <a:p>
            <a:pPr marL="285750" marR="0" lvl="0" indent="-285750" algn="l" defTabSz="1492301" rtl="0" eaLnBrk="1" fontAlgn="auto" latinLnBrk="0" hangingPunct="1">
              <a:lnSpc>
                <a:spcPct val="100000"/>
              </a:lnSpc>
              <a:spcBef>
                <a:spcPts val="0"/>
              </a:spcBef>
              <a:spcAft>
                <a:spcPts val="0"/>
              </a:spcAft>
              <a:buClrTx/>
              <a:buSzTx/>
              <a:buFontTx/>
              <a:buChar char="-"/>
              <a:tabLst/>
              <a:defRPr/>
            </a:pPr>
            <a:r>
              <a:rPr lang="en-US" sz="1800" dirty="0">
                <a:effectLst/>
                <a:latin typeface="Times New Roman" panose="02020603050405020304" pitchFamily="18" charset="0"/>
                <a:ea typeface="Times New Roman" panose="02020603050405020304" pitchFamily="18" charset="0"/>
              </a:rPr>
              <a:t>Another notable difference between </a:t>
            </a:r>
            <a:r>
              <a:rPr lang="en-US" sz="1800" dirty="0" err="1">
                <a:effectLst/>
                <a:latin typeface="Times New Roman" panose="02020603050405020304" pitchFamily="18" charset="0"/>
                <a:ea typeface="Times New Roman" panose="02020603050405020304" pitchFamily="18" charset="0"/>
              </a:rPr>
              <a:t>OpenSim</a:t>
            </a:r>
            <a:r>
              <a:rPr lang="en-US" sz="1800" dirty="0">
                <a:effectLst/>
                <a:latin typeface="Times New Roman" panose="02020603050405020304" pitchFamily="18" charset="0"/>
                <a:ea typeface="Times New Roman" panose="02020603050405020304" pitchFamily="18" charset="0"/>
              </a:rPr>
              <a:t> and Visual3D as highlighted is that the pelvis is defined as one body in our selected model in </a:t>
            </a:r>
            <a:r>
              <a:rPr lang="en-US" sz="1800" dirty="0" err="1">
                <a:effectLst/>
                <a:latin typeface="Times New Roman" panose="02020603050405020304" pitchFamily="18" charset="0"/>
                <a:ea typeface="Times New Roman" panose="02020603050405020304" pitchFamily="18" charset="0"/>
              </a:rPr>
              <a:t>OpenSim</a:t>
            </a:r>
            <a:r>
              <a:rPr lang="en-US" sz="1800" dirty="0">
                <a:effectLst/>
                <a:latin typeface="Times New Roman" panose="02020603050405020304" pitchFamily="18" charset="0"/>
                <a:ea typeface="Times New Roman" panose="02020603050405020304" pitchFamily="18" charset="0"/>
              </a:rPr>
              <a:t> as compared to two bodies, left and right pelvis, for Visual3D. </a:t>
            </a:r>
          </a:p>
          <a:p>
            <a:pPr marL="285750" marR="0" lvl="0" indent="-285750" algn="l" defTabSz="1492301" rtl="0" eaLnBrk="1" fontAlgn="auto" latinLnBrk="0" hangingPunct="1">
              <a:lnSpc>
                <a:spcPct val="100000"/>
              </a:lnSpc>
              <a:spcBef>
                <a:spcPts val="0"/>
              </a:spcBef>
              <a:spcAft>
                <a:spcPts val="0"/>
              </a:spcAft>
              <a:buClrTx/>
              <a:buSzTx/>
              <a:buFontTx/>
              <a:buChar char="-"/>
              <a:tabLst/>
              <a:defRPr/>
            </a:pPr>
            <a:r>
              <a:rPr lang="en-US" sz="1800" dirty="0">
                <a:effectLst/>
                <a:latin typeface="Times New Roman" panose="02020603050405020304" pitchFamily="18" charset="0"/>
                <a:ea typeface="Times New Roman" panose="02020603050405020304" pitchFamily="18" charset="0"/>
              </a:rPr>
              <a:t>Compared to existing literature, our study focuses more on how the different model definitions across </a:t>
            </a:r>
            <a:r>
              <a:rPr lang="en-US" sz="1800" dirty="0" err="1">
                <a:effectLst/>
                <a:latin typeface="Times New Roman" panose="02020603050405020304" pitchFamily="18" charset="0"/>
                <a:ea typeface="Times New Roman" panose="02020603050405020304" pitchFamily="18" charset="0"/>
              </a:rPr>
              <a:t>OpenSim</a:t>
            </a:r>
            <a:r>
              <a:rPr lang="en-US" sz="1800" dirty="0">
                <a:effectLst/>
                <a:latin typeface="Times New Roman" panose="02020603050405020304" pitchFamily="18" charset="0"/>
                <a:ea typeface="Times New Roman" panose="02020603050405020304" pitchFamily="18" charset="0"/>
              </a:rPr>
              <a:t> and Visual3D results in a difference in the kinematic and kinetic output of the two platforms.</a:t>
            </a:r>
            <a:endParaRPr lang="en-SG" sz="1800" dirty="0">
              <a:effectLst/>
              <a:latin typeface="Times New Roman" panose="02020603050405020304" pitchFamily="18" charset="0"/>
              <a:ea typeface="Times New Roman" panose="02020603050405020304" pitchFamily="18" charset="0"/>
            </a:endParaRPr>
          </a:p>
          <a:p>
            <a:pPr marL="0" lvl="0" indent="0" algn="l" rtl="0">
              <a:spcBef>
                <a:spcPts val="0"/>
              </a:spcBef>
              <a:spcAft>
                <a:spcPts val="0"/>
              </a:spcAft>
              <a:buNone/>
            </a:pPr>
            <a:endParaRPr lang="en-US" sz="1800" dirty="0">
              <a:effectLst/>
              <a:latin typeface="Times New Roman" panose="02020603050405020304" pitchFamily="18" charset="0"/>
              <a:cs typeface="Calibri"/>
            </a:endParaRPr>
          </a:p>
        </p:txBody>
      </p:sp>
      <p:sp>
        <p:nvSpPr>
          <p:cNvPr id="4" name="Slide Number Placeholder 3"/>
          <p:cNvSpPr>
            <a:spLocks noGrp="1"/>
          </p:cNvSpPr>
          <p:nvPr>
            <p:ph type="sldNum" sz="quarter" idx="5"/>
          </p:nvPr>
        </p:nvSpPr>
        <p:spPr/>
        <p:txBody>
          <a:bodyPr/>
          <a:lstStyle/>
          <a:p>
            <a:fld id="{1698FB29-6622-408C-88E1-BF67923D440C}" type="slidenum">
              <a:rPr lang="en-SG" smtClean="0"/>
              <a:t>4</a:t>
            </a:fld>
            <a:endParaRPr lang="en-SG"/>
          </a:p>
        </p:txBody>
      </p:sp>
    </p:spTree>
    <p:extLst>
      <p:ext uri="{BB962C8B-B14F-4D97-AF65-F5344CB8AC3E}">
        <p14:creationId xmlns:p14="http://schemas.microsoft.com/office/powerpoint/2010/main" val="41444507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800" dirty="0">
                <a:effectLst/>
                <a:latin typeface="Times New Roman"/>
                <a:cs typeface="Times New Roman"/>
              </a:rPr>
              <a:t>Given the optimization and modelling differences, we need to understand how this affects the kinematic and kinetic output </a:t>
            </a:r>
            <a:r>
              <a:rPr lang="en-US" sz="1800" dirty="0">
                <a:latin typeface="Times New Roman"/>
                <a:cs typeface="Times New Roman"/>
              </a:rPr>
              <a:t>to ensure that users of each software make an informed decision when deciding between the two</a:t>
            </a:r>
            <a:r>
              <a:rPr lang="en-SG" sz="1800" dirty="0">
                <a:effectLst/>
                <a:latin typeface="+mn-lt"/>
                <a:ea typeface="+mn-ea"/>
                <a:cs typeface="Calibri"/>
              </a:rPr>
              <a:t>. As such, for this study, we</a:t>
            </a:r>
            <a:r>
              <a:rPr lang="en-US" sz="1800" dirty="0">
                <a:effectLst/>
                <a:latin typeface="Times New Roman"/>
                <a:cs typeface="Times New Roman"/>
              </a:rPr>
              <a:t> use the </a:t>
            </a:r>
            <a:r>
              <a:rPr lang="en-US" sz="1800" dirty="0">
                <a:effectLst/>
                <a:latin typeface="Times New Roman"/>
                <a:ea typeface="Times New Roman" panose="02020603050405020304" pitchFamily="18" charset="0"/>
                <a:cs typeface="Times New Roman"/>
              </a:rPr>
              <a:t>open-source motion capture data from Rehabilitation Research Institute of Singapore (RRIS). We utilize only the walking tasks in the motion capture data. The motion capture data from RRIS were recorded at 200Hz using a mixture of Qualisys </a:t>
            </a:r>
            <a:r>
              <a:rPr lang="en-US" sz="1800" dirty="0" err="1">
                <a:effectLst/>
                <a:latin typeface="Times New Roman"/>
                <a:ea typeface="Times New Roman" panose="02020603050405020304" pitchFamily="18" charset="0"/>
                <a:cs typeface="Times New Roman"/>
              </a:rPr>
              <a:t>Aqus</a:t>
            </a:r>
            <a:r>
              <a:rPr lang="en-US" sz="1800" dirty="0">
                <a:effectLst/>
                <a:latin typeface="Times New Roman"/>
                <a:ea typeface="Times New Roman" panose="02020603050405020304" pitchFamily="18" charset="0"/>
                <a:cs typeface="Times New Roman"/>
              </a:rPr>
              <a:t> and </a:t>
            </a:r>
            <a:r>
              <a:rPr lang="en-US" sz="1800" dirty="0" err="1">
                <a:effectLst/>
                <a:latin typeface="Times New Roman"/>
                <a:ea typeface="Times New Roman" panose="02020603050405020304" pitchFamily="18" charset="0"/>
                <a:cs typeface="Times New Roman"/>
              </a:rPr>
              <a:t>Miqus</a:t>
            </a:r>
            <a:r>
              <a:rPr lang="en-US" sz="1800" dirty="0">
                <a:effectLst/>
                <a:latin typeface="Times New Roman"/>
                <a:ea typeface="Times New Roman" panose="02020603050405020304" pitchFamily="18" charset="0"/>
                <a:cs typeface="Times New Roman"/>
              </a:rPr>
              <a:t> three-dimensional infrared motion capture system (Qualisys AB, Sweden). Marker position follows a modified Calibrated anatomical systems technique as recommended by the Qualisys system</a:t>
            </a:r>
            <a:endParaRPr lang="en-SG" sz="1800" dirty="0">
              <a:effectLst/>
              <a:latin typeface="Times New Roman"/>
              <a:ea typeface="Times New Roman" panose="02020603050405020304" pitchFamily="18" charset="0"/>
              <a:cs typeface="Times New Roman"/>
            </a:endParaRPr>
          </a:p>
        </p:txBody>
      </p:sp>
      <p:sp>
        <p:nvSpPr>
          <p:cNvPr id="4" name="Slide Number Placeholder 3"/>
          <p:cNvSpPr>
            <a:spLocks noGrp="1"/>
          </p:cNvSpPr>
          <p:nvPr>
            <p:ph type="sldNum" sz="quarter" idx="5"/>
          </p:nvPr>
        </p:nvSpPr>
        <p:spPr/>
        <p:txBody>
          <a:bodyPr/>
          <a:lstStyle/>
          <a:p>
            <a:fld id="{1698FB29-6622-408C-88E1-BF67923D440C}" type="slidenum">
              <a:rPr lang="en-SG" smtClean="0"/>
              <a:t>5</a:t>
            </a:fld>
            <a:endParaRPr lang="en-SG"/>
          </a:p>
        </p:txBody>
      </p:sp>
    </p:spTree>
    <p:extLst>
      <p:ext uri="{BB962C8B-B14F-4D97-AF65-F5344CB8AC3E}">
        <p14:creationId xmlns:p14="http://schemas.microsoft.com/office/powerpoint/2010/main" val="28976362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492301" rtl="0" eaLnBrk="1" fontAlgn="auto" latinLnBrk="0" hangingPunct="1">
              <a:lnSpc>
                <a:spcPct val="100000"/>
              </a:lnSpc>
              <a:spcBef>
                <a:spcPts val="0"/>
              </a:spcBef>
              <a:spcAft>
                <a:spcPts val="0"/>
              </a:spcAft>
              <a:buClrTx/>
              <a:buSzTx/>
              <a:buFontTx/>
              <a:buNone/>
              <a:tabLst/>
              <a:defRPr/>
            </a:pPr>
            <a:r>
              <a:rPr lang="en-SG" sz="2000" kern="0" dirty="0">
                <a:solidFill>
                  <a:srgbClr val="191919"/>
                </a:solidFill>
                <a:latin typeface="Catamaran" panose="020B0604020202020204" charset="0"/>
                <a:sym typeface="Wingdings" panose="05000000000000000000" pitchFamily="2" charset="2"/>
              </a:rPr>
              <a:t>This is a simplified overview of a typical workflow in Visual3D. We use the six degree of freedom biomechanics model following the joint coordinate recommendation from the International Society of Biomechanics (ISB). We followed the standard Visual3D workflow of </a:t>
            </a:r>
            <a:r>
              <a:rPr lang="en-US" sz="1800" dirty="0">
                <a:effectLst/>
                <a:latin typeface="Times New Roman" panose="02020603050405020304" pitchFamily="18" charset="0"/>
                <a:ea typeface="Times New Roman" panose="02020603050405020304" pitchFamily="18" charset="0"/>
              </a:rPr>
              <a:t>defining proximal and distal joint of each segment. No inverse kinematic (IK) constrain was used. In short, w</a:t>
            </a:r>
            <a:r>
              <a:rPr lang="en-SG" sz="2000" kern="0" dirty="0" err="1">
                <a:solidFill>
                  <a:srgbClr val="191919"/>
                </a:solidFill>
                <a:latin typeface="Catamaran" panose="020B0604020202020204" charset="0"/>
                <a:sym typeface="Wingdings" panose="05000000000000000000" pitchFamily="2" charset="2"/>
              </a:rPr>
              <a:t>ith</a:t>
            </a:r>
            <a:r>
              <a:rPr lang="en-SG" sz="2000" kern="0" dirty="0">
                <a:solidFill>
                  <a:srgbClr val="191919"/>
                </a:solidFill>
                <a:latin typeface="Catamaran" panose="020B0604020202020204" charset="0"/>
                <a:sym typeface="Wingdings" panose="05000000000000000000" pitchFamily="2" charset="2"/>
              </a:rPr>
              <a:t> the static c3d file, the user can select to apply a model template to obtain a scaled model. The user can then choose to apply the motion and force information from the dynamic c3d file to obtain the respective motion and forces at different joints. The user can also generate multiple gait graphs with this information. </a:t>
            </a:r>
          </a:p>
          <a:p>
            <a:endParaRPr lang="en-SG" dirty="0">
              <a:cs typeface="Calibri"/>
            </a:endParaRPr>
          </a:p>
        </p:txBody>
      </p:sp>
      <p:sp>
        <p:nvSpPr>
          <p:cNvPr id="4" name="Slide Number Placeholder 3"/>
          <p:cNvSpPr>
            <a:spLocks noGrp="1"/>
          </p:cNvSpPr>
          <p:nvPr>
            <p:ph type="sldNum" sz="quarter" idx="5"/>
          </p:nvPr>
        </p:nvSpPr>
        <p:spPr/>
        <p:txBody>
          <a:bodyPr/>
          <a:lstStyle/>
          <a:p>
            <a:fld id="{1698FB29-6622-408C-88E1-BF67923D440C}" type="slidenum">
              <a:rPr lang="en-SG" smtClean="0"/>
              <a:t>6</a:t>
            </a:fld>
            <a:endParaRPr lang="en-SG"/>
          </a:p>
        </p:txBody>
      </p:sp>
    </p:spTree>
    <p:extLst>
      <p:ext uri="{BB962C8B-B14F-4D97-AF65-F5344CB8AC3E}">
        <p14:creationId xmlns:p14="http://schemas.microsoft.com/office/powerpoint/2010/main" val="40201453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b="0" i="0" u="none" strike="noStrike">
                <a:solidFill>
                  <a:srgbClr val="000000"/>
                </a:solidFill>
                <a:effectLst/>
                <a:latin typeface="Calibri" panose="020F0502020204030204" pitchFamily="34" charset="0"/>
              </a:rPr>
              <a:t>This </a:t>
            </a:r>
            <a:r>
              <a:rPr lang="en-US" sz="2000" b="0" i="0" u="none" strike="noStrike" dirty="0">
                <a:solidFill>
                  <a:srgbClr val="000000"/>
                </a:solidFill>
                <a:effectLst/>
                <a:latin typeface="Calibri" panose="020F0502020204030204" pitchFamily="34" charset="0"/>
              </a:rPr>
              <a:t>is an overview of the </a:t>
            </a:r>
            <a:r>
              <a:rPr lang="en-US" sz="2000" b="0" i="0" u="none" strike="noStrike" dirty="0" err="1">
                <a:solidFill>
                  <a:srgbClr val="000000"/>
                </a:solidFill>
                <a:effectLst/>
                <a:latin typeface="Calibri" panose="020F0502020204030204" pitchFamily="34" charset="0"/>
              </a:rPr>
              <a:t>OpenSim</a:t>
            </a:r>
            <a:r>
              <a:rPr lang="en-US" sz="2000" b="0" i="0" u="none" strike="noStrike" dirty="0">
                <a:solidFill>
                  <a:srgbClr val="000000"/>
                </a:solidFill>
                <a:effectLst/>
                <a:latin typeface="Calibri" panose="020F0502020204030204" pitchFamily="34" charset="0"/>
              </a:rPr>
              <a:t> process. </a:t>
            </a:r>
            <a:r>
              <a:rPr lang="en-SG" b="0" i="0" dirty="0">
                <a:solidFill>
                  <a:srgbClr val="D1D5DB"/>
                </a:solidFill>
                <a:effectLst/>
                <a:latin typeface="Söhne"/>
              </a:rPr>
              <a:t>For each participant, motion capture data in the C3D format is first transformed to be </a:t>
            </a:r>
            <a:r>
              <a:rPr lang="en-SG" b="0" i="0" dirty="0" err="1">
                <a:solidFill>
                  <a:srgbClr val="D1D5DB"/>
                </a:solidFill>
                <a:effectLst/>
                <a:latin typeface="Söhne"/>
              </a:rPr>
              <a:t>OpenSim</a:t>
            </a:r>
            <a:r>
              <a:rPr lang="en-SG" b="0" i="0" dirty="0">
                <a:solidFill>
                  <a:srgbClr val="D1D5DB"/>
                </a:solidFill>
                <a:effectLst/>
                <a:latin typeface="Söhne"/>
              </a:rPr>
              <a:t>-compatible. Using the static trial's marker trajectory and the participant’s weight, a scaled </a:t>
            </a:r>
            <a:r>
              <a:rPr lang="en-SG" b="0" i="0" dirty="0" err="1">
                <a:solidFill>
                  <a:srgbClr val="D1D5DB"/>
                </a:solidFill>
                <a:effectLst/>
                <a:latin typeface="Söhne"/>
              </a:rPr>
              <a:t>OpenSim</a:t>
            </a:r>
            <a:r>
              <a:rPr lang="en-SG" b="0" i="0" dirty="0">
                <a:solidFill>
                  <a:srgbClr val="D1D5DB"/>
                </a:solidFill>
                <a:effectLst/>
                <a:latin typeface="Söhne"/>
              </a:rPr>
              <a:t> model is generated. This model, combined with dynamic trial marker trajectories, is utilized in inverse kinematics to deduce joint angles matching each dynamic trial. Subsequently, ground reaction forces from the dynamic trials and results from inverse kinematics are used in inverse dynamics to produce the associated joint forces and torques.</a:t>
            </a:r>
            <a:endParaRPr lang="en-GB" dirty="0"/>
          </a:p>
        </p:txBody>
      </p:sp>
      <p:sp>
        <p:nvSpPr>
          <p:cNvPr id="4" name="Slide Number Placeholder 3"/>
          <p:cNvSpPr>
            <a:spLocks noGrp="1"/>
          </p:cNvSpPr>
          <p:nvPr>
            <p:ph type="sldNum" sz="quarter" idx="5"/>
          </p:nvPr>
        </p:nvSpPr>
        <p:spPr/>
        <p:txBody>
          <a:bodyPr/>
          <a:lstStyle/>
          <a:p>
            <a:fld id="{1698FB29-6622-408C-88E1-BF67923D440C}" type="slidenum">
              <a:rPr lang="en-SG" smtClean="0"/>
              <a:t>7</a:t>
            </a:fld>
            <a:endParaRPr lang="en-SG"/>
          </a:p>
        </p:txBody>
      </p:sp>
    </p:spTree>
    <p:extLst>
      <p:ext uri="{BB962C8B-B14F-4D97-AF65-F5344CB8AC3E}">
        <p14:creationId xmlns:p14="http://schemas.microsoft.com/office/powerpoint/2010/main" val="38903425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1492301" rtl="0" eaLnBrk="1" fontAlgn="auto" latinLnBrk="0" hangingPunct="1">
              <a:lnSpc>
                <a:spcPct val="100000"/>
              </a:lnSpc>
              <a:spcBef>
                <a:spcPts val="0"/>
              </a:spcBef>
              <a:spcAft>
                <a:spcPts val="400"/>
              </a:spcAft>
              <a:buClrTx/>
              <a:buSzTx/>
              <a:buFontTx/>
              <a:buNone/>
              <a:tabLst/>
              <a:defRPr/>
            </a:pPr>
            <a:r>
              <a:rPr lang="en-US" sz="1800" dirty="0">
                <a:effectLst/>
                <a:latin typeface="Times New Roman" panose="02020603050405020304" pitchFamily="18" charset="0"/>
                <a:ea typeface="Times New Roman" panose="02020603050405020304" pitchFamily="18" charset="0"/>
              </a:rPr>
              <a:t>For gait analysis of straight walking, we plot the various results against percentage of the subject’s gait cycle as per gait analysis convention.</a:t>
            </a:r>
          </a:p>
          <a:p>
            <a:pPr marL="0" marR="0" lvl="0" indent="0" algn="just" defTabSz="1492301" rtl="0" eaLnBrk="1" fontAlgn="auto" latinLnBrk="0" hangingPunct="1">
              <a:lnSpc>
                <a:spcPct val="100000"/>
              </a:lnSpc>
              <a:spcBef>
                <a:spcPts val="0"/>
              </a:spcBef>
              <a:spcAft>
                <a:spcPts val="400"/>
              </a:spcAft>
              <a:buClrTx/>
              <a:buSzTx/>
              <a:buFontTx/>
              <a:buNone/>
              <a:tabLst/>
              <a:defRPr/>
            </a:pPr>
            <a:endParaRPr lang="en-US" sz="1800" dirty="0">
              <a:effectLst/>
              <a:latin typeface="Times New Roman" panose="02020603050405020304" pitchFamily="18" charset="0"/>
              <a:ea typeface="Times New Roman" panose="02020603050405020304" pitchFamily="18" charset="0"/>
            </a:endParaRPr>
          </a:p>
          <a:p>
            <a:pPr marL="0" marR="0" lvl="0" indent="0" algn="just" defTabSz="1492301" rtl="0" eaLnBrk="1" fontAlgn="auto" latinLnBrk="0" hangingPunct="1">
              <a:lnSpc>
                <a:spcPct val="100000"/>
              </a:lnSpc>
              <a:spcBef>
                <a:spcPts val="0"/>
              </a:spcBef>
              <a:spcAft>
                <a:spcPts val="400"/>
              </a:spcAft>
              <a:buClrTx/>
              <a:buSzTx/>
              <a:buFontTx/>
              <a:buNone/>
              <a:tabLst/>
              <a:defRPr/>
            </a:pPr>
            <a:r>
              <a:rPr lang="en-SG" sz="1600" b="0" i="0" dirty="0">
                <a:solidFill>
                  <a:srgbClr val="D1D5DB"/>
                </a:solidFill>
                <a:effectLst/>
                <a:latin typeface="Söhne"/>
              </a:rPr>
              <a:t>The kinematic results of </a:t>
            </a:r>
            <a:r>
              <a:rPr lang="en-SG" sz="1600" b="0" i="0" dirty="0" err="1">
                <a:solidFill>
                  <a:srgbClr val="D1D5DB"/>
                </a:solidFill>
                <a:effectLst/>
                <a:latin typeface="Söhne"/>
              </a:rPr>
              <a:t>OpenSim</a:t>
            </a:r>
            <a:r>
              <a:rPr lang="en-SG" sz="1600" b="0" i="0" dirty="0">
                <a:solidFill>
                  <a:srgbClr val="D1D5DB"/>
                </a:solidFill>
                <a:effectLst/>
                <a:latin typeface="Söhne"/>
              </a:rPr>
              <a:t> and Visual3D, while similar in shape, differ in value ranges during specific periods. As depicted in the Figure, which presents the average and standard deviation of kinematics from nine subjects, pelvis rotation is closely matched. However, significant disparities are evident in pelvis tilt and obliquity values. Visual3D records roughly 10 degrees more hip flexion than </a:t>
            </a:r>
            <a:r>
              <a:rPr lang="en-SG" sz="1600" b="0" i="0" dirty="0" err="1">
                <a:solidFill>
                  <a:srgbClr val="D1D5DB"/>
                </a:solidFill>
                <a:effectLst/>
                <a:latin typeface="Söhne"/>
              </a:rPr>
              <a:t>OpenSim</a:t>
            </a:r>
            <a:r>
              <a:rPr lang="en-SG" sz="1600" b="0" i="0" dirty="0">
                <a:solidFill>
                  <a:srgbClr val="D1D5DB"/>
                </a:solidFill>
                <a:effectLst/>
                <a:latin typeface="Söhne"/>
              </a:rPr>
              <a:t>, consistent with previous studies. While hip adduction shapes in both platforms align, Visual3D's range is more constrained than </a:t>
            </a:r>
            <a:r>
              <a:rPr lang="en-SG" sz="1600" b="0" i="0" dirty="0" err="1">
                <a:solidFill>
                  <a:srgbClr val="D1D5DB"/>
                </a:solidFill>
                <a:effectLst/>
                <a:latin typeface="Söhne"/>
              </a:rPr>
              <a:t>OpenSim's</a:t>
            </a:r>
            <a:r>
              <a:rPr lang="en-SG" sz="1600" b="0" i="0" dirty="0">
                <a:solidFill>
                  <a:srgbClr val="D1D5DB"/>
                </a:solidFill>
                <a:effectLst/>
                <a:latin typeface="Söhne"/>
              </a:rPr>
              <a:t>. Hip rotation patterns resemble each other but with a noticeable phase shift. Broadly, sagittal plane angles like hip flexion, knee flexion, and ankle dorsiflexion across both tools are notably more aligned than those in other planes.</a:t>
            </a:r>
            <a:endParaRPr lang="en-SG" sz="18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98FB29-6622-408C-88E1-BF67923D440C}" type="slidenum">
              <a:rPr lang="en-SG" smtClean="0"/>
              <a:t>8</a:t>
            </a:fld>
            <a:endParaRPr lang="en-SG"/>
          </a:p>
        </p:txBody>
      </p:sp>
    </p:spTree>
    <p:extLst>
      <p:ext uri="{BB962C8B-B14F-4D97-AF65-F5344CB8AC3E}">
        <p14:creationId xmlns:p14="http://schemas.microsoft.com/office/powerpoint/2010/main" val="12267046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1492301" rtl="0" eaLnBrk="1" fontAlgn="auto" latinLnBrk="0" hangingPunct="1">
              <a:lnSpc>
                <a:spcPct val="100000"/>
              </a:lnSpc>
              <a:spcBef>
                <a:spcPts val="0"/>
              </a:spcBef>
              <a:spcAft>
                <a:spcPts val="400"/>
              </a:spcAft>
              <a:buClrTx/>
              <a:buSzTx/>
              <a:buFontTx/>
              <a:buNone/>
              <a:tabLst/>
              <a:defRPr/>
            </a:pPr>
            <a:r>
              <a:rPr lang="en-SG" sz="1600" b="0" i="0" dirty="0">
                <a:solidFill>
                  <a:srgbClr val="D1D5DB"/>
                </a:solidFill>
                <a:effectLst/>
                <a:latin typeface="Söhne"/>
              </a:rPr>
              <a:t>In our analysis, lower limb joint kinetics—specifically normalized moments at the hip, knee, and ankle—are plotted against the gait cycle percentage. While </a:t>
            </a:r>
            <a:r>
              <a:rPr lang="en-SG" sz="1600" b="0" i="0" dirty="0" err="1">
                <a:solidFill>
                  <a:srgbClr val="D1D5DB"/>
                </a:solidFill>
                <a:effectLst/>
                <a:latin typeface="Söhne"/>
              </a:rPr>
              <a:t>OpenSim</a:t>
            </a:r>
            <a:r>
              <a:rPr lang="en-SG" sz="1600" b="0" i="0" dirty="0">
                <a:solidFill>
                  <a:srgbClr val="D1D5DB"/>
                </a:solidFill>
                <a:effectLst/>
                <a:latin typeface="Söhne"/>
              </a:rPr>
              <a:t> and Visual3D kinetic results appear similar at first glance, discrepancies emerge in peak moments' timings and magnitudes. Given that both platforms model humans as rigid body dynamic systems, differences likely stem from varied kinematic outcomes. Specifically, the kinetics graphs' most notable variations align with significant value range disparities in the kinematic graphs. A marked distinction is also observed in the ankle evertor moment during the initial 30% of the gait cycle, with Visual3D registering a considerably lower moment than </a:t>
            </a:r>
            <a:r>
              <a:rPr lang="en-SG" sz="1600" b="0" i="0" dirty="0" err="1">
                <a:solidFill>
                  <a:srgbClr val="D1D5DB"/>
                </a:solidFill>
                <a:effectLst/>
                <a:latin typeface="Söhne"/>
              </a:rPr>
              <a:t>OpenSim</a:t>
            </a:r>
            <a:r>
              <a:rPr lang="en-SG" sz="1600" b="0" i="0" dirty="0">
                <a:solidFill>
                  <a:srgbClr val="D1D5DB"/>
                </a:solidFill>
                <a:effectLst/>
                <a:latin typeface="Söhne"/>
              </a:rPr>
              <a:t>.</a:t>
            </a:r>
            <a:endParaRPr lang="en-SG" sz="1800" dirty="0">
              <a:effectLst/>
              <a:latin typeface="Times New Roman" panose="02020603050405020304" pitchFamily="18" charset="0"/>
              <a:ea typeface="Times New Roman" panose="02020603050405020304" pitchFamily="18" charset="0"/>
            </a:endParaRPr>
          </a:p>
          <a:p>
            <a:pPr algn="just">
              <a:spcAft>
                <a:spcPts val="400"/>
              </a:spcAft>
            </a:pPr>
            <a:endParaRPr lang="en-SG" sz="1800" dirty="0">
              <a:effectLst/>
              <a:latin typeface="Times New Roman" panose="02020603050405020304" pitchFamily="18" charset="0"/>
              <a:ea typeface="Times New Roman" panose="02020603050405020304" pitchFamily="18" charset="0"/>
            </a:endParaRPr>
          </a:p>
          <a:p>
            <a:pPr algn="just">
              <a:spcAft>
                <a:spcPts val="400"/>
              </a:spcAft>
            </a:pPr>
            <a:endParaRPr lang="en-SG" sz="1800" dirty="0">
              <a:effectLst/>
              <a:latin typeface="Times New Roman" panose="02020603050405020304" pitchFamily="18" charset="0"/>
              <a:ea typeface="Times New Roman" panose="02020603050405020304" pitchFamily="18" charset="0"/>
            </a:endParaRPr>
          </a:p>
          <a:p>
            <a:pPr algn="just">
              <a:spcAft>
                <a:spcPts val="400"/>
              </a:spcAft>
            </a:pPr>
            <a:r>
              <a:rPr lang="en-SG" sz="1800" dirty="0">
                <a:effectLst/>
                <a:latin typeface="Times New Roman" panose="02020603050405020304" pitchFamily="18" charset="0"/>
                <a:ea typeface="Times New Roman" panose="02020603050405020304" pitchFamily="18" charset="0"/>
              </a:rPr>
              <a:t>--------------------------------</a:t>
            </a:r>
          </a:p>
          <a:p>
            <a:pPr marL="0" marR="0" lvl="0" indent="0" algn="just" defTabSz="1492301" rtl="0" eaLnBrk="1" fontAlgn="auto" latinLnBrk="0" hangingPunct="1">
              <a:lnSpc>
                <a:spcPct val="100000"/>
              </a:lnSpc>
              <a:spcBef>
                <a:spcPts val="0"/>
              </a:spcBef>
              <a:spcAft>
                <a:spcPts val="400"/>
              </a:spcAft>
              <a:buClrTx/>
              <a:buSzTx/>
              <a:buFontTx/>
              <a:buNone/>
              <a:tabLst/>
              <a:defRPr/>
            </a:pPr>
            <a:r>
              <a:rPr lang="en-US" sz="1800" dirty="0">
                <a:effectLst/>
                <a:latin typeface="Times New Roman" panose="02020603050405020304" pitchFamily="18" charset="0"/>
                <a:ea typeface="Times New Roman" panose="02020603050405020304" pitchFamily="18" charset="0"/>
              </a:rPr>
              <a:t>Detailed</a:t>
            </a:r>
          </a:p>
          <a:p>
            <a:pPr marL="0" marR="0" lvl="0" indent="0" algn="just" defTabSz="1492301" rtl="0" eaLnBrk="1" fontAlgn="auto" latinLnBrk="0" hangingPunct="1">
              <a:lnSpc>
                <a:spcPct val="100000"/>
              </a:lnSpc>
              <a:spcBef>
                <a:spcPts val="0"/>
              </a:spcBef>
              <a:spcAft>
                <a:spcPts val="400"/>
              </a:spcAft>
              <a:buClrTx/>
              <a:buSzTx/>
              <a:buFontTx/>
              <a:buNone/>
              <a:tabLst/>
              <a:defRPr/>
            </a:pPr>
            <a:r>
              <a:rPr lang="en-US" sz="1800" dirty="0">
                <a:effectLst/>
                <a:latin typeface="Times New Roman" panose="02020603050405020304" pitchFamily="18" charset="0"/>
                <a:ea typeface="Times New Roman" panose="02020603050405020304" pitchFamily="18" charset="0"/>
              </a:rPr>
              <a:t>As for lower limb joint kinetics, normalized joint moments at the hip, knee and ankle joints were plotted against the percentage of gait cycle in the Figure. The kinetics results of both </a:t>
            </a:r>
            <a:r>
              <a:rPr lang="en-US" sz="1800" dirty="0" err="1">
                <a:effectLst/>
                <a:latin typeface="Times New Roman" panose="02020603050405020304" pitchFamily="18" charset="0"/>
                <a:ea typeface="Times New Roman" panose="02020603050405020304" pitchFamily="18" charset="0"/>
              </a:rPr>
              <a:t>OpenSim</a:t>
            </a:r>
            <a:r>
              <a:rPr lang="en-US" sz="1800" dirty="0">
                <a:effectLst/>
                <a:latin typeface="Times New Roman" panose="02020603050405020304" pitchFamily="18" charset="0"/>
                <a:ea typeface="Times New Roman" panose="02020603050405020304" pitchFamily="18" charset="0"/>
              </a:rPr>
              <a:t> and Visual3D are visually similar but closer inspection reveals differences in the peaks of certain moments at different times and magnitudes. Both Visual3D and </a:t>
            </a:r>
            <a:r>
              <a:rPr lang="en-US" sz="1800" dirty="0" err="1">
                <a:effectLst/>
                <a:latin typeface="Times New Roman" panose="02020603050405020304" pitchFamily="18" charset="0"/>
                <a:ea typeface="Times New Roman" panose="02020603050405020304" pitchFamily="18" charset="0"/>
              </a:rPr>
              <a:t>OpenSim</a:t>
            </a:r>
            <a:r>
              <a:rPr lang="en-US" sz="1800" dirty="0">
                <a:effectLst/>
                <a:latin typeface="Times New Roman" panose="02020603050405020304" pitchFamily="18" charset="0"/>
                <a:ea typeface="Times New Roman" panose="02020603050405020304" pitchFamily="18" charset="0"/>
              </a:rPr>
              <a:t> human models are rigid body dynamic systems and relate the motion of the system to forces and torques acting on its rigid components. The difference in results is likely due to the differences that propagated from the different kinematic results, as most of the timeframe of the kinetics graphs with more significant difference between the </a:t>
            </a:r>
            <a:r>
              <a:rPr lang="en-US" sz="1800" dirty="0" err="1">
                <a:effectLst/>
                <a:latin typeface="Times New Roman" panose="02020603050405020304" pitchFamily="18" charset="0"/>
                <a:ea typeface="Times New Roman" panose="02020603050405020304" pitchFamily="18" charset="0"/>
              </a:rPr>
              <a:t>OpenSim</a:t>
            </a:r>
            <a:r>
              <a:rPr lang="en-US" sz="1800" dirty="0">
                <a:effectLst/>
                <a:latin typeface="Times New Roman" panose="02020603050405020304" pitchFamily="18" charset="0"/>
                <a:ea typeface="Times New Roman" panose="02020603050405020304" pitchFamily="18" charset="0"/>
              </a:rPr>
              <a:t> and Visual3D results corresponds to the timeframe of the kinematic graphs with significant differences of value ranges. Additionally, we observe that the ankle evertor moment of </a:t>
            </a:r>
            <a:r>
              <a:rPr lang="en-US" sz="1800" dirty="0" err="1">
                <a:effectLst/>
                <a:latin typeface="Times New Roman" panose="02020603050405020304" pitchFamily="18" charset="0"/>
                <a:ea typeface="Times New Roman" panose="02020603050405020304" pitchFamily="18" charset="0"/>
              </a:rPr>
              <a:t>OpenSim</a:t>
            </a:r>
            <a:r>
              <a:rPr lang="en-US" sz="1800" dirty="0">
                <a:effectLst/>
                <a:latin typeface="Times New Roman" panose="02020603050405020304" pitchFamily="18" charset="0"/>
                <a:ea typeface="Times New Roman" panose="02020603050405020304" pitchFamily="18" charset="0"/>
              </a:rPr>
              <a:t> and Visual3D are both visually different at the initial 30% of the gait cycle with Visual3D posting a much lower moment than </a:t>
            </a:r>
            <a:r>
              <a:rPr lang="en-US" sz="1800" dirty="0" err="1">
                <a:effectLst/>
                <a:latin typeface="Times New Roman" panose="02020603050405020304" pitchFamily="18" charset="0"/>
                <a:ea typeface="Times New Roman" panose="02020603050405020304" pitchFamily="18" charset="0"/>
              </a:rPr>
              <a:t>OpenSim</a:t>
            </a:r>
            <a:r>
              <a:rPr lang="en-US" sz="1800" dirty="0">
                <a:effectLst/>
                <a:latin typeface="Times New Roman" panose="02020603050405020304" pitchFamily="18" charset="0"/>
                <a:ea typeface="Times New Roman" panose="02020603050405020304" pitchFamily="18" charset="0"/>
              </a:rPr>
              <a:t>.</a:t>
            </a:r>
          </a:p>
          <a:p>
            <a:pPr algn="just">
              <a:spcAft>
                <a:spcPts val="400"/>
              </a:spcAft>
            </a:pPr>
            <a:endParaRPr lang="en-SG" sz="18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98FB29-6622-408C-88E1-BF67923D440C}" type="slidenum">
              <a:rPr lang="en-SG" smtClean="0"/>
              <a:t>9</a:t>
            </a:fld>
            <a:endParaRPr lang="en-SG"/>
          </a:p>
        </p:txBody>
      </p:sp>
    </p:spTree>
    <p:extLst>
      <p:ext uri="{BB962C8B-B14F-4D97-AF65-F5344CB8AC3E}">
        <p14:creationId xmlns:p14="http://schemas.microsoft.com/office/powerpoint/2010/main" val="26759861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492301"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Times New Roman" panose="02020603050405020304" pitchFamily="18" charset="0"/>
              </a:rPr>
              <a:t>The difference between pelvis obliquity range of values could be attributed to how the pelvis body is defined in </a:t>
            </a:r>
            <a:r>
              <a:rPr lang="en-US" sz="1800" dirty="0" err="1">
                <a:effectLst/>
                <a:latin typeface="Times New Roman" panose="02020603050405020304" pitchFamily="18" charset="0"/>
                <a:ea typeface="Times New Roman" panose="02020603050405020304" pitchFamily="18" charset="0"/>
              </a:rPr>
              <a:t>OpenSim</a:t>
            </a:r>
            <a:r>
              <a:rPr lang="en-US" sz="1800" dirty="0">
                <a:effectLst/>
                <a:latin typeface="Times New Roman" panose="02020603050405020304" pitchFamily="18" charset="0"/>
                <a:ea typeface="Times New Roman" panose="02020603050405020304" pitchFamily="18" charset="0"/>
              </a:rPr>
              <a:t> and Visual3D. The pelvis is a complex structure that is comprised of many bony structures and synovial joints in which intrapelvic movement between these bony structures can occur, thus there is not one predetermined way to represent the pelvic body in biomechanical studies. </a:t>
            </a:r>
            <a:r>
              <a:rPr lang="en-US" sz="1800" dirty="0" err="1">
                <a:effectLst/>
                <a:latin typeface="Times New Roman" panose="02020603050405020304" pitchFamily="18" charset="0"/>
                <a:ea typeface="Times New Roman" panose="02020603050405020304" pitchFamily="18" charset="0"/>
              </a:rPr>
              <a:t>OpenSim</a:t>
            </a:r>
            <a:r>
              <a:rPr lang="en-US" sz="1800" dirty="0">
                <a:effectLst/>
                <a:latin typeface="Times New Roman" panose="02020603050405020304" pitchFamily="18" charset="0"/>
                <a:ea typeface="Times New Roman" panose="02020603050405020304" pitchFamily="18" charset="0"/>
              </a:rPr>
              <a:t> defines their pelvis as one body where the pelvis moves and rotates as one rigid structure and Visual3D defines as two separate bodies corresponding to the motion of the right and left lower limbs. This definition of pelvis directly affects the accuracy of tracking the movement of the actual pelvis markers, potentially explaining the difference of the pelvis obliquity. Future work should analyze the effect of this definition of the pelvis on biomechanical outputs.</a:t>
            </a:r>
            <a:endParaRPr lang="en-SG" sz="1800" dirty="0">
              <a:effectLst/>
              <a:latin typeface="Times New Roman" panose="02020603050405020304" pitchFamily="18" charset="0"/>
              <a:ea typeface="Times New Roman" panose="02020603050405020304" pitchFamily="18" charset="0"/>
            </a:endParaRPr>
          </a:p>
          <a:p>
            <a:endParaRPr lang="en-SG" dirty="0"/>
          </a:p>
        </p:txBody>
      </p:sp>
      <p:sp>
        <p:nvSpPr>
          <p:cNvPr id="4" name="Slide Number Placeholder 3"/>
          <p:cNvSpPr>
            <a:spLocks noGrp="1"/>
          </p:cNvSpPr>
          <p:nvPr>
            <p:ph type="sldNum" sz="quarter" idx="5"/>
          </p:nvPr>
        </p:nvSpPr>
        <p:spPr/>
        <p:txBody>
          <a:bodyPr/>
          <a:lstStyle/>
          <a:p>
            <a:fld id="{779C7E86-76DE-4D38-A718-39A1E655A738}" type="slidenum">
              <a:rPr lang="en-US" smtClean="0"/>
              <a:t>10</a:t>
            </a:fld>
            <a:endParaRPr lang="en-US"/>
          </a:p>
        </p:txBody>
      </p:sp>
    </p:spTree>
    <p:extLst>
      <p:ext uri="{BB962C8B-B14F-4D97-AF65-F5344CB8AC3E}">
        <p14:creationId xmlns:p14="http://schemas.microsoft.com/office/powerpoint/2010/main" val="30280049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spcAft>
                <a:spcPts val="400"/>
              </a:spcAft>
            </a:pPr>
            <a:r>
              <a:rPr lang="en-SG" sz="1600" b="0" i="0" dirty="0">
                <a:solidFill>
                  <a:srgbClr val="D1D5DB"/>
                </a:solidFill>
                <a:effectLst/>
                <a:latin typeface="Söhne"/>
              </a:rPr>
              <a:t>The discrepancy in pelvic tilt between </a:t>
            </a:r>
            <a:r>
              <a:rPr lang="en-SG" sz="1600" b="0" i="0" dirty="0" err="1">
                <a:solidFill>
                  <a:srgbClr val="D1D5DB"/>
                </a:solidFill>
                <a:effectLst/>
                <a:latin typeface="Söhne"/>
              </a:rPr>
              <a:t>OpenSim</a:t>
            </a:r>
            <a:r>
              <a:rPr lang="en-SG" sz="1600" b="0" i="0" dirty="0">
                <a:solidFill>
                  <a:srgbClr val="D1D5DB"/>
                </a:solidFill>
                <a:effectLst/>
                <a:latin typeface="Söhne"/>
              </a:rPr>
              <a:t> and Visual3D might arise from their differing definitions of the neutral position. In </a:t>
            </a:r>
            <a:r>
              <a:rPr lang="en-SG" sz="1600" b="0" i="0" dirty="0" err="1">
                <a:solidFill>
                  <a:srgbClr val="D1D5DB"/>
                </a:solidFill>
                <a:effectLst/>
                <a:latin typeface="Söhne"/>
              </a:rPr>
              <a:t>OpenSim</a:t>
            </a:r>
            <a:r>
              <a:rPr lang="en-SG" sz="1600" b="0" i="0" dirty="0">
                <a:solidFill>
                  <a:srgbClr val="D1D5DB"/>
                </a:solidFill>
                <a:effectLst/>
                <a:latin typeface="Söhne"/>
              </a:rPr>
              <a:t>, a 0-degree pelvic tilt aligns the anterior-superior iliac spines (ASIS) and pelvic tubercles with the frontal (y-z) plane. This plane, called the anterior pelvic plane, comprises the ASIS, pelvic tubercles, and pelvic symphysis. Thus, zero tilt occurs when this plane matches the body's frontal plane. In contrast, Visual3D's neutral position is when the plane defined by the right and left ASIS markers and the midpoint between the PSIS markers is level with the ground. Given the </a:t>
            </a:r>
            <a:r>
              <a:rPr lang="en-SG" sz="1600" b="0" i="0" dirty="0" err="1">
                <a:solidFill>
                  <a:srgbClr val="D1D5DB"/>
                </a:solidFill>
                <a:effectLst/>
                <a:latin typeface="Söhne"/>
              </a:rPr>
              <a:t>OpenSim</a:t>
            </a:r>
            <a:r>
              <a:rPr lang="en-SG" sz="1600" b="0" i="0" dirty="0">
                <a:solidFill>
                  <a:srgbClr val="D1D5DB"/>
                </a:solidFill>
                <a:effectLst/>
                <a:latin typeface="Söhne"/>
              </a:rPr>
              <a:t> model's neutral position, the ASIS-PSIS angle averages 13 degrees with a standard deviation of 5 degrees. This could explain the pronounced value shift in </a:t>
            </a:r>
            <a:r>
              <a:rPr lang="en-SG" sz="1600" b="0" i="0" dirty="0" err="1">
                <a:solidFill>
                  <a:srgbClr val="D1D5DB"/>
                </a:solidFill>
                <a:effectLst/>
                <a:latin typeface="Söhne"/>
              </a:rPr>
              <a:t>OpenSim's</a:t>
            </a:r>
            <a:r>
              <a:rPr lang="en-SG" sz="1600" b="0" i="0" dirty="0">
                <a:solidFill>
                  <a:srgbClr val="D1D5DB"/>
                </a:solidFill>
                <a:effectLst/>
                <a:latin typeface="Söhne"/>
              </a:rPr>
              <a:t> pelvic tilt graphs compared to Visual3D.</a:t>
            </a:r>
          </a:p>
          <a:p>
            <a:pPr algn="just">
              <a:spcAft>
                <a:spcPts val="400"/>
              </a:spcAft>
            </a:pPr>
            <a:endParaRPr lang="en-SG" sz="1600" b="0" i="0" dirty="0">
              <a:solidFill>
                <a:srgbClr val="D1D5DB"/>
              </a:solidFill>
              <a:effectLst/>
              <a:latin typeface="Söhne"/>
              <a:ea typeface="Times New Roman" panose="02020603050405020304" pitchFamily="18" charset="0"/>
            </a:endParaRPr>
          </a:p>
          <a:p>
            <a:pPr algn="just">
              <a:spcAft>
                <a:spcPts val="400"/>
              </a:spcAft>
            </a:pPr>
            <a:r>
              <a:rPr lang="en-SG" sz="1600" b="0" i="0" dirty="0">
                <a:solidFill>
                  <a:srgbClr val="D1D5DB"/>
                </a:solidFill>
                <a:effectLst/>
                <a:latin typeface="Söhne"/>
                <a:ea typeface="Times New Roman" panose="02020603050405020304" pitchFamily="18" charset="0"/>
              </a:rPr>
              <a:t>-------------------------------------</a:t>
            </a:r>
          </a:p>
          <a:p>
            <a:pPr algn="just">
              <a:spcAft>
                <a:spcPts val="400"/>
              </a:spcAft>
            </a:pPr>
            <a:r>
              <a:rPr lang="en-SG" sz="1600" b="0" i="0" dirty="0">
                <a:solidFill>
                  <a:srgbClr val="D1D5DB"/>
                </a:solidFill>
                <a:effectLst/>
                <a:latin typeface="Söhne"/>
                <a:ea typeface="Times New Roman" panose="02020603050405020304" pitchFamily="18" charset="0"/>
              </a:rPr>
              <a:t>Detailed:</a:t>
            </a:r>
            <a:endParaRPr lang="en-US" sz="1800" dirty="0">
              <a:effectLst/>
              <a:latin typeface="Times New Roman" panose="02020603050405020304" pitchFamily="18" charset="0"/>
              <a:ea typeface="Times New Roman" panose="02020603050405020304" pitchFamily="18" charset="0"/>
            </a:endParaRPr>
          </a:p>
          <a:p>
            <a:pPr algn="just">
              <a:spcAft>
                <a:spcPts val="400"/>
              </a:spcAft>
            </a:pPr>
            <a:endParaRPr lang="en-US" sz="1800" dirty="0">
              <a:effectLst/>
              <a:latin typeface="Times New Roman" panose="02020603050405020304" pitchFamily="18" charset="0"/>
              <a:ea typeface="Times New Roman" panose="02020603050405020304" pitchFamily="18" charset="0"/>
            </a:endParaRPr>
          </a:p>
          <a:p>
            <a:pPr algn="just">
              <a:spcAft>
                <a:spcPts val="400"/>
              </a:spcAft>
            </a:pPr>
            <a:r>
              <a:rPr lang="en-US" sz="1800" dirty="0">
                <a:effectLst/>
                <a:latin typeface="Times New Roman" panose="02020603050405020304" pitchFamily="18" charset="0"/>
                <a:ea typeface="Times New Roman" panose="02020603050405020304" pitchFamily="18" charset="0"/>
              </a:rPr>
              <a:t>The difference in pelvic tilt may be attributed to the variation in the definition of neutral position in </a:t>
            </a:r>
            <a:r>
              <a:rPr lang="en-US" sz="1800" dirty="0" err="1">
                <a:effectLst/>
                <a:latin typeface="Times New Roman" panose="02020603050405020304" pitchFamily="18" charset="0"/>
                <a:ea typeface="Times New Roman" panose="02020603050405020304" pitchFamily="18" charset="0"/>
              </a:rPr>
              <a:t>OpenSim</a:t>
            </a:r>
            <a:r>
              <a:rPr lang="en-US" sz="1800" dirty="0">
                <a:effectLst/>
                <a:latin typeface="Times New Roman" panose="02020603050405020304" pitchFamily="18" charset="0"/>
                <a:ea typeface="Times New Roman" panose="02020603050405020304" pitchFamily="18" charset="0"/>
              </a:rPr>
              <a:t> and Visual3D. The </a:t>
            </a:r>
            <a:r>
              <a:rPr lang="en-US" sz="1800" dirty="0" err="1">
                <a:effectLst/>
                <a:latin typeface="Times New Roman" panose="02020603050405020304" pitchFamily="18" charset="0"/>
                <a:ea typeface="Times New Roman" panose="02020603050405020304" pitchFamily="18" charset="0"/>
              </a:rPr>
              <a:t>OpenSim</a:t>
            </a:r>
            <a:r>
              <a:rPr lang="en-US" sz="1800" dirty="0">
                <a:effectLst/>
                <a:latin typeface="Times New Roman" panose="02020603050405020304" pitchFamily="18" charset="0"/>
                <a:ea typeface="Times New Roman" panose="02020603050405020304" pitchFamily="18" charset="0"/>
              </a:rPr>
              <a:t> model is oriented such that at 0-degree pelvic tilt, the two anterior-superior iliac spines (ASIS) and pelvic tubercles are in the frontal (y-z) plane, which is also known as the anterior pelvic plane where it is an anatomical reference plane containing both ASIS, pelvic tubercles (PT) and pelvic symphysis (PS). </a:t>
            </a:r>
          </a:p>
          <a:p>
            <a:pPr algn="just">
              <a:spcAft>
                <a:spcPts val="400"/>
              </a:spcAft>
            </a:pPr>
            <a:endParaRPr lang="en-US" sz="1800" dirty="0">
              <a:effectLst/>
              <a:latin typeface="Times New Roman" panose="02020603050405020304" pitchFamily="18" charset="0"/>
              <a:ea typeface="Times New Roman" panose="02020603050405020304" pitchFamily="18" charset="0"/>
            </a:endParaRPr>
          </a:p>
          <a:p>
            <a:pPr algn="just">
              <a:spcAft>
                <a:spcPts val="400"/>
              </a:spcAft>
            </a:pPr>
            <a:r>
              <a:rPr lang="en-US" sz="1800" dirty="0">
                <a:effectLst/>
                <a:latin typeface="Times New Roman" panose="02020603050405020304" pitchFamily="18" charset="0"/>
                <a:ea typeface="Times New Roman" panose="02020603050405020304" pitchFamily="18" charset="0"/>
              </a:rPr>
              <a:t>Hence, the neutral position of zero pelvic tilt is where this anterior pelvic plane aligns with the frontal plane of the body. In Visual3D, the (x-y) plane of the pelvis coordinate system is defined as the plane passing through the right and left ASIS markers and the mid-point of the right and left PSIS markers of the actual subject. Hence, the zero pelvic tilt is determined to be the position where the (x-y) plane of the pelvis segment is aligned with the ground. At neutral position defined by our selected </a:t>
            </a:r>
            <a:r>
              <a:rPr lang="en-US" sz="1800" dirty="0" err="1">
                <a:effectLst/>
                <a:latin typeface="Times New Roman" panose="02020603050405020304" pitchFamily="18" charset="0"/>
                <a:ea typeface="Times New Roman" panose="02020603050405020304" pitchFamily="18" charset="0"/>
              </a:rPr>
              <a:t>OpenSim</a:t>
            </a:r>
            <a:r>
              <a:rPr lang="en-US" sz="1800" dirty="0">
                <a:effectLst/>
                <a:latin typeface="Times New Roman" panose="02020603050405020304" pitchFamily="18" charset="0"/>
                <a:ea typeface="Times New Roman" panose="02020603050405020304" pitchFamily="18" charset="0"/>
              </a:rPr>
              <a:t> model where the plane containing both ASIS and the pelvis symphysis is aligned with the coronal plane of the body, it is reported for the ASIS-PSIS angle to have a mean 13 degrees with a standard deviation of 5 degrees, which could be the possible explanation to the large downshift of values observed in the pelvic tilt graphs of </a:t>
            </a:r>
            <a:r>
              <a:rPr lang="en-US" sz="1800" dirty="0" err="1">
                <a:effectLst/>
                <a:latin typeface="Times New Roman" panose="02020603050405020304" pitchFamily="18" charset="0"/>
                <a:ea typeface="Times New Roman" panose="02020603050405020304" pitchFamily="18" charset="0"/>
              </a:rPr>
              <a:t>OpenSim</a:t>
            </a:r>
            <a:r>
              <a:rPr lang="en-US" sz="1800" dirty="0">
                <a:effectLst/>
                <a:latin typeface="Times New Roman" panose="02020603050405020304" pitchFamily="18" charset="0"/>
                <a:ea typeface="Times New Roman" panose="02020603050405020304" pitchFamily="18" charset="0"/>
              </a:rPr>
              <a:t> as compared to Visual3D.</a:t>
            </a:r>
            <a:endParaRPr lang="en-SG" sz="1800" dirty="0">
              <a:effectLst/>
              <a:latin typeface="Times New Roman" panose="02020603050405020304" pitchFamily="18" charset="0"/>
              <a:ea typeface="Times New Roman" panose="02020603050405020304" pitchFamily="18" charset="0"/>
            </a:endParaRPr>
          </a:p>
          <a:p>
            <a:endParaRPr lang="en-SG" dirty="0"/>
          </a:p>
        </p:txBody>
      </p:sp>
      <p:sp>
        <p:nvSpPr>
          <p:cNvPr id="4" name="Slide Number Placeholder 3"/>
          <p:cNvSpPr>
            <a:spLocks noGrp="1"/>
          </p:cNvSpPr>
          <p:nvPr>
            <p:ph type="sldNum" sz="quarter" idx="5"/>
          </p:nvPr>
        </p:nvSpPr>
        <p:spPr/>
        <p:txBody>
          <a:bodyPr/>
          <a:lstStyle/>
          <a:p>
            <a:fld id="{779C7E86-76DE-4D38-A718-39A1E655A738}" type="slidenum">
              <a:rPr lang="en-US" smtClean="0"/>
              <a:t>11</a:t>
            </a:fld>
            <a:endParaRPr lang="en-US"/>
          </a:p>
        </p:txBody>
      </p:sp>
    </p:spTree>
    <p:extLst>
      <p:ext uri="{BB962C8B-B14F-4D97-AF65-F5344CB8AC3E}">
        <p14:creationId xmlns:p14="http://schemas.microsoft.com/office/powerpoint/2010/main" val="33930532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spcAft>
                <a:spcPts val="400"/>
              </a:spcAft>
            </a:pPr>
            <a:r>
              <a:rPr lang="en-US" sz="1800">
                <a:effectLst/>
                <a:latin typeface="Times New Roman" panose="02020603050405020304" pitchFamily="18" charset="0"/>
                <a:ea typeface="Times New Roman" panose="02020603050405020304" pitchFamily="18" charset="0"/>
              </a:rPr>
              <a:t>The difference in hip joints between </a:t>
            </a:r>
            <a:r>
              <a:rPr lang="en-US" sz="1800" err="1">
                <a:effectLst/>
                <a:latin typeface="Times New Roman" panose="02020603050405020304" pitchFamily="18" charset="0"/>
                <a:ea typeface="Times New Roman" panose="02020603050405020304" pitchFamily="18" charset="0"/>
              </a:rPr>
              <a:t>OpenSim</a:t>
            </a:r>
            <a:r>
              <a:rPr lang="en-US" sz="1800">
                <a:effectLst/>
                <a:latin typeface="Times New Roman" panose="02020603050405020304" pitchFamily="18" charset="0"/>
                <a:ea typeface="Times New Roman" panose="02020603050405020304" pitchFamily="18" charset="0"/>
              </a:rPr>
              <a:t> and Visual3D is likely attributed to the different methods of hip joint estimation. Visual3D uses a method of anthropometrical mathematical estimation to determine the hip joint whereas our selected </a:t>
            </a:r>
            <a:r>
              <a:rPr lang="en-US" sz="1800" err="1">
                <a:effectLst/>
                <a:latin typeface="Times New Roman" panose="02020603050405020304" pitchFamily="18" charset="0"/>
                <a:ea typeface="Times New Roman" panose="02020603050405020304" pitchFamily="18" charset="0"/>
              </a:rPr>
              <a:t>OpenSim</a:t>
            </a:r>
            <a:r>
              <a:rPr lang="en-US" sz="1800">
                <a:effectLst/>
                <a:latin typeface="Times New Roman" panose="02020603050405020304" pitchFamily="18" charset="0"/>
                <a:ea typeface="Times New Roman" panose="02020603050405020304" pitchFamily="18" charset="0"/>
              </a:rPr>
              <a:t> model utilizes functional hip joint center estimation. This difference in hip joint estimation is likely the cause of the difference in hip joint angles in flexion, adduction and rotation. </a:t>
            </a:r>
            <a:endParaRPr lang="en-SG" sz="180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779C7E86-76DE-4D38-A718-39A1E655A738}" type="slidenum">
              <a:rPr lang="en-US" smtClean="0"/>
              <a:t>12</a:t>
            </a:fld>
            <a:endParaRPr lang="en-US"/>
          </a:p>
        </p:txBody>
      </p:sp>
    </p:spTree>
    <p:extLst>
      <p:ext uri="{BB962C8B-B14F-4D97-AF65-F5344CB8AC3E}">
        <p14:creationId xmlns:p14="http://schemas.microsoft.com/office/powerpoint/2010/main" val="28096174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1492301" rtl="0" eaLnBrk="1" fontAlgn="auto" latinLnBrk="0" hangingPunct="1">
              <a:lnSpc>
                <a:spcPct val="100000"/>
              </a:lnSpc>
              <a:spcBef>
                <a:spcPts val="0"/>
              </a:spcBef>
              <a:spcAft>
                <a:spcPts val="400"/>
              </a:spcAft>
              <a:buClrTx/>
              <a:buSzTx/>
              <a:buFontTx/>
              <a:buNone/>
              <a:tabLst/>
              <a:defRPr/>
            </a:pPr>
            <a:r>
              <a:rPr lang="en-US" sz="1800" dirty="0">
                <a:effectLst/>
                <a:latin typeface="Times New Roman" panose="02020603050405020304" pitchFamily="18" charset="0"/>
                <a:ea typeface="Times New Roman" panose="02020603050405020304" pitchFamily="18" charset="0"/>
              </a:rPr>
              <a:t>The difference in ankle evertor moments at the initial 30% of the gait cycle could be due to how the subtalar inversion and eversion ankle angle is constrained to zero in </a:t>
            </a:r>
            <a:r>
              <a:rPr lang="en-US" sz="1800" dirty="0" err="1">
                <a:effectLst/>
                <a:latin typeface="Times New Roman" panose="02020603050405020304" pitchFamily="18" charset="0"/>
                <a:ea typeface="Times New Roman" panose="02020603050405020304" pitchFamily="18" charset="0"/>
              </a:rPr>
              <a:t>OpenSim</a:t>
            </a:r>
            <a:r>
              <a:rPr lang="en-US" sz="1800" dirty="0">
                <a:effectLst/>
                <a:latin typeface="Times New Roman" panose="02020603050405020304" pitchFamily="18" charset="0"/>
                <a:ea typeface="Times New Roman" panose="02020603050405020304" pitchFamily="18" charset="0"/>
              </a:rPr>
              <a:t>, whereas Visual3D allows for free motion. Furthermore, the axis defined for ankle inversion-eversion movement differs between </a:t>
            </a:r>
            <a:r>
              <a:rPr lang="en-US" sz="1800" dirty="0" err="1">
                <a:effectLst/>
                <a:latin typeface="Times New Roman" panose="02020603050405020304" pitchFamily="18" charset="0"/>
                <a:ea typeface="Times New Roman" panose="02020603050405020304" pitchFamily="18" charset="0"/>
              </a:rPr>
              <a:t>OpenSim</a:t>
            </a:r>
            <a:r>
              <a:rPr lang="en-US" sz="1800" dirty="0">
                <a:effectLst/>
                <a:latin typeface="Times New Roman" panose="02020603050405020304" pitchFamily="18" charset="0"/>
                <a:ea typeface="Times New Roman" panose="02020603050405020304" pitchFamily="18" charset="0"/>
              </a:rPr>
              <a:t> and Visual3D as illustrated in the Figure. In </a:t>
            </a:r>
            <a:r>
              <a:rPr lang="en-US" sz="1800" dirty="0" err="1">
                <a:effectLst/>
                <a:latin typeface="Times New Roman" panose="02020603050405020304" pitchFamily="18" charset="0"/>
                <a:ea typeface="Times New Roman" panose="02020603050405020304" pitchFamily="18" charset="0"/>
              </a:rPr>
              <a:t>OpenSim</a:t>
            </a:r>
            <a:r>
              <a:rPr lang="en-US" sz="1800" dirty="0">
                <a:effectLst/>
                <a:latin typeface="Times New Roman" panose="02020603050405020304" pitchFamily="18" charset="0"/>
                <a:ea typeface="Times New Roman" panose="02020603050405020304" pitchFamily="18" charset="0"/>
              </a:rPr>
              <a:t>, ankle inversion-eversion movement occurs in the subtalar axis where the subtalar axis lies superiorly to the sagittal plane and medially to the transverse plane of the ankle joint. In Visual3D, ankle inversion-eversion movement occurs in the y-axis of the ankle coordinate system. Therefore, the differences in the ankle evertor moments observed could be attributed to the difference in the kinematic motion of the subtalar ankle and the axis defined for the ankle inversion and eversion moment.</a:t>
            </a:r>
            <a:endParaRPr lang="en-SG" sz="18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98FB29-6622-408C-88E1-BF67923D440C}" type="slidenum">
              <a:rPr lang="en-SG" smtClean="0"/>
              <a:t>13</a:t>
            </a:fld>
            <a:endParaRPr lang="en-SG"/>
          </a:p>
        </p:txBody>
      </p:sp>
    </p:spTree>
    <p:extLst>
      <p:ext uri="{BB962C8B-B14F-4D97-AF65-F5344CB8AC3E}">
        <p14:creationId xmlns:p14="http://schemas.microsoft.com/office/powerpoint/2010/main" val="23333063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spcAft>
                <a:spcPts val="400"/>
              </a:spcAft>
            </a:pPr>
            <a:r>
              <a:rPr lang="en-US" sz="1800" dirty="0">
                <a:effectLst/>
                <a:latin typeface="Times New Roman" panose="02020603050405020304" pitchFamily="18" charset="0"/>
                <a:ea typeface="Times New Roman" panose="02020603050405020304" pitchFamily="18" charset="0"/>
              </a:rPr>
              <a:t>In conclusion, our results demonstrate notable differences between the kinematic and kinetic output of </a:t>
            </a:r>
            <a:r>
              <a:rPr lang="en-US" sz="1800" dirty="0" err="1">
                <a:effectLst/>
                <a:latin typeface="Times New Roman" panose="02020603050405020304" pitchFamily="18" charset="0"/>
                <a:ea typeface="Times New Roman" panose="02020603050405020304" pitchFamily="18" charset="0"/>
              </a:rPr>
              <a:t>OpenSim</a:t>
            </a:r>
            <a:r>
              <a:rPr lang="en-US" sz="1800" dirty="0">
                <a:effectLst/>
                <a:latin typeface="Times New Roman" panose="02020603050405020304" pitchFamily="18" charset="0"/>
                <a:ea typeface="Times New Roman" panose="02020603050405020304" pitchFamily="18" charset="0"/>
              </a:rPr>
              <a:t> and Visual3D. Whilst our analysis focuses on healthy gait, we anticipate that utilizing pathological gait could accentuate kinematic disparities. Pathological and healthy gaits exhibit significant distinctions, leading to increased information loss in </a:t>
            </a:r>
            <a:r>
              <a:rPr lang="en-US" sz="1800" dirty="0" err="1">
                <a:effectLst/>
                <a:latin typeface="Times New Roman" panose="02020603050405020304" pitchFamily="18" charset="0"/>
                <a:ea typeface="Times New Roman" panose="02020603050405020304" pitchFamily="18" charset="0"/>
              </a:rPr>
              <a:t>OpenSim's</a:t>
            </a:r>
            <a:r>
              <a:rPr lang="en-US" sz="1800" dirty="0">
                <a:effectLst/>
                <a:latin typeface="Times New Roman" panose="02020603050405020304" pitchFamily="18" charset="0"/>
                <a:ea typeface="Times New Roman" panose="02020603050405020304" pitchFamily="18" charset="0"/>
              </a:rPr>
              <a:t> global optimization compared to Visual3D's segment optimization. Visual3D's utilization of six </a:t>
            </a:r>
            <a:r>
              <a:rPr lang="en-US" sz="1800" dirty="0" err="1">
                <a:effectLst/>
                <a:latin typeface="Times New Roman" panose="02020603050405020304" pitchFamily="18" charset="0"/>
                <a:ea typeface="Times New Roman" panose="02020603050405020304" pitchFamily="18" charset="0"/>
              </a:rPr>
              <a:t>DoFs</a:t>
            </a:r>
            <a:r>
              <a:rPr lang="en-US" sz="1800" dirty="0">
                <a:effectLst/>
                <a:latin typeface="Times New Roman" panose="02020603050405020304" pitchFamily="18" charset="0"/>
                <a:ea typeface="Times New Roman" panose="02020603050405020304" pitchFamily="18" charset="0"/>
              </a:rPr>
              <a:t> per segment enables closer mocap matching, resulting in enhanced kinematic accuracy. However, </a:t>
            </a:r>
            <a:r>
              <a:rPr lang="en-US" sz="1800" dirty="0" err="1">
                <a:effectLst/>
                <a:latin typeface="Times New Roman" panose="02020603050405020304" pitchFamily="18" charset="0"/>
                <a:ea typeface="Times New Roman" panose="02020603050405020304" pitchFamily="18" charset="0"/>
              </a:rPr>
              <a:t>OpenSim's</a:t>
            </a:r>
            <a:r>
              <a:rPr lang="en-US" sz="1800" dirty="0">
                <a:effectLst/>
                <a:latin typeface="Times New Roman" panose="02020603050405020304" pitchFamily="18" charset="0"/>
                <a:ea typeface="Times New Roman" panose="02020603050405020304" pitchFamily="18" charset="0"/>
              </a:rPr>
              <a:t> reliance on the model for global optimization allows it to overcome information loss if an appropriate model accurately represents the subject's pathological gait. Ultimately, the choice of software depends on user requirements, as each has its own strengths and weaknesses. Nevertheless, users should exercise caution when interpreting results, emphasizing an understanding of the complete processing pipeline.</a:t>
            </a:r>
          </a:p>
        </p:txBody>
      </p:sp>
      <p:sp>
        <p:nvSpPr>
          <p:cNvPr id="4" name="Slide Number Placeholder 3"/>
          <p:cNvSpPr>
            <a:spLocks noGrp="1"/>
          </p:cNvSpPr>
          <p:nvPr>
            <p:ph type="sldNum" sz="quarter" idx="5"/>
          </p:nvPr>
        </p:nvSpPr>
        <p:spPr/>
        <p:txBody>
          <a:bodyPr/>
          <a:lstStyle/>
          <a:p>
            <a:fld id="{1698FB29-6622-408C-88E1-BF67923D440C}" type="slidenum">
              <a:rPr lang="en-SG" smtClean="0"/>
              <a:t>14</a:t>
            </a:fld>
            <a:endParaRPr lang="en-SG"/>
          </a:p>
        </p:txBody>
      </p:sp>
    </p:spTree>
    <p:extLst>
      <p:ext uri="{BB962C8B-B14F-4D97-AF65-F5344CB8AC3E}">
        <p14:creationId xmlns:p14="http://schemas.microsoft.com/office/powerpoint/2010/main" val="23905776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cs typeface="Calibri"/>
            </a:endParaRPr>
          </a:p>
        </p:txBody>
      </p:sp>
      <p:sp>
        <p:nvSpPr>
          <p:cNvPr id="4" name="Slide Number Placeholder 3"/>
          <p:cNvSpPr>
            <a:spLocks noGrp="1"/>
          </p:cNvSpPr>
          <p:nvPr>
            <p:ph type="sldNum" sz="quarter" idx="5"/>
          </p:nvPr>
        </p:nvSpPr>
        <p:spPr/>
        <p:txBody>
          <a:bodyPr/>
          <a:lstStyle/>
          <a:p>
            <a:fld id="{1698FB29-6622-408C-88E1-BF67923D440C}" type="slidenum">
              <a:rPr lang="en-SG" smtClean="0"/>
              <a:t>15</a:t>
            </a:fld>
            <a:endParaRPr lang="en-SG"/>
          </a:p>
        </p:txBody>
      </p:sp>
    </p:spTree>
    <p:extLst>
      <p:ext uri="{BB962C8B-B14F-4D97-AF65-F5344CB8AC3E}">
        <p14:creationId xmlns:p14="http://schemas.microsoft.com/office/powerpoint/2010/main" val="9704089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cSld name="RRIS (blue)">
    <p:spTree>
      <p:nvGrpSpPr>
        <p:cNvPr id="1" name=""/>
        <p:cNvGrpSpPr/>
        <p:nvPr/>
      </p:nvGrpSpPr>
      <p:grpSpPr>
        <a:xfrm>
          <a:off x="0" y="0"/>
          <a:ext cx="0" cy="0"/>
          <a:chOff x="0" y="0"/>
          <a:chExt cx="0" cy="0"/>
        </a:xfrm>
      </p:grpSpPr>
      <p:sp>
        <p:nvSpPr>
          <p:cNvPr id="9" name="TextBox 8"/>
          <p:cNvSpPr txBox="1"/>
          <p:nvPr/>
        </p:nvSpPr>
        <p:spPr>
          <a:xfrm flipH="1">
            <a:off x="787987" y="7744380"/>
            <a:ext cx="4441801" cy="534890"/>
          </a:xfrm>
          <a:prstGeom prst="rect">
            <a:avLst/>
          </a:prstGeom>
          <a:noFill/>
        </p:spPr>
        <p:txBody>
          <a:bodyPr wrap="square" rtlCol="0">
            <a:spAutoFit/>
          </a:bodyPr>
          <a:lstStyle/>
          <a:p>
            <a:r>
              <a:rPr lang="en-US" sz="2876">
                <a:solidFill>
                  <a:srgbClr val="002060"/>
                </a:solidFill>
                <a:latin typeface="PF DinText Universal Light" panose="02000506000000020004" pitchFamily="50" charset="0"/>
                <a:cs typeface="PF DinText Universal Light" panose="02000506000000020004" pitchFamily="50" charset="0"/>
              </a:rPr>
              <a:t>A Collaboration Between:</a:t>
            </a:r>
          </a:p>
        </p:txBody>
      </p:sp>
      <p:sp>
        <p:nvSpPr>
          <p:cNvPr id="10" name="Title 10"/>
          <p:cNvSpPr txBox="1">
            <a:spLocks/>
          </p:cNvSpPr>
          <p:nvPr/>
        </p:nvSpPr>
        <p:spPr>
          <a:xfrm>
            <a:off x="0" y="-5245"/>
            <a:ext cx="19477038" cy="1872691"/>
          </a:xfrm>
          <a:prstGeom prst="rect">
            <a:avLst/>
          </a:prstGeom>
          <a:solidFill>
            <a:srgbClr val="5DA9DD"/>
          </a:solidFill>
        </p:spPr>
        <p:txBody>
          <a:bodyPr vert="horz" lIns="146078" tIns="73039" rIns="146078" bIns="73039" rtlCol="0" anchor="ctr">
            <a:noAutofit/>
          </a:bodyPr>
          <a:lstStyle>
            <a:lvl1pPr algn="l" defTabSz="914400" rtl="0" eaLnBrk="1" latinLnBrk="0" hangingPunct="1">
              <a:spcBef>
                <a:spcPct val="0"/>
              </a:spcBef>
              <a:buNone/>
              <a:defRPr sz="4400" kern="1200">
                <a:solidFill>
                  <a:schemeClr val="tx1"/>
                </a:solidFill>
                <a:latin typeface="+mj-lt"/>
                <a:ea typeface="+mj-ea"/>
                <a:cs typeface="+mj-cs"/>
              </a:defRPr>
            </a:lvl1pPr>
          </a:lstStyle>
          <a:p>
            <a:pPr algn="ctr"/>
            <a:r>
              <a:rPr lang="en-US" altLang="en-US" sz="6710" b="1">
                <a:solidFill>
                  <a:srgbClr val="1A1C62"/>
                </a:solidFill>
                <a:latin typeface="Arial Narrow" panose="020B0606020202030204" pitchFamily="34" charset="0"/>
              </a:rPr>
              <a:t>Rehabilitation Research Institute of Singapore (RRIS)</a:t>
            </a:r>
            <a:endParaRPr lang="en-US" sz="6710">
              <a:solidFill>
                <a:srgbClr val="1A1C62"/>
              </a:solidFill>
              <a:latin typeface="Arial Narrow" panose="020B0606020202030204" pitchFamily="34" charset="0"/>
            </a:endParaRPr>
          </a:p>
        </p:txBody>
      </p:sp>
      <p:pic>
        <p:nvPicPr>
          <p:cNvPr id="3" name="Picture 2">
            <a:extLst>
              <a:ext uri="{FF2B5EF4-FFF2-40B4-BE49-F238E27FC236}">
                <a16:creationId xmlns:a16="http://schemas.microsoft.com/office/drawing/2014/main" id="{5979060B-4E82-4ED6-BB40-F1CB0220F295}"/>
              </a:ext>
            </a:extLst>
          </p:cNvPr>
          <p:cNvPicPr>
            <a:picLocks noChangeAspect="1"/>
          </p:cNvPicPr>
          <p:nvPr userDrawn="1"/>
        </p:nvPicPr>
        <p:blipFill>
          <a:blip r:embed="rId2"/>
          <a:stretch>
            <a:fillRect/>
          </a:stretch>
        </p:blipFill>
        <p:spPr>
          <a:xfrm>
            <a:off x="2884151" y="8335311"/>
            <a:ext cx="13027985" cy="2556546"/>
          </a:xfrm>
          <a:prstGeom prst="rect">
            <a:avLst/>
          </a:prstGeom>
        </p:spPr>
      </p:pic>
    </p:spTree>
    <p:extLst>
      <p:ext uri="{BB962C8B-B14F-4D97-AF65-F5344CB8AC3E}">
        <p14:creationId xmlns:p14="http://schemas.microsoft.com/office/powerpoint/2010/main" val="3455295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5938E4DB-DA29-4FEF-9DEE-A94F26323952}" type="slidenum">
              <a:rPr lang="en-SG" smtClean="0"/>
              <a:t>‹#›</a:t>
            </a:fld>
            <a:endParaRPr lang="en-SG"/>
          </a:p>
        </p:txBody>
      </p:sp>
      <p:sp>
        <p:nvSpPr>
          <p:cNvPr id="8" name="Title 10"/>
          <p:cNvSpPr txBox="1">
            <a:spLocks/>
          </p:cNvSpPr>
          <p:nvPr/>
        </p:nvSpPr>
        <p:spPr>
          <a:xfrm rot="16200000">
            <a:off x="-5055068" y="5055068"/>
            <a:ext cx="10972800" cy="862664"/>
          </a:xfrm>
          <a:prstGeom prst="rect">
            <a:avLst/>
          </a:prstGeom>
          <a:solidFill>
            <a:srgbClr val="5DA9DD"/>
          </a:solidFill>
        </p:spPr>
        <p:txBody>
          <a:bodyPr vert="horz" lIns="146078" tIns="73039" rIns="146078" bIns="73039" rtlCol="0" anchor="ctr">
            <a:noAutofit/>
          </a:bodyPr>
          <a:lstStyle>
            <a:lvl1pPr algn="l" defTabSz="914400" rtl="0" eaLnBrk="1" latinLnBrk="0" hangingPunct="1">
              <a:spcBef>
                <a:spcPct val="0"/>
              </a:spcBef>
              <a:buNone/>
              <a:defRPr sz="4400" kern="1200">
                <a:solidFill>
                  <a:schemeClr val="tx1"/>
                </a:solidFill>
                <a:latin typeface="+mj-lt"/>
                <a:ea typeface="+mj-ea"/>
                <a:cs typeface="+mj-cs"/>
              </a:defRPr>
            </a:lvl1pPr>
          </a:lstStyle>
          <a:p>
            <a:pPr algn="ctr"/>
            <a:r>
              <a:rPr lang="en-US" altLang="en-US" sz="4473" b="1">
                <a:solidFill>
                  <a:srgbClr val="1A1C62"/>
                </a:solidFill>
                <a:latin typeface="Arial Narrow" panose="020B0606020202030204" pitchFamily="34" charset="0"/>
              </a:rPr>
              <a:t>Rehabilitation Research Institute of Singapore</a:t>
            </a:r>
            <a:endParaRPr lang="en-US" sz="4473">
              <a:solidFill>
                <a:srgbClr val="1A1C62"/>
              </a:solidFill>
              <a:latin typeface="Arial Narrow" panose="020B0606020202030204" pitchFamily="34" charset="0"/>
            </a:endParaRPr>
          </a:p>
        </p:txBody>
      </p:sp>
    </p:spTree>
    <p:extLst>
      <p:ext uri="{BB962C8B-B14F-4D97-AF65-F5344CB8AC3E}">
        <p14:creationId xmlns:p14="http://schemas.microsoft.com/office/powerpoint/2010/main" val="34648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26083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19805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5C31E327-F57D-4C05-BE50-8C1E0083695F}"/>
              </a:ext>
            </a:extLst>
          </p:cNvPr>
          <p:cNvSpPr>
            <a:spLocks noGrp="1"/>
          </p:cNvSpPr>
          <p:nvPr>
            <p:ph type="pic" sz="quarter" idx="11"/>
          </p:nvPr>
        </p:nvSpPr>
        <p:spPr>
          <a:xfrm>
            <a:off x="2797309" y="3568357"/>
            <a:ext cx="3412990" cy="3836087"/>
          </a:xfrm>
          <a:custGeom>
            <a:avLst/>
            <a:gdLst>
              <a:gd name="connsiteX0" fmla="*/ 1706731 w 3412990"/>
              <a:gd name="connsiteY0" fmla="*/ 0 h 3836087"/>
              <a:gd name="connsiteX1" fmla="*/ 1739167 w 3412990"/>
              <a:gd name="connsiteY1" fmla="*/ 1673 h 3836087"/>
              <a:gd name="connsiteX2" fmla="*/ 1772546 w 3412990"/>
              <a:gd name="connsiteY2" fmla="*/ 6933 h 3836087"/>
              <a:gd name="connsiteX3" fmla="*/ 1806863 w 3412990"/>
              <a:gd name="connsiteY3" fmla="*/ 15299 h 3836087"/>
              <a:gd name="connsiteX4" fmla="*/ 1842356 w 3412990"/>
              <a:gd name="connsiteY4" fmla="*/ 27250 h 3836087"/>
              <a:gd name="connsiteX5" fmla="*/ 1879966 w 3412990"/>
              <a:gd name="connsiteY5" fmla="*/ 42788 h 3836087"/>
              <a:gd name="connsiteX6" fmla="*/ 1919924 w 3412990"/>
              <a:gd name="connsiteY6" fmla="*/ 61433 h 3836087"/>
              <a:gd name="connsiteX7" fmla="*/ 1962704 w 3412990"/>
              <a:gd name="connsiteY7" fmla="*/ 83664 h 3836087"/>
              <a:gd name="connsiteX8" fmla="*/ 2008776 w 3412990"/>
              <a:gd name="connsiteY8" fmla="*/ 109001 h 3836087"/>
              <a:gd name="connsiteX9" fmla="*/ 2058606 w 3412990"/>
              <a:gd name="connsiteY9" fmla="*/ 138165 h 3836087"/>
              <a:gd name="connsiteX10" fmla="*/ 2112904 w 3412990"/>
              <a:gd name="connsiteY10" fmla="*/ 170435 h 3836087"/>
              <a:gd name="connsiteX11" fmla="*/ 2171903 w 3412990"/>
              <a:gd name="connsiteY11" fmla="*/ 206529 h 3836087"/>
              <a:gd name="connsiteX12" fmla="*/ 2236308 w 3412990"/>
              <a:gd name="connsiteY12" fmla="*/ 245493 h 3836087"/>
              <a:gd name="connsiteX13" fmla="*/ 2306354 w 3412990"/>
              <a:gd name="connsiteY13" fmla="*/ 288280 h 3836087"/>
              <a:gd name="connsiteX14" fmla="*/ 2382511 w 3412990"/>
              <a:gd name="connsiteY14" fmla="*/ 334176 h 3836087"/>
              <a:gd name="connsiteX15" fmla="*/ 2465485 w 3412990"/>
              <a:gd name="connsiteY15" fmla="*/ 383896 h 3836087"/>
              <a:gd name="connsiteX16" fmla="*/ 2555747 w 3412990"/>
              <a:gd name="connsiteY16" fmla="*/ 436484 h 3836087"/>
              <a:gd name="connsiteX17" fmla="*/ 2646008 w 3412990"/>
              <a:gd name="connsiteY17" fmla="*/ 488834 h 3836087"/>
              <a:gd name="connsiteX18" fmla="*/ 2730156 w 3412990"/>
              <a:gd name="connsiteY18" fmla="*/ 536402 h 3836087"/>
              <a:gd name="connsiteX19" fmla="*/ 2807725 w 3412990"/>
              <a:gd name="connsiteY19" fmla="*/ 579907 h 3836087"/>
              <a:gd name="connsiteX20" fmla="*/ 2879652 w 3412990"/>
              <a:gd name="connsiteY20" fmla="*/ 619826 h 3836087"/>
              <a:gd name="connsiteX21" fmla="*/ 2945232 w 3412990"/>
              <a:gd name="connsiteY21" fmla="*/ 656161 h 3836087"/>
              <a:gd name="connsiteX22" fmla="*/ 3005641 w 3412990"/>
              <a:gd name="connsiteY22" fmla="*/ 689865 h 3836087"/>
              <a:gd name="connsiteX23" fmla="*/ 3060644 w 3412990"/>
              <a:gd name="connsiteY23" fmla="*/ 720939 h 3836087"/>
              <a:gd name="connsiteX24" fmla="*/ 3110475 w 3412990"/>
              <a:gd name="connsiteY24" fmla="*/ 749864 h 3836087"/>
              <a:gd name="connsiteX25" fmla="*/ 3155606 w 3412990"/>
              <a:gd name="connsiteY25" fmla="*/ 777592 h 3836087"/>
              <a:gd name="connsiteX26" fmla="*/ 3196270 w 3412990"/>
              <a:gd name="connsiteY26" fmla="*/ 803647 h 3836087"/>
              <a:gd name="connsiteX27" fmla="*/ 3231998 w 3412990"/>
              <a:gd name="connsiteY27" fmla="*/ 828985 h 3836087"/>
              <a:gd name="connsiteX28" fmla="*/ 3264201 w 3412990"/>
              <a:gd name="connsiteY28" fmla="*/ 854323 h 3836087"/>
              <a:gd name="connsiteX29" fmla="*/ 3292407 w 3412990"/>
              <a:gd name="connsiteY29" fmla="*/ 879183 h 3836087"/>
              <a:gd name="connsiteX30" fmla="*/ 3316618 w 3412990"/>
              <a:gd name="connsiteY30" fmla="*/ 904760 h 3836087"/>
              <a:gd name="connsiteX31" fmla="*/ 3337773 w 3412990"/>
              <a:gd name="connsiteY31" fmla="*/ 931293 h 3836087"/>
              <a:gd name="connsiteX32" fmla="*/ 3355637 w 3412990"/>
              <a:gd name="connsiteY32" fmla="*/ 959022 h 3836087"/>
              <a:gd name="connsiteX33" fmla="*/ 3370445 w 3412990"/>
              <a:gd name="connsiteY33" fmla="*/ 988424 h 3836087"/>
              <a:gd name="connsiteX34" fmla="*/ 3382668 w 3412990"/>
              <a:gd name="connsiteY34" fmla="*/ 1019977 h 3836087"/>
              <a:gd name="connsiteX35" fmla="*/ 3392541 w 3412990"/>
              <a:gd name="connsiteY35" fmla="*/ 1054160 h 3836087"/>
              <a:gd name="connsiteX36" fmla="*/ 3399827 w 3412990"/>
              <a:gd name="connsiteY36" fmla="*/ 1091210 h 3836087"/>
              <a:gd name="connsiteX37" fmla="*/ 3405703 w 3412990"/>
              <a:gd name="connsiteY37" fmla="*/ 1131607 h 3836087"/>
              <a:gd name="connsiteX38" fmla="*/ 3409464 w 3412990"/>
              <a:gd name="connsiteY38" fmla="*/ 1175830 h 3836087"/>
              <a:gd name="connsiteX39" fmla="*/ 3411815 w 3412990"/>
              <a:gd name="connsiteY39" fmla="*/ 1224115 h 3836087"/>
              <a:gd name="connsiteX40" fmla="*/ 3412755 w 3412990"/>
              <a:gd name="connsiteY40" fmla="*/ 1277182 h 3836087"/>
              <a:gd name="connsiteX41" fmla="*/ 3412990 w 3412990"/>
              <a:gd name="connsiteY41" fmla="*/ 1335507 h 3836087"/>
              <a:gd name="connsiteX42" fmla="*/ 3412285 w 3412990"/>
              <a:gd name="connsiteY42" fmla="*/ 1399092 h 3836087"/>
              <a:gd name="connsiteX43" fmla="*/ 3410874 w 3412990"/>
              <a:gd name="connsiteY43" fmla="*/ 1468174 h 3836087"/>
              <a:gd name="connsiteX44" fmla="*/ 3409464 w 3412990"/>
              <a:gd name="connsiteY44" fmla="*/ 1543948 h 3836087"/>
              <a:gd name="connsiteX45" fmla="*/ 3407819 w 3412990"/>
              <a:gd name="connsiteY45" fmla="*/ 1626417 h 3836087"/>
              <a:gd name="connsiteX46" fmla="*/ 3406408 w 3412990"/>
              <a:gd name="connsiteY46" fmla="*/ 1715818 h 3836087"/>
              <a:gd name="connsiteX47" fmla="*/ 3405233 w 3412990"/>
              <a:gd name="connsiteY47" fmla="*/ 1813106 h 3836087"/>
              <a:gd name="connsiteX48" fmla="*/ 3404764 w 3412990"/>
              <a:gd name="connsiteY48" fmla="*/ 1918044 h 3836087"/>
              <a:gd name="connsiteX49" fmla="*/ 3405233 w 3412990"/>
              <a:gd name="connsiteY49" fmla="*/ 2022982 h 3836087"/>
              <a:gd name="connsiteX50" fmla="*/ 3406408 w 3412990"/>
              <a:gd name="connsiteY50" fmla="*/ 2120271 h 3836087"/>
              <a:gd name="connsiteX51" fmla="*/ 3407819 w 3412990"/>
              <a:gd name="connsiteY51" fmla="*/ 2209671 h 3836087"/>
              <a:gd name="connsiteX52" fmla="*/ 3409464 w 3412990"/>
              <a:gd name="connsiteY52" fmla="*/ 2292139 h 3836087"/>
              <a:gd name="connsiteX53" fmla="*/ 3410874 w 3412990"/>
              <a:gd name="connsiteY53" fmla="*/ 2367914 h 3836087"/>
              <a:gd name="connsiteX54" fmla="*/ 3412285 w 3412990"/>
              <a:gd name="connsiteY54" fmla="*/ 2436997 h 3836087"/>
              <a:gd name="connsiteX55" fmla="*/ 3412990 w 3412990"/>
              <a:gd name="connsiteY55" fmla="*/ 2500580 h 3836087"/>
              <a:gd name="connsiteX56" fmla="*/ 3412755 w 3412990"/>
              <a:gd name="connsiteY56" fmla="*/ 2558905 h 3836087"/>
              <a:gd name="connsiteX57" fmla="*/ 3411815 w 3412990"/>
              <a:gd name="connsiteY57" fmla="*/ 2611972 h 3836087"/>
              <a:gd name="connsiteX58" fmla="*/ 3409464 w 3412990"/>
              <a:gd name="connsiteY58" fmla="*/ 2660257 h 3836087"/>
              <a:gd name="connsiteX59" fmla="*/ 3405703 w 3412990"/>
              <a:gd name="connsiteY59" fmla="*/ 2704480 h 3836087"/>
              <a:gd name="connsiteX60" fmla="*/ 3400062 w 3412990"/>
              <a:gd name="connsiteY60" fmla="*/ 2744877 h 3836087"/>
              <a:gd name="connsiteX61" fmla="*/ 3392541 w 3412990"/>
              <a:gd name="connsiteY61" fmla="*/ 2781929 h 3836087"/>
              <a:gd name="connsiteX62" fmla="*/ 3382668 w 3412990"/>
              <a:gd name="connsiteY62" fmla="*/ 2816111 h 3836087"/>
              <a:gd name="connsiteX63" fmla="*/ 3370445 w 3412990"/>
              <a:gd name="connsiteY63" fmla="*/ 2847663 h 3836087"/>
              <a:gd name="connsiteX64" fmla="*/ 3355637 w 3412990"/>
              <a:gd name="connsiteY64" fmla="*/ 2877066 h 3836087"/>
              <a:gd name="connsiteX65" fmla="*/ 3337773 w 3412990"/>
              <a:gd name="connsiteY65" fmla="*/ 2904794 h 3836087"/>
              <a:gd name="connsiteX66" fmla="*/ 3316618 w 3412990"/>
              <a:gd name="connsiteY66" fmla="*/ 2931327 h 3836087"/>
              <a:gd name="connsiteX67" fmla="*/ 3292407 w 3412990"/>
              <a:gd name="connsiteY67" fmla="*/ 2956904 h 3836087"/>
              <a:gd name="connsiteX68" fmla="*/ 3264201 w 3412990"/>
              <a:gd name="connsiteY68" fmla="*/ 2981765 h 3836087"/>
              <a:gd name="connsiteX69" fmla="*/ 3232233 w 3412990"/>
              <a:gd name="connsiteY69" fmla="*/ 3007102 h 3836087"/>
              <a:gd name="connsiteX70" fmla="*/ 3196270 w 3412990"/>
              <a:gd name="connsiteY70" fmla="*/ 3032440 h 3836087"/>
              <a:gd name="connsiteX71" fmla="*/ 3155606 w 3412990"/>
              <a:gd name="connsiteY71" fmla="*/ 3058734 h 3836087"/>
              <a:gd name="connsiteX72" fmla="*/ 3110710 w 3412990"/>
              <a:gd name="connsiteY72" fmla="*/ 3086224 h 3836087"/>
              <a:gd name="connsiteX73" fmla="*/ 3060644 w 3412990"/>
              <a:gd name="connsiteY73" fmla="*/ 3115148 h 3836087"/>
              <a:gd name="connsiteX74" fmla="*/ 3005641 w 3412990"/>
              <a:gd name="connsiteY74" fmla="*/ 3146223 h 3836087"/>
              <a:gd name="connsiteX75" fmla="*/ 2945232 w 3412990"/>
              <a:gd name="connsiteY75" fmla="*/ 3179927 h 3836087"/>
              <a:gd name="connsiteX76" fmla="*/ 2879652 w 3412990"/>
              <a:gd name="connsiteY76" fmla="*/ 3216500 h 3836087"/>
              <a:gd name="connsiteX77" fmla="*/ 2807725 w 3412990"/>
              <a:gd name="connsiteY77" fmla="*/ 3256419 h 3836087"/>
              <a:gd name="connsiteX78" fmla="*/ 2730156 w 3412990"/>
              <a:gd name="connsiteY78" fmla="*/ 3299685 h 3836087"/>
              <a:gd name="connsiteX79" fmla="*/ 2646008 w 3412990"/>
              <a:gd name="connsiteY79" fmla="*/ 3347254 h 3836087"/>
              <a:gd name="connsiteX80" fmla="*/ 2555747 w 3412990"/>
              <a:gd name="connsiteY80" fmla="*/ 3399604 h 3836087"/>
              <a:gd name="connsiteX81" fmla="*/ 2465485 w 3412990"/>
              <a:gd name="connsiteY81" fmla="*/ 3452192 h 3836087"/>
              <a:gd name="connsiteX82" fmla="*/ 2382511 w 3412990"/>
              <a:gd name="connsiteY82" fmla="*/ 3501912 h 3836087"/>
              <a:gd name="connsiteX83" fmla="*/ 2306354 w 3412990"/>
              <a:gd name="connsiteY83" fmla="*/ 3547807 h 3836087"/>
              <a:gd name="connsiteX84" fmla="*/ 2236308 w 3412990"/>
              <a:gd name="connsiteY84" fmla="*/ 3590595 h 3836087"/>
              <a:gd name="connsiteX85" fmla="*/ 2171903 w 3412990"/>
              <a:gd name="connsiteY85" fmla="*/ 3629558 h 3836087"/>
              <a:gd name="connsiteX86" fmla="*/ 2112904 w 3412990"/>
              <a:gd name="connsiteY86" fmla="*/ 3665654 h 3836087"/>
              <a:gd name="connsiteX87" fmla="*/ 2058606 w 3412990"/>
              <a:gd name="connsiteY87" fmla="*/ 3697924 h 3836087"/>
              <a:gd name="connsiteX88" fmla="*/ 2008776 w 3412990"/>
              <a:gd name="connsiteY88" fmla="*/ 3727086 h 3836087"/>
              <a:gd name="connsiteX89" fmla="*/ 1962704 w 3412990"/>
              <a:gd name="connsiteY89" fmla="*/ 3752423 h 3836087"/>
              <a:gd name="connsiteX90" fmla="*/ 1919924 w 3412990"/>
              <a:gd name="connsiteY90" fmla="*/ 3774655 h 3836087"/>
              <a:gd name="connsiteX91" fmla="*/ 1879966 w 3412990"/>
              <a:gd name="connsiteY91" fmla="*/ 3793299 h 3836087"/>
              <a:gd name="connsiteX92" fmla="*/ 1842356 w 3412990"/>
              <a:gd name="connsiteY92" fmla="*/ 3808837 h 3836087"/>
              <a:gd name="connsiteX93" fmla="*/ 1806863 w 3412990"/>
              <a:gd name="connsiteY93" fmla="*/ 3820789 h 3836087"/>
              <a:gd name="connsiteX94" fmla="*/ 1772546 w 3412990"/>
              <a:gd name="connsiteY94" fmla="*/ 3829156 h 3836087"/>
              <a:gd name="connsiteX95" fmla="*/ 1739167 w 3412990"/>
              <a:gd name="connsiteY95" fmla="*/ 3834414 h 3836087"/>
              <a:gd name="connsiteX96" fmla="*/ 1706731 w 3412990"/>
              <a:gd name="connsiteY96" fmla="*/ 3836087 h 3836087"/>
              <a:gd name="connsiteX97" fmla="*/ 1673822 w 3412990"/>
              <a:gd name="connsiteY97" fmla="*/ 3834414 h 3836087"/>
              <a:gd name="connsiteX98" fmla="*/ 1640445 w 3412990"/>
              <a:gd name="connsiteY98" fmla="*/ 3829156 h 3836087"/>
              <a:gd name="connsiteX99" fmla="*/ 1606128 w 3412990"/>
              <a:gd name="connsiteY99" fmla="*/ 3820789 h 3836087"/>
              <a:gd name="connsiteX100" fmla="*/ 1570633 w 3412990"/>
              <a:gd name="connsiteY100" fmla="*/ 3808837 h 3836087"/>
              <a:gd name="connsiteX101" fmla="*/ 1533026 w 3412990"/>
              <a:gd name="connsiteY101" fmla="*/ 3793299 h 3836087"/>
              <a:gd name="connsiteX102" fmla="*/ 1493066 w 3412990"/>
              <a:gd name="connsiteY102" fmla="*/ 3774655 h 3836087"/>
              <a:gd name="connsiteX103" fmla="*/ 1450286 w 3412990"/>
              <a:gd name="connsiteY103" fmla="*/ 3752423 h 3836087"/>
              <a:gd name="connsiteX104" fmla="*/ 1404215 w 3412990"/>
              <a:gd name="connsiteY104" fmla="*/ 3727086 h 3836087"/>
              <a:gd name="connsiteX105" fmla="*/ 1354383 w 3412990"/>
              <a:gd name="connsiteY105" fmla="*/ 3697924 h 3836087"/>
              <a:gd name="connsiteX106" fmla="*/ 1300086 w 3412990"/>
              <a:gd name="connsiteY106" fmla="*/ 3665654 h 3836087"/>
              <a:gd name="connsiteX107" fmla="*/ 1241088 w 3412990"/>
              <a:gd name="connsiteY107" fmla="*/ 3629558 h 3836087"/>
              <a:gd name="connsiteX108" fmla="*/ 1176683 w 3412990"/>
              <a:gd name="connsiteY108" fmla="*/ 3590595 h 3836087"/>
              <a:gd name="connsiteX109" fmla="*/ 1106636 w 3412990"/>
              <a:gd name="connsiteY109" fmla="*/ 3547807 h 3836087"/>
              <a:gd name="connsiteX110" fmla="*/ 1030479 w 3412990"/>
              <a:gd name="connsiteY110" fmla="*/ 3501912 h 3836087"/>
              <a:gd name="connsiteX111" fmla="*/ 947505 w 3412990"/>
              <a:gd name="connsiteY111" fmla="*/ 3452192 h 3836087"/>
              <a:gd name="connsiteX112" fmla="*/ 857244 w 3412990"/>
              <a:gd name="connsiteY112" fmla="*/ 3399604 h 3836087"/>
              <a:gd name="connsiteX113" fmla="*/ 766983 w 3412990"/>
              <a:gd name="connsiteY113" fmla="*/ 3347254 h 3836087"/>
              <a:gd name="connsiteX114" fmla="*/ 682833 w 3412990"/>
              <a:gd name="connsiteY114" fmla="*/ 3299685 h 3836087"/>
              <a:gd name="connsiteX115" fmla="*/ 605266 w 3412990"/>
              <a:gd name="connsiteY115" fmla="*/ 3256180 h 3836087"/>
              <a:gd name="connsiteX116" fmla="*/ 533338 w 3412990"/>
              <a:gd name="connsiteY116" fmla="*/ 3216261 h 3836087"/>
              <a:gd name="connsiteX117" fmla="*/ 467758 w 3412990"/>
              <a:gd name="connsiteY117" fmla="*/ 3179927 h 3836087"/>
              <a:gd name="connsiteX118" fmla="*/ 407350 w 3412990"/>
              <a:gd name="connsiteY118" fmla="*/ 3146223 h 3836087"/>
              <a:gd name="connsiteX119" fmla="*/ 352347 w 3412990"/>
              <a:gd name="connsiteY119" fmla="*/ 3115148 h 3836087"/>
              <a:gd name="connsiteX120" fmla="*/ 302515 w 3412990"/>
              <a:gd name="connsiteY120" fmla="*/ 3086224 h 3836087"/>
              <a:gd name="connsiteX121" fmla="*/ 257384 w 3412990"/>
              <a:gd name="connsiteY121" fmla="*/ 3058496 h 3836087"/>
              <a:gd name="connsiteX122" fmla="*/ 216720 w 3412990"/>
              <a:gd name="connsiteY122" fmla="*/ 3032440 h 3836087"/>
              <a:gd name="connsiteX123" fmla="*/ 180992 w 3412990"/>
              <a:gd name="connsiteY123" fmla="*/ 3007102 h 3836087"/>
              <a:gd name="connsiteX124" fmla="*/ 148789 w 3412990"/>
              <a:gd name="connsiteY124" fmla="*/ 2981765 h 3836087"/>
              <a:gd name="connsiteX125" fmla="*/ 120583 w 3412990"/>
              <a:gd name="connsiteY125" fmla="*/ 2956904 h 3836087"/>
              <a:gd name="connsiteX126" fmla="*/ 96372 w 3412990"/>
              <a:gd name="connsiteY126" fmla="*/ 2931327 h 3836087"/>
              <a:gd name="connsiteX127" fmla="*/ 75218 w 3412990"/>
              <a:gd name="connsiteY127" fmla="*/ 2904794 h 3836087"/>
              <a:gd name="connsiteX128" fmla="*/ 57354 w 3412990"/>
              <a:gd name="connsiteY128" fmla="*/ 2877066 h 3836087"/>
              <a:gd name="connsiteX129" fmla="*/ 42545 w 3412990"/>
              <a:gd name="connsiteY129" fmla="*/ 2847663 h 3836087"/>
              <a:gd name="connsiteX130" fmla="*/ 30322 w 3412990"/>
              <a:gd name="connsiteY130" fmla="*/ 2816111 h 3836087"/>
              <a:gd name="connsiteX131" fmla="*/ 20450 w 3412990"/>
              <a:gd name="connsiteY131" fmla="*/ 2781929 h 3836087"/>
              <a:gd name="connsiteX132" fmla="*/ 13163 w 3412990"/>
              <a:gd name="connsiteY132" fmla="*/ 2744877 h 3836087"/>
              <a:gd name="connsiteX133" fmla="*/ 7287 w 3412990"/>
              <a:gd name="connsiteY133" fmla="*/ 2704480 h 3836087"/>
              <a:gd name="connsiteX134" fmla="*/ 3526 w 3412990"/>
              <a:gd name="connsiteY134" fmla="*/ 2660257 h 3836087"/>
              <a:gd name="connsiteX135" fmla="*/ 1175 w 3412990"/>
              <a:gd name="connsiteY135" fmla="*/ 2611972 h 3836087"/>
              <a:gd name="connsiteX136" fmla="*/ 235 w 3412990"/>
              <a:gd name="connsiteY136" fmla="*/ 2558905 h 3836087"/>
              <a:gd name="connsiteX137" fmla="*/ 0 w 3412990"/>
              <a:gd name="connsiteY137" fmla="*/ 2500580 h 3836087"/>
              <a:gd name="connsiteX138" fmla="*/ 705 w 3412990"/>
              <a:gd name="connsiteY138" fmla="*/ 2436997 h 3836087"/>
              <a:gd name="connsiteX139" fmla="*/ 2116 w 3412990"/>
              <a:gd name="connsiteY139" fmla="*/ 2367914 h 3836087"/>
              <a:gd name="connsiteX140" fmla="*/ 3526 w 3412990"/>
              <a:gd name="connsiteY140" fmla="*/ 2292139 h 3836087"/>
              <a:gd name="connsiteX141" fmla="*/ 5171 w 3412990"/>
              <a:gd name="connsiteY141" fmla="*/ 2209671 h 3836087"/>
              <a:gd name="connsiteX142" fmla="*/ 6582 w 3412990"/>
              <a:gd name="connsiteY142" fmla="*/ 2120271 h 3836087"/>
              <a:gd name="connsiteX143" fmla="*/ 7757 w 3412990"/>
              <a:gd name="connsiteY143" fmla="*/ 2022982 h 3836087"/>
              <a:gd name="connsiteX144" fmla="*/ 8227 w 3412990"/>
              <a:gd name="connsiteY144" fmla="*/ 1918044 h 3836087"/>
              <a:gd name="connsiteX145" fmla="*/ 7757 w 3412990"/>
              <a:gd name="connsiteY145" fmla="*/ 1813106 h 3836087"/>
              <a:gd name="connsiteX146" fmla="*/ 6582 w 3412990"/>
              <a:gd name="connsiteY146" fmla="*/ 1715818 h 3836087"/>
              <a:gd name="connsiteX147" fmla="*/ 5171 w 3412990"/>
              <a:gd name="connsiteY147" fmla="*/ 1626417 h 3836087"/>
              <a:gd name="connsiteX148" fmla="*/ 3526 w 3412990"/>
              <a:gd name="connsiteY148" fmla="*/ 1543948 h 3836087"/>
              <a:gd name="connsiteX149" fmla="*/ 2116 w 3412990"/>
              <a:gd name="connsiteY149" fmla="*/ 1468174 h 3836087"/>
              <a:gd name="connsiteX150" fmla="*/ 705 w 3412990"/>
              <a:gd name="connsiteY150" fmla="*/ 1399092 h 3836087"/>
              <a:gd name="connsiteX151" fmla="*/ 0 w 3412990"/>
              <a:gd name="connsiteY151" fmla="*/ 1335507 h 3836087"/>
              <a:gd name="connsiteX152" fmla="*/ 235 w 3412990"/>
              <a:gd name="connsiteY152" fmla="*/ 1277182 h 3836087"/>
              <a:gd name="connsiteX153" fmla="*/ 1175 w 3412990"/>
              <a:gd name="connsiteY153" fmla="*/ 1224115 h 3836087"/>
              <a:gd name="connsiteX154" fmla="*/ 3526 w 3412990"/>
              <a:gd name="connsiteY154" fmla="*/ 1175830 h 3836087"/>
              <a:gd name="connsiteX155" fmla="*/ 7287 w 3412990"/>
              <a:gd name="connsiteY155" fmla="*/ 1131607 h 3836087"/>
              <a:gd name="connsiteX156" fmla="*/ 12928 w 3412990"/>
              <a:gd name="connsiteY156" fmla="*/ 1091210 h 3836087"/>
              <a:gd name="connsiteX157" fmla="*/ 20450 w 3412990"/>
              <a:gd name="connsiteY157" fmla="*/ 1054160 h 3836087"/>
              <a:gd name="connsiteX158" fmla="*/ 30322 w 3412990"/>
              <a:gd name="connsiteY158" fmla="*/ 1019977 h 3836087"/>
              <a:gd name="connsiteX159" fmla="*/ 42545 w 3412990"/>
              <a:gd name="connsiteY159" fmla="*/ 988424 h 3836087"/>
              <a:gd name="connsiteX160" fmla="*/ 57354 w 3412990"/>
              <a:gd name="connsiteY160" fmla="*/ 959022 h 3836087"/>
              <a:gd name="connsiteX161" fmla="*/ 75218 w 3412990"/>
              <a:gd name="connsiteY161" fmla="*/ 931293 h 3836087"/>
              <a:gd name="connsiteX162" fmla="*/ 96372 w 3412990"/>
              <a:gd name="connsiteY162" fmla="*/ 904760 h 3836087"/>
              <a:gd name="connsiteX163" fmla="*/ 120583 w 3412990"/>
              <a:gd name="connsiteY163" fmla="*/ 879183 h 3836087"/>
              <a:gd name="connsiteX164" fmla="*/ 148789 w 3412990"/>
              <a:gd name="connsiteY164" fmla="*/ 854323 h 3836087"/>
              <a:gd name="connsiteX165" fmla="*/ 180757 w 3412990"/>
              <a:gd name="connsiteY165" fmla="*/ 828985 h 3836087"/>
              <a:gd name="connsiteX166" fmla="*/ 216720 w 3412990"/>
              <a:gd name="connsiteY166" fmla="*/ 803647 h 3836087"/>
              <a:gd name="connsiteX167" fmla="*/ 257384 w 3412990"/>
              <a:gd name="connsiteY167" fmla="*/ 777353 h 3836087"/>
              <a:gd name="connsiteX168" fmla="*/ 302280 w 3412990"/>
              <a:gd name="connsiteY168" fmla="*/ 749864 h 3836087"/>
              <a:gd name="connsiteX169" fmla="*/ 352347 w 3412990"/>
              <a:gd name="connsiteY169" fmla="*/ 720939 h 3836087"/>
              <a:gd name="connsiteX170" fmla="*/ 407350 w 3412990"/>
              <a:gd name="connsiteY170" fmla="*/ 689865 h 3836087"/>
              <a:gd name="connsiteX171" fmla="*/ 467758 w 3412990"/>
              <a:gd name="connsiteY171" fmla="*/ 656161 h 3836087"/>
              <a:gd name="connsiteX172" fmla="*/ 533338 w 3412990"/>
              <a:gd name="connsiteY172" fmla="*/ 619588 h 3836087"/>
              <a:gd name="connsiteX173" fmla="*/ 605266 w 3412990"/>
              <a:gd name="connsiteY173" fmla="*/ 579668 h 3836087"/>
              <a:gd name="connsiteX174" fmla="*/ 682833 w 3412990"/>
              <a:gd name="connsiteY174" fmla="*/ 536402 h 3836087"/>
              <a:gd name="connsiteX175" fmla="*/ 766983 w 3412990"/>
              <a:gd name="connsiteY175" fmla="*/ 488834 h 3836087"/>
              <a:gd name="connsiteX176" fmla="*/ 857244 w 3412990"/>
              <a:gd name="connsiteY176" fmla="*/ 436484 h 3836087"/>
              <a:gd name="connsiteX177" fmla="*/ 947505 w 3412990"/>
              <a:gd name="connsiteY177" fmla="*/ 383896 h 3836087"/>
              <a:gd name="connsiteX178" fmla="*/ 1030479 w 3412990"/>
              <a:gd name="connsiteY178" fmla="*/ 334176 h 3836087"/>
              <a:gd name="connsiteX179" fmla="*/ 1106636 w 3412990"/>
              <a:gd name="connsiteY179" fmla="*/ 288280 h 3836087"/>
              <a:gd name="connsiteX180" fmla="*/ 1176683 w 3412990"/>
              <a:gd name="connsiteY180" fmla="*/ 245493 h 3836087"/>
              <a:gd name="connsiteX181" fmla="*/ 1241088 w 3412990"/>
              <a:gd name="connsiteY181" fmla="*/ 206529 h 3836087"/>
              <a:gd name="connsiteX182" fmla="*/ 1300086 w 3412990"/>
              <a:gd name="connsiteY182" fmla="*/ 170435 h 3836087"/>
              <a:gd name="connsiteX183" fmla="*/ 1354383 w 3412990"/>
              <a:gd name="connsiteY183" fmla="*/ 138165 h 3836087"/>
              <a:gd name="connsiteX184" fmla="*/ 1404215 w 3412990"/>
              <a:gd name="connsiteY184" fmla="*/ 109001 h 3836087"/>
              <a:gd name="connsiteX185" fmla="*/ 1450286 w 3412990"/>
              <a:gd name="connsiteY185" fmla="*/ 83664 h 3836087"/>
              <a:gd name="connsiteX186" fmla="*/ 1493066 w 3412990"/>
              <a:gd name="connsiteY186" fmla="*/ 61433 h 3836087"/>
              <a:gd name="connsiteX187" fmla="*/ 1533026 w 3412990"/>
              <a:gd name="connsiteY187" fmla="*/ 42788 h 3836087"/>
              <a:gd name="connsiteX188" fmla="*/ 1570633 w 3412990"/>
              <a:gd name="connsiteY188" fmla="*/ 27250 h 3836087"/>
              <a:gd name="connsiteX189" fmla="*/ 1606128 w 3412990"/>
              <a:gd name="connsiteY189" fmla="*/ 15299 h 3836087"/>
              <a:gd name="connsiteX190" fmla="*/ 1640445 w 3412990"/>
              <a:gd name="connsiteY190" fmla="*/ 6933 h 3836087"/>
              <a:gd name="connsiteX191" fmla="*/ 1673822 w 3412990"/>
              <a:gd name="connsiteY191" fmla="*/ 1673 h 3836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3412990" h="3836087">
                <a:moveTo>
                  <a:pt x="1706731" y="0"/>
                </a:moveTo>
                <a:lnTo>
                  <a:pt x="1739167" y="1673"/>
                </a:lnTo>
                <a:lnTo>
                  <a:pt x="1772546" y="6933"/>
                </a:lnTo>
                <a:lnTo>
                  <a:pt x="1806863" y="15299"/>
                </a:lnTo>
                <a:lnTo>
                  <a:pt x="1842356" y="27250"/>
                </a:lnTo>
                <a:lnTo>
                  <a:pt x="1879966" y="42788"/>
                </a:lnTo>
                <a:lnTo>
                  <a:pt x="1919924" y="61433"/>
                </a:lnTo>
                <a:lnTo>
                  <a:pt x="1962704" y="83664"/>
                </a:lnTo>
                <a:lnTo>
                  <a:pt x="2008776" y="109001"/>
                </a:lnTo>
                <a:lnTo>
                  <a:pt x="2058606" y="138165"/>
                </a:lnTo>
                <a:lnTo>
                  <a:pt x="2112904" y="170435"/>
                </a:lnTo>
                <a:lnTo>
                  <a:pt x="2171903" y="206529"/>
                </a:lnTo>
                <a:lnTo>
                  <a:pt x="2236308" y="245493"/>
                </a:lnTo>
                <a:lnTo>
                  <a:pt x="2306354" y="288280"/>
                </a:lnTo>
                <a:lnTo>
                  <a:pt x="2382511" y="334176"/>
                </a:lnTo>
                <a:lnTo>
                  <a:pt x="2465485" y="383896"/>
                </a:lnTo>
                <a:lnTo>
                  <a:pt x="2555747" y="436484"/>
                </a:lnTo>
                <a:lnTo>
                  <a:pt x="2646008" y="488834"/>
                </a:lnTo>
                <a:lnTo>
                  <a:pt x="2730156" y="536402"/>
                </a:lnTo>
                <a:lnTo>
                  <a:pt x="2807725" y="579907"/>
                </a:lnTo>
                <a:lnTo>
                  <a:pt x="2879652" y="619826"/>
                </a:lnTo>
                <a:lnTo>
                  <a:pt x="2945232" y="656161"/>
                </a:lnTo>
                <a:lnTo>
                  <a:pt x="3005641" y="689865"/>
                </a:lnTo>
                <a:lnTo>
                  <a:pt x="3060644" y="720939"/>
                </a:lnTo>
                <a:lnTo>
                  <a:pt x="3110475" y="749864"/>
                </a:lnTo>
                <a:lnTo>
                  <a:pt x="3155606" y="777592"/>
                </a:lnTo>
                <a:lnTo>
                  <a:pt x="3196270" y="803647"/>
                </a:lnTo>
                <a:lnTo>
                  <a:pt x="3231998" y="828985"/>
                </a:lnTo>
                <a:lnTo>
                  <a:pt x="3264201" y="854323"/>
                </a:lnTo>
                <a:lnTo>
                  <a:pt x="3292407" y="879183"/>
                </a:lnTo>
                <a:lnTo>
                  <a:pt x="3316618" y="904760"/>
                </a:lnTo>
                <a:lnTo>
                  <a:pt x="3337773" y="931293"/>
                </a:lnTo>
                <a:lnTo>
                  <a:pt x="3355637" y="959022"/>
                </a:lnTo>
                <a:lnTo>
                  <a:pt x="3370445" y="988424"/>
                </a:lnTo>
                <a:lnTo>
                  <a:pt x="3382668" y="1019977"/>
                </a:lnTo>
                <a:lnTo>
                  <a:pt x="3392541" y="1054160"/>
                </a:lnTo>
                <a:lnTo>
                  <a:pt x="3399827" y="1091210"/>
                </a:lnTo>
                <a:lnTo>
                  <a:pt x="3405703" y="1131607"/>
                </a:lnTo>
                <a:lnTo>
                  <a:pt x="3409464" y="1175830"/>
                </a:lnTo>
                <a:lnTo>
                  <a:pt x="3411815" y="1224115"/>
                </a:lnTo>
                <a:lnTo>
                  <a:pt x="3412755" y="1277182"/>
                </a:lnTo>
                <a:lnTo>
                  <a:pt x="3412990" y="1335507"/>
                </a:lnTo>
                <a:lnTo>
                  <a:pt x="3412285" y="1399092"/>
                </a:lnTo>
                <a:lnTo>
                  <a:pt x="3410874" y="1468174"/>
                </a:lnTo>
                <a:lnTo>
                  <a:pt x="3409464" y="1543948"/>
                </a:lnTo>
                <a:lnTo>
                  <a:pt x="3407819" y="1626417"/>
                </a:lnTo>
                <a:lnTo>
                  <a:pt x="3406408" y="1715818"/>
                </a:lnTo>
                <a:lnTo>
                  <a:pt x="3405233" y="1813106"/>
                </a:lnTo>
                <a:lnTo>
                  <a:pt x="3404764" y="1918044"/>
                </a:lnTo>
                <a:lnTo>
                  <a:pt x="3405233" y="2022982"/>
                </a:lnTo>
                <a:lnTo>
                  <a:pt x="3406408" y="2120271"/>
                </a:lnTo>
                <a:lnTo>
                  <a:pt x="3407819" y="2209671"/>
                </a:lnTo>
                <a:lnTo>
                  <a:pt x="3409464" y="2292139"/>
                </a:lnTo>
                <a:lnTo>
                  <a:pt x="3410874" y="2367914"/>
                </a:lnTo>
                <a:lnTo>
                  <a:pt x="3412285" y="2436997"/>
                </a:lnTo>
                <a:lnTo>
                  <a:pt x="3412990" y="2500580"/>
                </a:lnTo>
                <a:lnTo>
                  <a:pt x="3412755" y="2558905"/>
                </a:lnTo>
                <a:lnTo>
                  <a:pt x="3411815" y="2611972"/>
                </a:lnTo>
                <a:lnTo>
                  <a:pt x="3409464" y="2660257"/>
                </a:lnTo>
                <a:lnTo>
                  <a:pt x="3405703" y="2704480"/>
                </a:lnTo>
                <a:lnTo>
                  <a:pt x="3400062" y="2744877"/>
                </a:lnTo>
                <a:lnTo>
                  <a:pt x="3392541" y="2781929"/>
                </a:lnTo>
                <a:lnTo>
                  <a:pt x="3382668" y="2816111"/>
                </a:lnTo>
                <a:lnTo>
                  <a:pt x="3370445" y="2847663"/>
                </a:lnTo>
                <a:lnTo>
                  <a:pt x="3355637" y="2877066"/>
                </a:lnTo>
                <a:lnTo>
                  <a:pt x="3337773" y="2904794"/>
                </a:lnTo>
                <a:lnTo>
                  <a:pt x="3316618" y="2931327"/>
                </a:lnTo>
                <a:lnTo>
                  <a:pt x="3292407" y="2956904"/>
                </a:lnTo>
                <a:lnTo>
                  <a:pt x="3264201" y="2981765"/>
                </a:lnTo>
                <a:lnTo>
                  <a:pt x="3232233" y="3007102"/>
                </a:lnTo>
                <a:lnTo>
                  <a:pt x="3196270" y="3032440"/>
                </a:lnTo>
                <a:lnTo>
                  <a:pt x="3155606" y="3058734"/>
                </a:lnTo>
                <a:lnTo>
                  <a:pt x="3110710" y="3086224"/>
                </a:lnTo>
                <a:lnTo>
                  <a:pt x="3060644" y="3115148"/>
                </a:lnTo>
                <a:lnTo>
                  <a:pt x="3005641" y="3146223"/>
                </a:lnTo>
                <a:lnTo>
                  <a:pt x="2945232" y="3179927"/>
                </a:lnTo>
                <a:lnTo>
                  <a:pt x="2879652" y="3216500"/>
                </a:lnTo>
                <a:lnTo>
                  <a:pt x="2807725" y="3256419"/>
                </a:lnTo>
                <a:lnTo>
                  <a:pt x="2730156" y="3299685"/>
                </a:lnTo>
                <a:lnTo>
                  <a:pt x="2646008" y="3347254"/>
                </a:lnTo>
                <a:lnTo>
                  <a:pt x="2555747" y="3399604"/>
                </a:lnTo>
                <a:lnTo>
                  <a:pt x="2465485" y="3452192"/>
                </a:lnTo>
                <a:lnTo>
                  <a:pt x="2382511" y="3501912"/>
                </a:lnTo>
                <a:lnTo>
                  <a:pt x="2306354" y="3547807"/>
                </a:lnTo>
                <a:lnTo>
                  <a:pt x="2236308" y="3590595"/>
                </a:lnTo>
                <a:lnTo>
                  <a:pt x="2171903" y="3629558"/>
                </a:lnTo>
                <a:lnTo>
                  <a:pt x="2112904" y="3665654"/>
                </a:lnTo>
                <a:lnTo>
                  <a:pt x="2058606" y="3697924"/>
                </a:lnTo>
                <a:lnTo>
                  <a:pt x="2008776" y="3727086"/>
                </a:lnTo>
                <a:lnTo>
                  <a:pt x="1962704" y="3752423"/>
                </a:lnTo>
                <a:lnTo>
                  <a:pt x="1919924" y="3774655"/>
                </a:lnTo>
                <a:lnTo>
                  <a:pt x="1879966" y="3793299"/>
                </a:lnTo>
                <a:lnTo>
                  <a:pt x="1842356" y="3808837"/>
                </a:lnTo>
                <a:lnTo>
                  <a:pt x="1806863" y="3820789"/>
                </a:lnTo>
                <a:lnTo>
                  <a:pt x="1772546" y="3829156"/>
                </a:lnTo>
                <a:lnTo>
                  <a:pt x="1739167" y="3834414"/>
                </a:lnTo>
                <a:lnTo>
                  <a:pt x="1706731" y="3836087"/>
                </a:lnTo>
                <a:lnTo>
                  <a:pt x="1673822" y="3834414"/>
                </a:lnTo>
                <a:lnTo>
                  <a:pt x="1640445" y="3829156"/>
                </a:lnTo>
                <a:lnTo>
                  <a:pt x="1606128" y="3820789"/>
                </a:lnTo>
                <a:lnTo>
                  <a:pt x="1570633" y="3808837"/>
                </a:lnTo>
                <a:lnTo>
                  <a:pt x="1533026" y="3793299"/>
                </a:lnTo>
                <a:lnTo>
                  <a:pt x="1493066" y="3774655"/>
                </a:lnTo>
                <a:lnTo>
                  <a:pt x="1450286" y="3752423"/>
                </a:lnTo>
                <a:lnTo>
                  <a:pt x="1404215" y="3727086"/>
                </a:lnTo>
                <a:lnTo>
                  <a:pt x="1354383" y="3697924"/>
                </a:lnTo>
                <a:lnTo>
                  <a:pt x="1300086" y="3665654"/>
                </a:lnTo>
                <a:lnTo>
                  <a:pt x="1241088" y="3629558"/>
                </a:lnTo>
                <a:lnTo>
                  <a:pt x="1176683" y="3590595"/>
                </a:lnTo>
                <a:lnTo>
                  <a:pt x="1106636" y="3547807"/>
                </a:lnTo>
                <a:lnTo>
                  <a:pt x="1030479" y="3501912"/>
                </a:lnTo>
                <a:lnTo>
                  <a:pt x="947505" y="3452192"/>
                </a:lnTo>
                <a:lnTo>
                  <a:pt x="857244" y="3399604"/>
                </a:lnTo>
                <a:lnTo>
                  <a:pt x="766983" y="3347254"/>
                </a:lnTo>
                <a:lnTo>
                  <a:pt x="682833" y="3299685"/>
                </a:lnTo>
                <a:lnTo>
                  <a:pt x="605266" y="3256180"/>
                </a:lnTo>
                <a:lnTo>
                  <a:pt x="533338" y="3216261"/>
                </a:lnTo>
                <a:lnTo>
                  <a:pt x="467758" y="3179927"/>
                </a:lnTo>
                <a:lnTo>
                  <a:pt x="407350" y="3146223"/>
                </a:lnTo>
                <a:lnTo>
                  <a:pt x="352347" y="3115148"/>
                </a:lnTo>
                <a:lnTo>
                  <a:pt x="302515" y="3086224"/>
                </a:lnTo>
                <a:lnTo>
                  <a:pt x="257384" y="3058496"/>
                </a:lnTo>
                <a:lnTo>
                  <a:pt x="216720" y="3032440"/>
                </a:lnTo>
                <a:lnTo>
                  <a:pt x="180992" y="3007102"/>
                </a:lnTo>
                <a:lnTo>
                  <a:pt x="148789" y="2981765"/>
                </a:lnTo>
                <a:lnTo>
                  <a:pt x="120583" y="2956904"/>
                </a:lnTo>
                <a:lnTo>
                  <a:pt x="96372" y="2931327"/>
                </a:lnTo>
                <a:lnTo>
                  <a:pt x="75218" y="2904794"/>
                </a:lnTo>
                <a:lnTo>
                  <a:pt x="57354" y="2877066"/>
                </a:lnTo>
                <a:lnTo>
                  <a:pt x="42545" y="2847663"/>
                </a:lnTo>
                <a:lnTo>
                  <a:pt x="30322" y="2816111"/>
                </a:lnTo>
                <a:lnTo>
                  <a:pt x="20450" y="2781929"/>
                </a:lnTo>
                <a:lnTo>
                  <a:pt x="13163" y="2744877"/>
                </a:lnTo>
                <a:lnTo>
                  <a:pt x="7287" y="2704480"/>
                </a:lnTo>
                <a:lnTo>
                  <a:pt x="3526" y="2660257"/>
                </a:lnTo>
                <a:lnTo>
                  <a:pt x="1175" y="2611972"/>
                </a:lnTo>
                <a:lnTo>
                  <a:pt x="235" y="2558905"/>
                </a:lnTo>
                <a:lnTo>
                  <a:pt x="0" y="2500580"/>
                </a:lnTo>
                <a:lnTo>
                  <a:pt x="705" y="2436997"/>
                </a:lnTo>
                <a:lnTo>
                  <a:pt x="2116" y="2367914"/>
                </a:lnTo>
                <a:lnTo>
                  <a:pt x="3526" y="2292139"/>
                </a:lnTo>
                <a:lnTo>
                  <a:pt x="5171" y="2209671"/>
                </a:lnTo>
                <a:lnTo>
                  <a:pt x="6582" y="2120271"/>
                </a:lnTo>
                <a:lnTo>
                  <a:pt x="7757" y="2022982"/>
                </a:lnTo>
                <a:lnTo>
                  <a:pt x="8227" y="1918044"/>
                </a:lnTo>
                <a:lnTo>
                  <a:pt x="7757" y="1813106"/>
                </a:lnTo>
                <a:lnTo>
                  <a:pt x="6582" y="1715818"/>
                </a:lnTo>
                <a:lnTo>
                  <a:pt x="5171" y="1626417"/>
                </a:lnTo>
                <a:lnTo>
                  <a:pt x="3526" y="1543948"/>
                </a:lnTo>
                <a:lnTo>
                  <a:pt x="2116" y="1468174"/>
                </a:lnTo>
                <a:lnTo>
                  <a:pt x="705" y="1399092"/>
                </a:lnTo>
                <a:lnTo>
                  <a:pt x="0" y="1335507"/>
                </a:lnTo>
                <a:lnTo>
                  <a:pt x="235" y="1277182"/>
                </a:lnTo>
                <a:lnTo>
                  <a:pt x="1175" y="1224115"/>
                </a:lnTo>
                <a:lnTo>
                  <a:pt x="3526" y="1175830"/>
                </a:lnTo>
                <a:lnTo>
                  <a:pt x="7287" y="1131607"/>
                </a:lnTo>
                <a:lnTo>
                  <a:pt x="12928" y="1091210"/>
                </a:lnTo>
                <a:lnTo>
                  <a:pt x="20450" y="1054160"/>
                </a:lnTo>
                <a:lnTo>
                  <a:pt x="30322" y="1019977"/>
                </a:lnTo>
                <a:lnTo>
                  <a:pt x="42545" y="988424"/>
                </a:lnTo>
                <a:lnTo>
                  <a:pt x="57354" y="959022"/>
                </a:lnTo>
                <a:lnTo>
                  <a:pt x="75218" y="931293"/>
                </a:lnTo>
                <a:lnTo>
                  <a:pt x="96372" y="904760"/>
                </a:lnTo>
                <a:lnTo>
                  <a:pt x="120583" y="879183"/>
                </a:lnTo>
                <a:lnTo>
                  <a:pt x="148789" y="854323"/>
                </a:lnTo>
                <a:lnTo>
                  <a:pt x="180757" y="828985"/>
                </a:lnTo>
                <a:lnTo>
                  <a:pt x="216720" y="803647"/>
                </a:lnTo>
                <a:lnTo>
                  <a:pt x="257384" y="777353"/>
                </a:lnTo>
                <a:lnTo>
                  <a:pt x="302280" y="749864"/>
                </a:lnTo>
                <a:lnTo>
                  <a:pt x="352347" y="720939"/>
                </a:lnTo>
                <a:lnTo>
                  <a:pt x="407350" y="689865"/>
                </a:lnTo>
                <a:lnTo>
                  <a:pt x="467758" y="656161"/>
                </a:lnTo>
                <a:lnTo>
                  <a:pt x="533338" y="619588"/>
                </a:lnTo>
                <a:lnTo>
                  <a:pt x="605266" y="579668"/>
                </a:lnTo>
                <a:lnTo>
                  <a:pt x="682833" y="536402"/>
                </a:lnTo>
                <a:lnTo>
                  <a:pt x="766983" y="488834"/>
                </a:lnTo>
                <a:lnTo>
                  <a:pt x="857244" y="436484"/>
                </a:lnTo>
                <a:lnTo>
                  <a:pt x="947505" y="383896"/>
                </a:lnTo>
                <a:lnTo>
                  <a:pt x="1030479" y="334176"/>
                </a:lnTo>
                <a:lnTo>
                  <a:pt x="1106636" y="288280"/>
                </a:lnTo>
                <a:lnTo>
                  <a:pt x="1176683" y="245493"/>
                </a:lnTo>
                <a:lnTo>
                  <a:pt x="1241088" y="206529"/>
                </a:lnTo>
                <a:lnTo>
                  <a:pt x="1300086" y="170435"/>
                </a:lnTo>
                <a:lnTo>
                  <a:pt x="1354383" y="138165"/>
                </a:lnTo>
                <a:lnTo>
                  <a:pt x="1404215" y="109001"/>
                </a:lnTo>
                <a:lnTo>
                  <a:pt x="1450286" y="83664"/>
                </a:lnTo>
                <a:lnTo>
                  <a:pt x="1493066" y="61433"/>
                </a:lnTo>
                <a:lnTo>
                  <a:pt x="1533026" y="42788"/>
                </a:lnTo>
                <a:lnTo>
                  <a:pt x="1570633" y="27250"/>
                </a:lnTo>
                <a:lnTo>
                  <a:pt x="1606128" y="15299"/>
                </a:lnTo>
                <a:lnTo>
                  <a:pt x="1640445" y="6933"/>
                </a:lnTo>
                <a:lnTo>
                  <a:pt x="1673822" y="1673"/>
                </a:lnTo>
                <a:close/>
              </a:path>
            </a:pathLst>
          </a:custGeom>
          <a:solidFill>
            <a:schemeClr val="bg1">
              <a:lumMod val="95000"/>
            </a:schemeClr>
          </a:solidFill>
        </p:spPr>
        <p:txBody>
          <a:bodyPr wrap="square">
            <a:noAutofit/>
          </a:bodyPr>
          <a:lstStyle>
            <a:lvl1pPr marL="0" indent="0" algn="ctr">
              <a:buNone/>
              <a:defRPr sz="2400">
                <a:solidFill>
                  <a:schemeClr val="tx1">
                    <a:lumMod val="50000"/>
                    <a:lumOff val="50000"/>
                  </a:schemeClr>
                </a:solidFill>
              </a:defRPr>
            </a:lvl1pPr>
          </a:lstStyle>
          <a:p>
            <a:endParaRPr lang="id-ID"/>
          </a:p>
        </p:txBody>
      </p:sp>
      <p:sp>
        <p:nvSpPr>
          <p:cNvPr id="9" name="Picture Placeholder 8">
            <a:extLst>
              <a:ext uri="{FF2B5EF4-FFF2-40B4-BE49-F238E27FC236}">
                <a16:creationId xmlns:a16="http://schemas.microsoft.com/office/drawing/2014/main" id="{09926F4B-127C-4DCB-B202-39B714D6B6E5}"/>
              </a:ext>
            </a:extLst>
          </p:cNvPr>
          <p:cNvSpPr>
            <a:spLocks noGrp="1"/>
          </p:cNvSpPr>
          <p:nvPr>
            <p:ph type="pic" sz="quarter" idx="12"/>
          </p:nvPr>
        </p:nvSpPr>
        <p:spPr>
          <a:xfrm>
            <a:off x="1090814" y="6701473"/>
            <a:ext cx="3412990" cy="3836087"/>
          </a:xfrm>
          <a:custGeom>
            <a:avLst/>
            <a:gdLst>
              <a:gd name="connsiteX0" fmla="*/ 1706731 w 3412990"/>
              <a:gd name="connsiteY0" fmla="*/ 0 h 3836087"/>
              <a:gd name="connsiteX1" fmla="*/ 1739167 w 3412990"/>
              <a:gd name="connsiteY1" fmla="*/ 1673 h 3836087"/>
              <a:gd name="connsiteX2" fmla="*/ 1772546 w 3412990"/>
              <a:gd name="connsiteY2" fmla="*/ 6933 h 3836087"/>
              <a:gd name="connsiteX3" fmla="*/ 1806863 w 3412990"/>
              <a:gd name="connsiteY3" fmla="*/ 15299 h 3836087"/>
              <a:gd name="connsiteX4" fmla="*/ 1842356 w 3412990"/>
              <a:gd name="connsiteY4" fmla="*/ 27250 h 3836087"/>
              <a:gd name="connsiteX5" fmla="*/ 1879966 w 3412990"/>
              <a:gd name="connsiteY5" fmla="*/ 42788 h 3836087"/>
              <a:gd name="connsiteX6" fmla="*/ 1919924 w 3412990"/>
              <a:gd name="connsiteY6" fmla="*/ 61433 h 3836087"/>
              <a:gd name="connsiteX7" fmla="*/ 1962704 w 3412990"/>
              <a:gd name="connsiteY7" fmla="*/ 83664 h 3836087"/>
              <a:gd name="connsiteX8" fmla="*/ 2008776 w 3412990"/>
              <a:gd name="connsiteY8" fmla="*/ 109001 h 3836087"/>
              <a:gd name="connsiteX9" fmla="*/ 2058606 w 3412990"/>
              <a:gd name="connsiteY9" fmla="*/ 138165 h 3836087"/>
              <a:gd name="connsiteX10" fmla="*/ 2112904 w 3412990"/>
              <a:gd name="connsiteY10" fmla="*/ 170435 h 3836087"/>
              <a:gd name="connsiteX11" fmla="*/ 2171903 w 3412990"/>
              <a:gd name="connsiteY11" fmla="*/ 206529 h 3836087"/>
              <a:gd name="connsiteX12" fmla="*/ 2236308 w 3412990"/>
              <a:gd name="connsiteY12" fmla="*/ 245493 h 3836087"/>
              <a:gd name="connsiteX13" fmla="*/ 2306354 w 3412990"/>
              <a:gd name="connsiteY13" fmla="*/ 288280 h 3836087"/>
              <a:gd name="connsiteX14" fmla="*/ 2382511 w 3412990"/>
              <a:gd name="connsiteY14" fmla="*/ 334176 h 3836087"/>
              <a:gd name="connsiteX15" fmla="*/ 2465485 w 3412990"/>
              <a:gd name="connsiteY15" fmla="*/ 383896 h 3836087"/>
              <a:gd name="connsiteX16" fmla="*/ 2555747 w 3412990"/>
              <a:gd name="connsiteY16" fmla="*/ 436484 h 3836087"/>
              <a:gd name="connsiteX17" fmla="*/ 2646008 w 3412990"/>
              <a:gd name="connsiteY17" fmla="*/ 488834 h 3836087"/>
              <a:gd name="connsiteX18" fmla="*/ 2730156 w 3412990"/>
              <a:gd name="connsiteY18" fmla="*/ 536402 h 3836087"/>
              <a:gd name="connsiteX19" fmla="*/ 2807725 w 3412990"/>
              <a:gd name="connsiteY19" fmla="*/ 579907 h 3836087"/>
              <a:gd name="connsiteX20" fmla="*/ 2879652 w 3412990"/>
              <a:gd name="connsiteY20" fmla="*/ 619826 h 3836087"/>
              <a:gd name="connsiteX21" fmla="*/ 2945232 w 3412990"/>
              <a:gd name="connsiteY21" fmla="*/ 656161 h 3836087"/>
              <a:gd name="connsiteX22" fmla="*/ 3005641 w 3412990"/>
              <a:gd name="connsiteY22" fmla="*/ 689865 h 3836087"/>
              <a:gd name="connsiteX23" fmla="*/ 3060644 w 3412990"/>
              <a:gd name="connsiteY23" fmla="*/ 720939 h 3836087"/>
              <a:gd name="connsiteX24" fmla="*/ 3110475 w 3412990"/>
              <a:gd name="connsiteY24" fmla="*/ 749864 h 3836087"/>
              <a:gd name="connsiteX25" fmla="*/ 3155606 w 3412990"/>
              <a:gd name="connsiteY25" fmla="*/ 777592 h 3836087"/>
              <a:gd name="connsiteX26" fmla="*/ 3196270 w 3412990"/>
              <a:gd name="connsiteY26" fmla="*/ 803647 h 3836087"/>
              <a:gd name="connsiteX27" fmla="*/ 3231998 w 3412990"/>
              <a:gd name="connsiteY27" fmla="*/ 828985 h 3836087"/>
              <a:gd name="connsiteX28" fmla="*/ 3264201 w 3412990"/>
              <a:gd name="connsiteY28" fmla="*/ 854323 h 3836087"/>
              <a:gd name="connsiteX29" fmla="*/ 3292407 w 3412990"/>
              <a:gd name="connsiteY29" fmla="*/ 879183 h 3836087"/>
              <a:gd name="connsiteX30" fmla="*/ 3316618 w 3412990"/>
              <a:gd name="connsiteY30" fmla="*/ 904760 h 3836087"/>
              <a:gd name="connsiteX31" fmla="*/ 3337773 w 3412990"/>
              <a:gd name="connsiteY31" fmla="*/ 931293 h 3836087"/>
              <a:gd name="connsiteX32" fmla="*/ 3355637 w 3412990"/>
              <a:gd name="connsiteY32" fmla="*/ 959022 h 3836087"/>
              <a:gd name="connsiteX33" fmla="*/ 3370445 w 3412990"/>
              <a:gd name="connsiteY33" fmla="*/ 988424 h 3836087"/>
              <a:gd name="connsiteX34" fmla="*/ 3382668 w 3412990"/>
              <a:gd name="connsiteY34" fmla="*/ 1019977 h 3836087"/>
              <a:gd name="connsiteX35" fmla="*/ 3392541 w 3412990"/>
              <a:gd name="connsiteY35" fmla="*/ 1054160 h 3836087"/>
              <a:gd name="connsiteX36" fmla="*/ 3399827 w 3412990"/>
              <a:gd name="connsiteY36" fmla="*/ 1091210 h 3836087"/>
              <a:gd name="connsiteX37" fmla="*/ 3405703 w 3412990"/>
              <a:gd name="connsiteY37" fmla="*/ 1131607 h 3836087"/>
              <a:gd name="connsiteX38" fmla="*/ 3409464 w 3412990"/>
              <a:gd name="connsiteY38" fmla="*/ 1175830 h 3836087"/>
              <a:gd name="connsiteX39" fmla="*/ 3411815 w 3412990"/>
              <a:gd name="connsiteY39" fmla="*/ 1224115 h 3836087"/>
              <a:gd name="connsiteX40" fmla="*/ 3412755 w 3412990"/>
              <a:gd name="connsiteY40" fmla="*/ 1277182 h 3836087"/>
              <a:gd name="connsiteX41" fmla="*/ 3412990 w 3412990"/>
              <a:gd name="connsiteY41" fmla="*/ 1335507 h 3836087"/>
              <a:gd name="connsiteX42" fmla="*/ 3412285 w 3412990"/>
              <a:gd name="connsiteY42" fmla="*/ 1399092 h 3836087"/>
              <a:gd name="connsiteX43" fmla="*/ 3410874 w 3412990"/>
              <a:gd name="connsiteY43" fmla="*/ 1468174 h 3836087"/>
              <a:gd name="connsiteX44" fmla="*/ 3409464 w 3412990"/>
              <a:gd name="connsiteY44" fmla="*/ 1543948 h 3836087"/>
              <a:gd name="connsiteX45" fmla="*/ 3407819 w 3412990"/>
              <a:gd name="connsiteY45" fmla="*/ 1626417 h 3836087"/>
              <a:gd name="connsiteX46" fmla="*/ 3406408 w 3412990"/>
              <a:gd name="connsiteY46" fmla="*/ 1715818 h 3836087"/>
              <a:gd name="connsiteX47" fmla="*/ 3405233 w 3412990"/>
              <a:gd name="connsiteY47" fmla="*/ 1813106 h 3836087"/>
              <a:gd name="connsiteX48" fmla="*/ 3404764 w 3412990"/>
              <a:gd name="connsiteY48" fmla="*/ 1918044 h 3836087"/>
              <a:gd name="connsiteX49" fmla="*/ 3405233 w 3412990"/>
              <a:gd name="connsiteY49" fmla="*/ 2022982 h 3836087"/>
              <a:gd name="connsiteX50" fmla="*/ 3406408 w 3412990"/>
              <a:gd name="connsiteY50" fmla="*/ 2120271 h 3836087"/>
              <a:gd name="connsiteX51" fmla="*/ 3407819 w 3412990"/>
              <a:gd name="connsiteY51" fmla="*/ 2209671 h 3836087"/>
              <a:gd name="connsiteX52" fmla="*/ 3409464 w 3412990"/>
              <a:gd name="connsiteY52" fmla="*/ 2292139 h 3836087"/>
              <a:gd name="connsiteX53" fmla="*/ 3410874 w 3412990"/>
              <a:gd name="connsiteY53" fmla="*/ 2367914 h 3836087"/>
              <a:gd name="connsiteX54" fmla="*/ 3412285 w 3412990"/>
              <a:gd name="connsiteY54" fmla="*/ 2436997 h 3836087"/>
              <a:gd name="connsiteX55" fmla="*/ 3412990 w 3412990"/>
              <a:gd name="connsiteY55" fmla="*/ 2500580 h 3836087"/>
              <a:gd name="connsiteX56" fmla="*/ 3412755 w 3412990"/>
              <a:gd name="connsiteY56" fmla="*/ 2558905 h 3836087"/>
              <a:gd name="connsiteX57" fmla="*/ 3411815 w 3412990"/>
              <a:gd name="connsiteY57" fmla="*/ 2611972 h 3836087"/>
              <a:gd name="connsiteX58" fmla="*/ 3409464 w 3412990"/>
              <a:gd name="connsiteY58" fmla="*/ 2660257 h 3836087"/>
              <a:gd name="connsiteX59" fmla="*/ 3405703 w 3412990"/>
              <a:gd name="connsiteY59" fmla="*/ 2704480 h 3836087"/>
              <a:gd name="connsiteX60" fmla="*/ 3400062 w 3412990"/>
              <a:gd name="connsiteY60" fmla="*/ 2744877 h 3836087"/>
              <a:gd name="connsiteX61" fmla="*/ 3392541 w 3412990"/>
              <a:gd name="connsiteY61" fmla="*/ 2781929 h 3836087"/>
              <a:gd name="connsiteX62" fmla="*/ 3382668 w 3412990"/>
              <a:gd name="connsiteY62" fmla="*/ 2816111 h 3836087"/>
              <a:gd name="connsiteX63" fmla="*/ 3370445 w 3412990"/>
              <a:gd name="connsiteY63" fmla="*/ 2847663 h 3836087"/>
              <a:gd name="connsiteX64" fmla="*/ 3355637 w 3412990"/>
              <a:gd name="connsiteY64" fmla="*/ 2877066 h 3836087"/>
              <a:gd name="connsiteX65" fmla="*/ 3337773 w 3412990"/>
              <a:gd name="connsiteY65" fmla="*/ 2904794 h 3836087"/>
              <a:gd name="connsiteX66" fmla="*/ 3316618 w 3412990"/>
              <a:gd name="connsiteY66" fmla="*/ 2931327 h 3836087"/>
              <a:gd name="connsiteX67" fmla="*/ 3292407 w 3412990"/>
              <a:gd name="connsiteY67" fmla="*/ 2956904 h 3836087"/>
              <a:gd name="connsiteX68" fmla="*/ 3264201 w 3412990"/>
              <a:gd name="connsiteY68" fmla="*/ 2981765 h 3836087"/>
              <a:gd name="connsiteX69" fmla="*/ 3232233 w 3412990"/>
              <a:gd name="connsiteY69" fmla="*/ 3007102 h 3836087"/>
              <a:gd name="connsiteX70" fmla="*/ 3196270 w 3412990"/>
              <a:gd name="connsiteY70" fmla="*/ 3032440 h 3836087"/>
              <a:gd name="connsiteX71" fmla="*/ 3155606 w 3412990"/>
              <a:gd name="connsiteY71" fmla="*/ 3058734 h 3836087"/>
              <a:gd name="connsiteX72" fmla="*/ 3110710 w 3412990"/>
              <a:gd name="connsiteY72" fmla="*/ 3086224 h 3836087"/>
              <a:gd name="connsiteX73" fmla="*/ 3060644 w 3412990"/>
              <a:gd name="connsiteY73" fmla="*/ 3115148 h 3836087"/>
              <a:gd name="connsiteX74" fmla="*/ 3005641 w 3412990"/>
              <a:gd name="connsiteY74" fmla="*/ 3146223 h 3836087"/>
              <a:gd name="connsiteX75" fmla="*/ 2945232 w 3412990"/>
              <a:gd name="connsiteY75" fmla="*/ 3179927 h 3836087"/>
              <a:gd name="connsiteX76" fmla="*/ 2879652 w 3412990"/>
              <a:gd name="connsiteY76" fmla="*/ 3216500 h 3836087"/>
              <a:gd name="connsiteX77" fmla="*/ 2807725 w 3412990"/>
              <a:gd name="connsiteY77" fmla="*/ 3256419 h 3836087"/>
              <a:gd name="connsiteX78" fmla="*/ 2730156 w 3412990"/>
              <a:gd name="connsiteY78" fmla="*/ 3299685 h 3836087"/>
              <a:gd name="connsiteX79" fmla="*/ 2646008 w 3412990"/>
              <a:gd name="connsiteY79" fmla="*/ 3347254 h 3836087"/>
              <a:gd name="connsiteX80" fmla="*/ 2555747 w 3412990"/>
              <a:gd name="connsiteY80" fmla="*/ 3399604 h 3836087"/>
              <a:gd name="connsiteX81" fmla="*/ 2465485 w 3412990"/>
              <a:gd name="connsiteY81" fmla="*/ 3452192 h 3836087"/>
              <a:gd name="connsiteX82" fmla="*/ 2382511 w 3412990"/>
              <a:gd name="connsiteY82" fmla="*/ 3501912 h 3836087"/>
              <a:gd name="connsiteX83" fmla="*/ 2306354 w 3412990"/>
              <a:gd name="connsiteY83" fmla="*/ 3547807 h 3836087"/>
              <a:gd name="connsiteX84" fmla="*/ 2236308 w 3412990"/>
              <a:gd name="connsiteY84" fmla="*/ 3590595 h 3836087"/>
              <a:gd name="connsiteX85" fmla="*/ 2171903 w 3412990"/>
              <a:gd name="connsiteY85" fmla="*/ 3629558 h 3836087"/>
              <a:gd name="connsiteX86" fmla="*/ 2112904 w 3412990"/>
              <a:gd name="connsiteY86" fmla="*/ 3665654 h 3836087"/>
              <a:gd name="connsiteX87" fmla="*/ 2058606 w 3412990"/>
              <a:gd name="connsiteY87" fmla="*/ 3697924 h 3836087"/>
              <a:gd name="connsiteX88" fmla="*/ 2008776 w 3412990"/>
              <a:gd name="connsiteY88" fmla="*/ 3727086 h 3836087"/>
              <a:gd name="connsiteX89" fmla="*/ 1962704 w 3412990"/>
              <a:gd name="connsiteY89" fmla="*/ 3752423 h 3836087"/>
              <a:gd name="connsiteX90" fmla="*/ 1919924 w 3412990"/>
              <a:gd name="connsiteY90" fmla="*/ 3774655 h 3836087"/>
              <a:gd name="connsiteX91" fmla="*/ 1879966 w 3412990"/>
              <a:gd name="connsiteY91" fmla="*/ 3793299 h 3836087"/>
              <a:gd name="connsiteX92" fmla="*/ 1842356 w 3412990"/>
              <a:gd name="connsiteY92" fmla="*/ 3808837 h 3836087"/>
              <a:gd name="connsiteX93" fmla="*/ 1806863 w 3412990"/>
              <a:gd name="connsiteY93" fmla="*/ 3820789 h 3836087"/>
              <a:gd name="connsiteX94" fmla="*/ 1772546 w 3412990"/>
              <a:gd name="connsiteY94" fmla="*/ 3829156 h 3836087"/>
              <a:gd name="connsiteX95" fmla="*/ 1739167 w 3412990"/>
              <a:gd name="connsiteY95" fmla="*/ 3834414 h 3836087"/>
              <a:gd name="connsiteX96" fmla="*/ 1706731 w 3412990"/>
              <a:gd name="connsiteY96" fmla="*/ 3836087 h 3836087"/>
              <a:gd name="connsiteX97" fmla="*/ 1673822 w 3412990"/>
              <a:gd name="connsiteY97" fmla="*/ 3834414 h 3836087"/>
              <a:gd name="connsiteX98" fmla="*/ 1640445 w 3412990"/>
              <a:gd name="connsiteY98" fmla="*/ 3829156 h 3836087"/>
              <a:gd name="connsiteX99" fmla="*/ 1606128 w 3412990"/>
              <a:gd name="connsiteY99" fmla="*/ 3820789 h 3836087"/>
              <a:gd name="connsiteX100" fmla="*/ 1570633 w 3412990"/>
              <a:gd name="connsiteY100" fmla="*/ 3808837 h 3836087"/>
              <a:gd name="connsiteX101" fmla="*/ 1533026 w 3412990"/>
              <a:gd name="connsiteY101" fmla="*/ 3793299 h 3836087"/>
              <a:gd name="connsiteX102" fmla="*/ 1493066 w 3412990"/>
              <a:gd name="connsiteY102" fmla="*/ 3774655 h 3836087"/>
              <a:gd name="connsiteX103" fmla="*/ 1450286 w 3412990"/>
              <a:gd name="connsiteY103" fmla="*/ 3752423 h 3836087"/>
              <a:gd name="connsiteX104" fmla="*/ 1404215 w 3412990"/>
              <a:gd name="connsiteY104" fmla="*/ 3727086 h 3836087"/>
              <a:gd name="connsiteX105" fmla="*/ 1354383 w 3412990"/>
              <a:gd name="connsiteY105" fmla="*/ 3697924 h 3836087"/>
              <a:gd name="connsiteX106" fmla="*/ 1300086 w 3412990"/>
              <a:gd name="connsiteY106" fmla="*/ 3665654 h 3836087"/>
              <a:gd name="connsiteX107" fmla="*/ 1241088 w 3412990"/>
              <a:gd name="connsiteY107" fmla="*/ 3629558 h 3836087"/>
              <a:gd name="connsiteX108" fmla="*/ 1176683 w 3412990"/>
              <a:gd name="connsiteY108" fmla="*/ 3590595 h 3836087"/>
              <a:gd name="connsiteX109" fmla="*/ 1106636 w 3412990"/>
              <a:gd name="connsiteY109" fmla="*/ 3547807 h 3836087"/>
              <a:gd name="connsiteX110" fmla="*/ 1030479 w 3412990"/>
              <a:gd name="connsiteY110" fmla="*/ 3501912 h 3836087"/>
              <a:gd name="connsiteX111" fmla="*/ 947505 w 3412990"/>
              <a:gd name="connsiteY111" fmla="*/ 3452192 h 3836087"/>
              <a:gd name="connsiteX112" fmla="*/ 857244 w 3412990"/>
              <a:gd name="connsiteY112" fmla="*/ 3399604 h 3836087"/>
              <a:gd name="connsiteX113" fmla="*/ 766983 w 3412990"/>
              <a:gd name="connsiteY113" fmla="*/ 3347254 h 3836087"/>
              <a:gd name="connsiteX114" fmla="*/ 682833 w 3412990"/>
              <a:gd name="connsiteY114" fmla="*/ 3299685 h 3836087"/>
              <a:gd name="connsiteX115" fmla="*/ 605266 w 3412990"/>
              <a:gd name="connsiteY115" fmla="*/ 3256180 h 3836087"/>
              <a:gd name="connsiteX116" fmla="*/ 533338 w 3412990"/>
              <a:gd name="connsiteY116" fmla="*/ 3216261 h 3836087"/>
              <a:gd name="connsiteX117" fmla="*/ 467758 w 3412990"/>
              <a:gd name="connsiteY117" fmla="*/ 3179927 h 3836087"/>
              <a:gd name="connsiteX118" fmla="*/ 407350 w 3412990"/>
              <a:gd name="connsiteY118" fmla="*/ 3146223 h 3836087"/>
              <a:gd name="connsiteX119" fmla="*/ 352347 w 3412990"/>
              <a:gd name="connsiteY119" fmla="*/ 3115148 h 3836087"/>
              <a:gd name="connsiteX120" fmla="*/ 302515 w 3412990"/>
              <a:gd name="connsiteY120" fmla="*/ 3086224 h 3836087"/>
              <a:gd name="connsiteX121" fmla="*/ 257384 w 3412990"/>
              <a:gd name="connsiteY121" fmla="*/ 3058496 h 3836087"/>
              <a:gd name="connsiteX122" fmla="*/ 216720 w 3412990"/>
              <a:gd name="connsiteY122" fmla="*/ 3032440 h 3836087"/>
              <a:gd name="connsiteX123" fmla="*/ 180992 w 3412990"/>
              <a:gd name="connsiteY123" fmla="*/ 3007102 h 3836087"/>
              <a:gd name="connsiteX124" fmla="*/ 148789 w 3412990"/>
              <a:gd name="connsiteY124" fmla="*/ 2981765 h 3836087"/>
              <a:gd name="connsiteX125" fmla="*/ 120583 w 3412990"/>
              <a:gd name="connsiteY125" fmla="*/ 2956904 h 3836087"/>
              <a:gd name="connsiteX126" fmla="*/ 96372 w 3412990"/>
              <a:gd name="connsiteY126" fmla="*/ 2931327 h 3836087"/>
              <a:gd name="connsiteX127" fmla="*/ 75218 w 3412990"/>
              <a:gd name="connsiteY127" fmla="*/ 2904794 h 3836087"/>
              <a:gd name="connsiteX128" fmla="*/ 57354 w 3412990"/>
              <a:gd name="connsiteY128" fmla="*/ 2877066 h 3836087"/>
              <a:gd name="connsiteX129" fmla="*/ 42545 w 3412990"/>
              <a:gd name="connsiteY129" fmla="*/ 2847663 h 3836087"/>
              <a:gd name="connsiteX130" fmla="*/ 30322 w 3412990"/>
              <a:gd name="connsiteY130" fmla="*/ 2816111 h 3836087"/>
              <a:gd name="connsiteX131" fmla="*/ 20450 w 3412990"/>
              <a:gd name="connsiteY131" fmla="*/ 2781929 h 3836087"/>
              <a:gd name="connsiteX132" fmla="*/ 13163 w 3412990"/>
              <a:gd name="connsiteY132" fmla="*/ 2744877 h 3836087"/>
              <a:gd name="connsiteX133" fmla="*/ 7287 w 3412990"/>
              <a:gd name="connsiteY133" fmla="*/ 2704480 h 3836087"/>
              <a:gd name="connsiteX134" fmla="*/ 3526 w 3412990"/>
              <a:gd name="connsiteY134" fmla="*/ 2660257 h 3836087"/>
              <a:gd name="connsiteX135" fmla="*/ 1175 w 3412990"/>
              <a:gd name="connsiteY135" fmla="*/ 2611972 h 3836087"/>
              <a:gd name="connsiteX136" fmla="*/ 235 w 3412990"/>
              <a:gd name="connsiteY136" fmla="*/ 2558905 h 3836087"/>
              <a:gd name="connsiteX137" fmla="*/ 0 w 3412990"/>
              <a:gd name="connsiteY137" fmla="*/ 2500580 h 3836087"/>
              <a:gd name="connsiteX138" fmla="*/ 705 w 3412990"/>
              <a:gd name="connsiteY138" fmla="*/ 2436997 h 3836087"/>
              <a:gd name="connsiteX139" fmla="*/ 2116 w 3412990"/>
              <a:gd name="connsiteY139" fmla="*/ 2367914 h 3836087"/>
              <a:gd name="connsiteX140" fmla="*/ 3526 w 3412990"/>
              <a:gd name="connsiteY140" fmla="*/ 2292139 h 3836087"/>
              <a:gd name="connsiteX141" fmla="*/ 5171 w 3412990"/>
              <a:gd name="connsiteY141" fmla="*/ 2209671 h 3836087"/>
              <a:gd name="connsiteX142" fmla="*/ 6582 w 3412990"/>
              <a:gd name="connsiteY142" fmla="*/ 2120271 h 3836087"/>
              <a:gd name="connsiteX143" fmla="*/ 7757 w 3412990"/>
              <a:gd name="connsiteY143" fmla="*/ 2022982 h 3836087"/>
              <a:gd name="connsiteX144" fmla="*/ 8227 w 3412990"/>
              <a:gd name="connsiteY144" fmla="*/ 1918044 h 3836087"/>
              <a:gd name="connsiteX145" fmla="*/ 7757 w 3412990"/>
              <a:gd name="connsiteY145" fmla="*/ 1813106 h 3836087"/>
              <a:gd name="connsiteX146" fmla="*/ 6582 w 3412990"/>
              <a:gd name="connsiteY146" fmla="*/ 1715818 h 3836087"/>
              <a:gd name="connsiteX147" fmla="*/ 5171 w 3412990"/>
              <a:gd name="connsiteY147" fmla="*/ 1626417 h 3836087"/>
              <a:gd name="connsiteX148" fmla="*/ 3526 w 3412990"/>
              <a:gd name="connsiteY148" fmla="*/ 1543948 h 3836087"/>
              <a:gd name="connsiteX149" fmla="*/ 2116 w 3412990"/>
              <a:gd name="connsiteY149" fmla="*/ 1468174 h 3836087"/>
              <a:gd name="connsiteX150" fmla="*/ 705 w 3412990"/>
              <a:gd name="connsiteY150" fmla="*/ 1399092 h 3836087"/>
              <a:gd name="connsiteX151" fmla="*/ 0 w 3412990"/>
              <a:gd name="connsiteY151" fmla="*/ 1335507 h 3836087"/>
              <a:gd name="connsiteX152" fmla="*/ 235 w 3412990"/>
              <a:gd name="connsiteY152" fmla="*/ 1277182 h 3836087"/>
              <a:gd name="connsiteX153" fmla="*/ 1175 w 3412990"/>
              <a:gd name="connsiteY153" fmla="*/ 1224115 h 3836087"/>
              <a:gd name="connsiteX154" fmla="*/ 3526 w 3412990"/>
              <a:gd name="connsiteY154" fmla="*/ 1175830 h 3836087"/>
              <a:gd name="connsiteX155" fmla="*/ 7287 w 3412990"/>
              <a:gd name="connsiteY155" fmla="*/ 1131607 h 3836087"/>
              <a:gd name="connsiteX156" fmla="*/ 12928 w 3412990"/>
              <a:gd name="connsiteY156" fmla="*/ 1091210 h 3836087"/>
              <a:gd name="connsiteX157" fmla="*/ 20450 w 3412990"/>
              <a:gd name="connsiteY157" fmla="*/ 1054160 h 3836087"/>
              <a:gd name="connsiteX158" fmla="*/ 30322 w 3412990"/>
              <a:gd name="connsiteY158" fmla="*/ 1019977 h 3836087"/>
              <a:gd name="connsiteX159" fmla="*/ 42545 w 3412990"/>
              <a:gd name="connsiteY159" fmla="*/ 988424 h 3836087"/>
              <a:gd name="connsiteX160" fmla="*/ 57354 w 3412990"/>
              <a:gd name="connsiteY160" fmla="*/ 959022 h 3836087"/>
              <a:gd name="connsiteX161" fmla="*/ 75218 w 3412990"/>
              <a:gd name="connsiteY161" fmla="*/ 931293 h 3836087"/>
              <a:gd name="connsiteX162" fmla="*/ 96372 w 3412990"/>
              <a:gd name="connsiteY162" fmla="*/ 904760 h 3836087"/>
              <a:gd name="connsiteX163" fmla="*/ 120583 w 3412990"/>
              <a:gd name="connsiteY163" fmla="*/ 879183 h 3836087"/>
              <a:gd name="connsiteX164" fmla="*/ 148789 w 3412990"/>
              <a:gd name="connsiteY164" fmla="*/ 854323 h 3836087"/>
              <a:gd name="connsiteX165" fmla="*/ 180757 w 3412990"/>
              <a:gd name="connsiteY165" fmla="*/ 828985 h 3836087"/>
              <a:gd name="connsiteX166" fmla="*/ 216720 w 3412990"/>
              <a:gd name="connsiteY166" fmla="*/ 803647 h 3836087"/>
              <a:gd name="connsiteX167" fmla="*/ 257384 w 3412990"/>
              <a:gd name="connsiteY167" fmla="*/ 777353 h 3836087"/>
              <a:gd name="connsiteX168" fmla="*/ 302280 w 3412990"/>
              <a:gd name="connsiteY168" fmla="*/ 749864 h 3836087"/>
              <a:gd name="connsiteX169" fmla="*/ 352347 w 3412990"/>
              <a:gd name="connsiteY169" fmla="*/ 720939 h 3836087"/>
              <a:gd name="connsiteX170" fmla="*/ 407350 w 3412990"/>
              <a:gd name="connsiteY170" fmla="*/ 689865 h 3836087"/>
              <a:gd name="connsiteX171" fmla="*/ 467758 w 3412990"/>
              <a:gd name="connsiteY171" fmla="*/ 656161 h 3836087"/>
              <a:gd name="connsiteX172" fmla="*/ 533338 w 3412990"/>
              <a:gd name="connsiteY172" fmla="*/ 619588 h 3836087"/>
              <a:gd name="connsiteX173" fmla="*/ 605266 w 3412990"/>
              <a:gd name="connsiteY173" fmla="*/ 579668 h 3836087"/>
              <a:gd name="connsiteX174" fmla="*/ 682833 w 3412990"/>
              <a:gd name="connsiteY174" fmla="*/ 536402 h 3836087"/>
              <a:gd name="connsiteX175" fmla="*/ 766983 w 3412990"/>
              <a:gd name="connsiteY175" fmla="*/ 488834 h 3836087"/>
              <a:gd name="connsiteX176" fmla="*/ 857244 w 3412990"/>
              <a:gd name="connsiteY176" fmla="*/ 436484 h 3836087"/>
              <a:gd name="connsiteX177" fmla="*/ 947505 w 3412990"/>
              <a:gd name="connsiteY177" fmla="*/ 383896 h 3836087"/>
              <a:gd name="connsiteX178" fmla="*/ 1030479 w 3412990"/>
              <a:gd name="connsiteY178" fmla="*/ 334176 h 3836087"/>
              <a:gd name="connsiteX179" fmla="*/ 1106636 w 3412990"/>
              <a:gd name="connsiteY179" fmla="*/ 288280 h 3836087"/>
              <a:gd name="connsiteX180" fmla="*/ 1176683 w 3412990"/>
              <a:gd name="connsiteY180" fmla="*/ 245493 h 3836087"/>
              <a:gd name="connsiteX181" fmla="*/ 1241088 w 3412990"/>
              <a:gd name="connsiteY181" fmla="*/ 206529 h 3836087"/>
              <a:gd name="connsiteX182" fmla="*/ 1300086 w 3412990"/>
              <a:gd name="connsiteY182" fmla="*/ 170435 h 3836087"/>
              <a:gd name="connsiteX183" fmla="*/ 1354383 w 3412990"/>
              <a:gd name="connsiteY183" fmla="*/ 138165 h 3836087"/>
              <a:gd name="connsiteX184" fmla="*/ 1404215 w 3412990"/>
              <a:gd name="connsiteY184" fmla="*/ 109001 h 3836087"/>
              <a:gd name="connsiteX185" fmla="*/ 1450286 w 3412990"/>
              <a:gd name="connsiteY185" fmla="*/ 83664 h 3836087"/>
              <a:gd name="connsiteX186" fmla="*/ 1493066 w 3412990"/>
              <a:gd name="connsiteY186" fmla="*/ 61433 h 3836087"/>
              <a:gd name="connsiteX187" fmla="*/ 1533026 w 3412990"/>
              <a:gd name="connsiteY187" fmla="*/ 42788 h 3836087"/>
              <a:gd name="connsiteX188" fmla="*/ 1570633 w 3412990"/>
              <a:gd name="connsiteY188" fmla="*/ 27250 h 3836087"/>
              <a:gd name="connsiteX189" fmla="*/ 1606128 w 3412990"/>
              <a:gd name="connsiteY189" fmla="*/ 15299 h 3836087"/>
              <a:gd name="connsiteX190" fmla="*/ 1640445 w 3412990"/>
              <a:gd name="connsiteY190" fmla="*/ 6933 h 3836087"/>
              <a:gd name="connsiteX191" fmla="*/ 1673822 w 3412990"/>
              <a:gd name="connsiteY191" fmla="*/ 1673 h 3836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3412990" h="3836087">
                <a:moveTo>
                  <a:pt x="1706731" y="0"/>
                </a:moveTo>
                <a:lnTo>
                  <a:pt x="1739167" y="1673"/>
                </a:lnTo>
                <a:lnTo>
                  <a:pt x="1772546" y="6933"/>
                </a:lnTo>
                <a:lnTo>
                  <a:pt x="1806863" y="15299"/>
                </a:lnTo>
                <a:lnTo>
                  <a:pt x="1842356" y="27250"/>
                </a:lnTo>
                <a:lnTo>
                  <a:pt x="1879966" y="42788"/>
                </a:lnTo>
                <a:lnTo>
                  <a:pt x="1919924" y="61433"/>
                </a:lnTo>
                <a:lnTo>
                  <a:pt x="1962704" y="83664"/>
                </a:lnTo>
                <a:lnTo>
                  <a:pt x="2008776" y="109001"/>
                </a:lnTo>
                <a:lnTo>
                  <a:pt x="2058606" y="138165"/>
                </a:lnTo>
                <a:lnTo>
                  <a:pt x="2112904" y="170435"/>
                </a:lnTo>
                <a:lnTo>
                  <a:pt x="2171903" y="206529"/>
                </a:lnTo>
                <a:lnTo>
                  <a:pt x="2236308" y="245493"/>
                </a:lnTo>
                <a:lnTo>
                  <a:pt x="2306354" y="288280"/>
                </a:lnTo>
                <a:lnTo>
                  <a:pt x="2382511" y="334176"/>
                </a:lnTo>
                <a:lnTo>
                  <a:pt x="2465485" y="383896"/>
                </a:lnTo>
                <a:lnTo>
                  <a:pt x="2555747" y="436484"/>
                </a:lnTo>
                <a:lnTo>
                  <a:pt x="2646008" y="488834"/>
                </a:lnTo>
                <a:lnTo>
                  <a:pt x="2730156" y="536402"/>
                </a:lnTo>
                <a:lnTo>
                  <a:pt x="2807725" y="579907"/>
                </a:lnTo>
                <a:lnTo>
                  <a:pt x="2879652" y="619826"/>
                </a:lnTo>
                <a:lnTo>
                  <a:pt x="2945232" y="656161"/>
                </a:lnTo>
                <a:lnTo>
                  <a:pt x="3005641" y="689865"/>
                </a:lnTo>
                <a:lnTo>
                  <a:pt x="3060644" y="720939"/>
                </a:lnTo>
                <a:lnTo>
                  <a:pt x="3110475" y="749864"/>
                </a:lnTo>
                <a:lnTo>
                  <a:pt x="3155606" y="777592"/>
                </a:lnTo>
                <a:lnTo>
                  <a:pt x="3196270" y="803647"/>
                </a:lnTo>
                <a:lnTo>
                  <a:pt x="3231998" y="828985"/>
                </a:lnTo>
                <a:lnTo>
                  <a:pt x="3264201" y="854323"/>
                </a:lnTo>
                <a:lnTo>
                  <a:pt x="3292407" y="879183"/>
                </a:lnTo>
                <a:lnTo>
                  <a:pt x="3316618" y="904760"/>
                </a:lnTo>
                <a:lnTo>
                  <a:pt x="3337773" y="931293"/>
                </a:lnTo>
                <a:lnTo>
                  <a:pt x="3355637" y="959022"/>
                </a:lnTo>
                <a:lnTo>
                  <a:pt x="3370445" y="988424"/>
                </a:lnTo>
                <a:lnTo>
                  <a:pt x="3382668" y="1019977"/>
                </a:lnTo>
                <a:lnTo>
                  <a:pt x="3392541" y="1054160"/>
                </a:lnTo>
                <a:lnTo>
                  <a:pt x="3399827" y="1091210"/>
                </a:lnTo>
                <a:lnTo>
                  <a:pt x="3405703" y="1131607"/>
                </a:lnTo>
                <a:lnTo>
                  <a:pt x="3409464" y="1175830"/>
                </a:lnTo>
                <a:lnTo>
                  <a:pt x="3411815" y="1224115"/>
                </a:lnTo>
                <a:lnTo>
                  <a:pt x="3412755" y="1277182"/>
                </a:lnTo>
                <a:lnTo>
                  <a:pt x="3412990" y="1335507"/>
                </a:lnTo>
                <a:lnTo>
                  <a:pt x="3412285" y="1399092"/>
                </a:lnTo>
                <a:lnTo>
                  <a:pt x="3410874" y="1468174"/>
                </a:lnTo>
                <a:lnTo>
                  <a:pt x="3409464" y="1543948"/>
                </a:lnTo>
                <a:lnTo>
                  <a:pt x="3407819" y="1626417"/>
                </a:lnTo>
                <a:lnTo>
                  <a:pt x="3406408" y="1715818"/>
                </a:lnTo>
                <a:lnTo>
                  <a:pt x="3405233" y="1813106"/>
                </a:lnTo>
                <a:lnTo>
                  <a:pt x="3404764" y="1918044"/>
                </a:lnTo>
                <a:lnTo>
                  <a:pt x="3405233" y="2022982"/>
                </a:lnTo>
                <a:lnTo>
                  <a:pt x="3406408" y="2120271"/>
                </a:lnTo>
                <a:lnTo>
                  <a:pt x="3407819" y="2209671"/>
                </a:lnTo>
                <a:lnTo>
                  <a:pt x="3409464" y="2292139"/>
                </a:lnTo>
                <a:lnTo>
                  <a:pt x="3410874" y="2367914"/>
                </a:lnTo>
                <a:lnTo>
                  <a:pt x="3412285" y="2436997"/>
                </a:lnTo>
                <a:lnTo>
                  <a:pt x="3412990" y="2500580"/>
                </a:lnTo>
                <a:lnTo>
                  <a:pt x="3412755" y="2558905"/>
                </a:lnTo>
                <a:lnTo>
                  <a:pt x="3411815" y="2611972"/>
                </a:lnTo>
                <a:lnTo>
                  <a:pt x="3409464" y="2660257"/>
                </a:lnTo>
                <a:lnTo>
                  <a:pt x="3405703" y="2704480"/>
                </a:lnTo>
                <a:lnTo>
                  <a:pt x="3400062" y="2744877"/>
                </a:lnTo>
                <a:lnTo>
                  <a:pt x="3392541" y="2781929"/>
                </a:lnTo>
                <a:lnTo>
                  <a:pt x="3382668" y="2816111"/>
                </a:lnTo>
                <a:lnTo>
                  <a:pt x="3370445" y="2847663"/>
                </a:lnTo>
                <a:lnTo>
                  <a:pt x="3355637" y="2877066"/>
                </a:lnTo>
                <a:lnTo>
                  <a:pt x="3337773" y="2904794"/>
                </a:lnTo>
                <a:lnTo>
                  <a:pt x="3316618" y="2931327"/>
                </a:lnTo>
                <a:lnTo>
                  <a:pt x="3292407" y="2956904"/>
                </a:lnTo>
                <a:lnTo>
                  <a:pt x="3264201" y="2981765"/>
                </a:lnTo>
                <a:lnTo>
                  <a:pt x="3232233" y="3007102"/>
                </a:lnTo>
                <a:lnTo>
                  <a:pt x="3196270" y="3032440"/>
                </a:lnTo>
                <a:lnTo>
                  <a:pt x="3155606" y="3058734"/>
                </a:lnTo>
                <a:lnTo>
                  <a:pt x="3110710" y="3086224"/>
                </a:lnTo>
                <a:lnTo>
                  <a:pt x="3060644" y="3115148"/>
                </a:lnTo>
                <a:lnTo>
                  <a:pt x="3005641" y="3146223"/>
                </a:lnTo>
                <a:lnTo>
                  <a:pt x="2945232" y="3179927"/>
                </a:lnTo>
                <a:lnTo>
                  <a:pt x="2879652" y="3216500"/>
                </a:lnTo>
                <a:lnTo>
                  <a:pt x="2807725" y="3256419"/>
                </a:lnTo>
                <a:lnTo>
                  <a:pt x="2730156" y="3299685"/>
                </a:lnTo>
                <a:lnTo>
                  <a:pt x="2646008" y="3347254"/>
                </a:lnTo>
                <a:lnTo>
                  <a:pt x="2555747" y="3399604"/>
                </a:lnTo>
                <a:lnTo>
                  <a:pt x="2465485" y="3452192"/>
                </a:lnTo>
                <a:lnTo>
                  <a:pt x="2382511" y="3501912"/>
                </a:lnTo>
                <a:lnTo>
                  <a:pt x="2306354" y="3547807"/>
                </a:lnTo>
                <a:lnTo>
                  <a:pt x="2236308" y="3590595"/>
                </a:lnTo>
                <a:lnTo>
                  <a:pt x="2171903" y="3629558"/>
                </a:lnTo>
                <a:lnTo>
                  <a:pt x="2112904" y="3665654"/>
                </a:lnTo>
                <a:lnTo>
                  <a:pt x="2058606" y="3697924"/>
                </a:lnTo>
                <a:lnTo>
                  <a:pt x="2008776" y="3727086"/>
                </a:lnTo>
                <a:lnTo>
                  <a:pt x="1962704" y="3752423"/>
                </a:lnTo>
                <a:lnTo>
                  <a:pt x="1919924" y="3774655"/>
                </a:lnTo>
                <a:lnTo>
                  <a:pt x="1879966" y="3793299"/>
                </a:lnTo>
                <a:lnTo>
                  <a:pt x="1842356" y="3808837"/>
                </a:lnTo>
                <a:lnTo>
                  <a:pt x="1806863" y="3820789"/>
                </a:lnTo>
                <a:lnTo>
                  <a:pt x="1772546" y="3829156"/>
                </a:lnTo>
                <a:lnTo>
                  <a:pt x="1739167" y="3834414"/>
                </a:lnTo>
                <a:lnTo>
                  <a:pt x="1706731" y="3836087"/>
                </a:lnTo>
                <a:lnTo>
                  <a:pt x="1673822" y="3834414"/>
                </a:lnTo>
                <a:lnTo>
                  <a:pt x="1640445" y="3829156"/>
                </a:lnTo>
                <a:lnTo>
                  <a:pt x="1606128" y="3820789"/>
                </a:lnTo>
                <a:lnTo>
                  <a:pt x="1570633" y="3808837"/>
                </a:lnTo>
                <a:lnTo>
                  <a:pt x="1533026" y="3793299"/>
                </a:lnTo>
                <a:lnTo>
                  <a:pt x="1493066" y="3774655"/>
                </a:lnTo>
                <a:lnTo>
                  <a:pt x="1450286" y="3752423"/>
                </a:lnTo>
                <a:lnTo>
                  <a:pt x="1404215" y="3727086"/>
                </a:lnTo>
                <a:lnTo>
                  <a:pt x="1354383" y="3697924"/>
                </a:lnTo>
                <a:lnTo>
                  <a:pt x="1300086" y="3665654"/>
                </a:lnTo>
                <a:lnTo>
                  <a:pt x="1241088" y="3629558"/>
                </a:lnTo>
                <a:lnTo>
                  <a:pt x="1176683" y="3590595"/>
                </a:lnTo>
                <a:lnTo>
                  <a:pt x="1106636" y="3547807"/>
                </a:lnTo>
                <a:lnTo>
                  <a:pt x="1030479" y="3501912"/>
                </a:lnTo>
                <a:lnTo>
                  <a:pt x="947505" y="3452192"/>
                </a:lnTo>
                <a:lnTo>
                  <a:pt x="857244" y="3399604"/>
                </a:lnTo>
                <a:lnTo>
                  <a:pt x="766983" y="3347254"/>
                </a:lnTo>
                <a:lnTo>
                  <a:pt x="682833" y="3299685"/>
                </a:lnTo>
                <a:lnTo>
                  <a:pt x="605266" y="3256180"/>
                </a:lnTo>
                <a:lnTo>
                  <a:pt x="533338" y="3216261"/>
                </a:lnTo>
                <a:lnTo>
                  <a:pt x="467758" y="3179927"/>
                </a:lnTo>
                <a:lnTo>
                  <a:pt x="407350" y="3146223"/>
                </a:lnTo>
                <a:lnTo>
                  <a:pt x="352347" y="3115148"/>
                </a:lnTo>
                <a:lnTo>
                  <a:pt x="302515" y="3086224"/>
                </a:lnTo>
                <a:lnTo>
                  <a:pt x="257384" y="3058496"/>
                </a:lnTo>
                <a:lnTo>
                  <a:pt x="216720" y="3032440"/>
                </a:lnTo>
                <a:lnTo>
                  <a:pt x="180992" y="3007102"/>
                </a:lnTo>
                <a:lnTo>
                  <a:pt x="148789" y="2981765"/>
                </a:lnTo>
                <a:lnTo>
                  <a:pt x="120583" y="2956904"/>
                </a:lnTo>
                <a:lnTo>
                  <a:pt x="96372" y="2931327"/>
                </a:lnTo>
                <a:lnTo>
                  <a:pt x="75218" y="2904794"/>
                </a:lnTo>
                <a:lnTo>
                  <a:pt x="57354" y="2877066"/>
                </a:lnTo>
                <a:lnTo>
                  <a:pt x="42545" y="2847663"/>
                </a:lnTo>
                <a:lnTo>
                  <a:pt x="30322" y="2816111"/>
                </a:lnTo>
                <a:lnTo>
                  <a:pt x="20450" y="2781929"/>
                </a:lnTo>
                <a:lnTo>
                  <a:pt x="13163" y="2744877"/>
                </a:lnTo>
                <a:lnTo>
                  <a:pt x="7287" y="2704480"/>
                </a:lnTo>
                <a:lnTo>
                  <a:pt x="3526" y="2660257"/>
                </a:lnTo>
                <a:lnTo>
                  <a:pt x="1175" y="2611972"/>
                </a:lnTo>
                <a:lnTo>
                  <a:pt x="235" y="2558905"/>
                </a:lnTo>
                <a:lnTo>
                  <a:pt x="0" y="2500580"/>
                </a:lnTo>
                <a:lnTo>
                  <a:pt x="705" y="2436997"/>
                </a:lnTo>
                <a:lnTo>
                  <a:pt x="2116" y="2367914"/>
                </a:lnTo>
                <a:lnTo>
                  <a:pt x="3526" y="2292139"/>
                </a:lnTo>
                <a:lnTo>
                  <a:pt x="5171" y="2209671"/>
                </a:lnTo>
                <a:lnTo>
                  <a:pt x="6582" y="2120271"/>
                </a:lnTo>
                <a:lnTo>
                  <a:pt x="7757" y="2022982"/>
                </a:lnTo>
                <a:lnTo>
                  <a:pt x="8227" y="1918044"/>
                </a:lnTo>
                <a:lnTo>
                  <a:pt x="7757" y="1813106"/>
                </a:lnTo>
                <a:lnTo>
                  <a:pt x="6582" y="1715818"/>
                </a:lnTo>
                <a:lnTo>
                  <a:pt x="5171" y="1626417"/>
                </a:lnTo>
                <a:lnTo>
                  <a:pt x="3526" y="1543948"/>
                </a:lnTo>
                <a:lnTo>
                  <a:pt x="2116" y="1468174"/>
                </a:lnTo>
                <a:lnTo>
                  <a:pt x="705" y="1399092"/>
                </a:lnTo>
                <a:lnTo>
                  <a:pt x="0" y="1335507"/>
                </a:lnTo>
                <a:lnTo>
                  <a:pt x="235" y="1277182"/>
                </a:lnTo>
                <a:lnTo>
                  <a:pt x="1175" y="1224115"/>
                </a:lnTo>
                <a:lnTo>
                  <a:pt x="3526" y="1175830"/>
                </a:lnTo>
                <a:lnTo>
                  <a:pt x="7287" y="1131607"/>
                </a:lnTo>
                <a:lnTo>
                  <a:pt x="12928" y="1091210"/>
                </a:lnTo>
                <a:lnTo>
                  <a:pt x="20450" y="1054160"/>
                </a:lnTo>
                <a:lnTo>
                  <a:pt x="30322" y="1019977"/>
                </a:lnTo>
                <a:lnTo>
                  <a:pt x="42545" y="988424"/>
                </a:lnTo>
                <a:lnTo>
                  <a:pt x="57354" y="959022"/>
                </a:lnTo>
                <a:lnTo>
                  <a:pt x="75218" y="931293"/>
                </a:lnTo>
                <a:lnTo>
                  <a:pt x="96372" y="904760"/>
                </a:lnTo>
                <a:lnTo>
                  <a:pt x="120583" y="879183"/>
                </a:lnTo>
                <a:lnTo>
                  <a:pt x="148789" y="854323"/>
                </a:lnTo>
                <a:lnTo>
                  <a:pt x="180757" y="828985"/>
                </a:lnTo>
                <a:lnTo>
                  <a:pt x="216720" y="803647"/>
                </a:lnTo>
                <a:lnTo>
                  <a:pt x="257384" y="777353"/>
                </a:lnTo>
                <a:lnTo>
                  <a:pt x="302280" y="749864"/>
                </a:lnTo>
                <a:lnTo>
                  <a:pt x="352347" y="720939"/>
                </a:lnTo>
                <a:lnTo>
                  <a:pt x="407350" y="689865"/>
                </a:lnTo>
                <a:lnTo>
                  <a:pt x="467758" y="656161"/>
                </a:lnTo>
                <a:lnTo>
                  <a:pt x="533338" y="619588"/>
                </a:lnTo>
                <a:lnTo>
                  <a:pt x="605266" y="579668"/>
                </a:lnTo>
                <a:lnTo>
                  <a:pt x="682833" y="536402"/>
                </a:lnTo>
                <a:lnTo>
                  <a:pt x="766983" y="488834"/>
                </a:lnTo>
                <a:lnTo>
                  <a:pt x="857244" y="436484"/>
                </a:lnTo>
                <a:lnTo>
                  <a:pt x="947505" y="383896"/>
                </a:lnTo>
                <a:lnTo>
                  <a:pt x="1030479" y="334176"/>
                </a:lnTo>
                <a:lnTo>
                  <a:pt x="1106636" y="288280"/>
                </a:lnTo>
                <a:lnTo>
                  <a:pt x="1176683" y="245493"/>
                </a:lnTo>
                <a:lnTo>
                  <a:pt x="1241088" y="206529"/>
                </a:lnTo>
                <a:lnTo>
                  <a:pt x="1300086" y="170435"/>
                </a:lnTo>
                <a:lnTo>
                  <a:pt x="1354383" y="138165"/>
                </a:lnTo>
                <a:lnTo>
                  <a:pt x="1404215" y="109001"/>
                </a:lnTo>
                <a:lnTo>
                  <a:pt x="1450286" y="83664"/>
                </a:lnTo>
                <a:lnTo>
                  <a:pt x="1493066" y="61433"/>
                </a:lnTo>
                <a:lnTo>
                  <a:pt x="1533026" y="42788"/>
                </a:lnTo>
                <a:lnTo>
                  <a:pt x="1570633" y="27250"/>
                </a:lnTo>
                <a:lnTo>
                  <a:pt x="1606128" y="15299"/>
                </a:lnTo>
                <a:lnTo>
                  <a:pt x="1640445" y="6933"/>
                </a:lnTo>
                <a:lnTo>
                  <a:pt x="1673822" y="1673"/>
                </a:lnTo>
                <a:close/>
              </a:path>
            </a:pathLst>
          </a:custGeom>
          <a:solidFill>
            <a:schemeClr val="bg1">
              <a:lumMod val="95000"/>
            </a:schemeClr>
          </a:solidFill>
        </p:spPr>
        <p:txBody>
          <a:bodyPr wrap="square">
            <a:noAutofit/>
          </a:bodyPr>
          <a:lstStyle>
            <a:lvl1pPr marL="0" indent="0" algn="ctr">
              <a:buNone/>
              <a:defRPr sz="2400">
                <a:solidFill>
                  <a:schemeClr val="tx1">
                    <a:lumMod val="50000"/>
                    <a:lumOff val="50000"/>
                  </a:schemeClr>
                </a:solidFill>
              </a:defRPr>
            </a:lvl1pPr>
          </a:lstStyle>
          <a:p>
            <a:endParaRPr lang="id-ID"/>
          </a:p>
        </p:txBody>
      </p:sp>
      <p:sp>
        <p:nvSpPr>
          <p:cNvPr id="7" name="Picture Placeholder 6">
            <a:extLst>
              <a:ext uri="{FF2B5EF4-FFF2-40B4-BE49-F238E27FC236}">
                <a16:creationId xmlns:a16="http://schemas.microsoft.com/office/drawing/2014/main" id="{FE192A95-5B5E-4EF7-94FC-CDE778DAC4B8}"/>
              </a:ext>
            </a:extLst>
          </p:cNvPr>
          <p:cNvSpPr>
            <a:spLocks noGrp="1"/>
          </p:cNvSpPr>
          <p:nvPr>
            <p:ph type="pic" sz="quarter" idx="10"/>
          </p:nvPr>
        </p:nvSpPr>
        <p:spPr>
          <a:xfrm>
            <a:off x="1090813" y="435241"/>
            <a:ext cx="3412990" cy="3836087"/>
          </a:xfrm>
          <a:custGeom>
            <a:avLst/>
            <a:gdLst>
              <a:gd name="connsiteX0" fmla="*/ 1706731 w 3412990"/>
              <a:gd name="connsiteY0" fmla="*/ 0 h 3836087"/>
              <a:gd name="connsiteX1" fmla="*/ 1739167 w 3412990"/>
              <a:gd name="connsiteY1" fmla="*/ 1673 h 3836087"/>
              <a:gd name="connsiteX2" fmla="*/ 1772546 w 3412990"/>
              <a:gd name="connsiteY2" fmla="*/ 6933 h 3836087"/>
              <a:gd name="connsiteX3" fmla="*/ 1806863 w 3412990"/>
              <a:gd name="connsiteY3" fmla="*/ 15299 h 3836087"/>
              <a:gd name="connsiteX4" fmla="*/ 1842356 w 3412990"/>
              <a:gd name="connsiteY4" fmla="*/ 27250 h 3836087"/>
              <a:gd name="connsiteX5" fmla="*/ 1879966 w 3412990"/>
              <a:gd name="connsiteY5" fmla="*/ 42788 h 3836087"/>
              <a:gd name="connsiteX6" fmla="*/ 1919924 w 3412990"/>
              <a:gd name="connsiteY6" fmla="*/ 61433 h 3836087"/>
              <a:gd name="connsiteX7" fmla="*/ 1962704 w 3412990"/>
              <a:gd name="connsiteY7" fmla="*/ 83664 h 3836087"/>
              <a:gd name="connsiteX8" fmla="*/ 2008776 w 3412990"/>
              <a:gd name="connsiteY8" fmla="*/ 109001 h 3836087"/>
              <a:gd name="connsiteX9" fmla="*/ 2058606 w 3412990"/>
              <a:gd name="connsiteY9" fmla="*/ 138165 h 3836087"/>
              <a:gd name="connsiteX10" fmla="*/ 2112904 w 3412990"/>
              <a:gd name="connsiteY10" fmla="*/ 170435 h 3836087"/>
              <a:gd name="connsiteX11" fmla="*/ 2171903 w 3412990"/>
              <a:gd name="connsiteY11" fmla="*/ 206529 h 3836087"/>
              <a:gd name="connsiteX12" fmla="*/ 2236308 w 3412990"/>
              <a:gd name="connsiteY12" fmla="*/ 245493 h 3836087"/>
              <a:gd name="connsiteX13" fmla="*/ 2306354 w 3412990"/>
              <a:gd name="connsiteY13" fmla="*/ 288280 h 3836087"/>
              <a:gd name="connsiteX14" fmla="*/ 2382511 w 3412990"/>
              <a:gd name="connsiteY14" fmla="*/ 334176 h 3836087"/>
              <a:gd name="connsiteX15" fmla="*/ 2465485 w 3412990"/>
              <a:gd name="connsiteY15" fmla="*/ 383896 h 3836087"/>
              <a:gd name="connsiteX16" fmla="*/ 2555747 w 3412990"/>
              <a:gd name="connsiteY16" fmla="*/ 436484 h 3836087"/>
              <a:gd name="connsiteX17" fmla="*/ 2646008 w 3412990"/>
              <a:gd name="connsiteY17" fmla="*/ 488834 h 3836087"/>
              <a:gd name="connsiteX18" fmla="*/ 2730156 w 3412990"/>
              <a:gd name="connsiteY18" fmla="*/ 536402 h 3836087"/>
              <a:gd name="connsiteX19" fmla="*/ 2807725 w 3412990"/>
              <a:gd name="connsiteY19" fmla="*/ 579907 h 3836087"/>
              <a:gd name="connsiteX20" fmla="*/ 2879652 w 3412990"/>
              <a:gd name="connsiteY20" fmla="*/ 619826 h 3836087"/>
              <a:gd name="connsiteX21" fmla="*/ 2945232 w 3412990"/>
              <a:gd name="connsiteY21" fmla="*/ 656161 h 3836087"/>
              <a:gd name="connsiteX22" fmla="*/ 3005641 w 3412990"/>
              <a:gd name="connsiteY22" fmla="*/ 689865 h 3836087"/>
              <a:gd name="connsiteX23" fmla="*/ 3060644 w 3412990"/>
              <a:gd name="connsiteY23" fmla="*/ 720939 h 3836087"/>
              <a:gd name="connsiteX24" fmla="*/ 3110475 w 3412990"/>
              <a:gd name="connsiteY24" fmla="*/ 749864 h 3836087"/>
              <a:gd name="connsiteX25" fmla="*/ 3155606 w 3412990"/>
              <a:gd name="connsiteY25" fmla="*/ 777592 h 3836087"/>
              <a:gd name="connsiteX26" fmla="*/ 3196270 w 3412990"/>
              <a:gd name="connsiteY26" fmla="*/ 803647 h 3836087"/>
              <a:gd name="connsiteX27" fmla="*/ 3231998 w 3412990"/>
              <a:gd name="connsiteY27" fmla="*/ 828985 h 3836087"/>
              <a:gd name="connsiteX28" fmla="*/ 3264201 w 3412990"/>
              <a:gd name="connsiteY28" fmla="*/ 854323 h 3836087"/>
              <a:gd name="connsiteX29" fmla="*/ 3292407 w 3412990"/>
              <a:gd name="connsiteY29" fmla="*/ 879183 h 3836087"/>
              <a:gd name="connsiteX30" fmla="*/ 3316618 w 3412990"/>
              <a:gd name="connsiteY30" fmla="*/ 904760 h 3836087"/>
              <a:gd name="connsiteX31" fmla="*/ 3337773 w 3412990"/>
              <a:gd name="connsiteY31" fmla="*/ 931293 h 3836087"/>
              <a:gd name="connsiteX32" fmla="*/ 3355637 w 3412990"/>
              <a:gd name="connsiteY32" fmla="*/ 959022 h 3836087"/>
              <a:gd name="connsiteX33" fmla="*/ 3370445 w 3412990"/>
              <a:gd name="connsiteY33" fmla="*/ 988424 h 3836087"/>
              <a:gd name="connsiteX34" fmla="*/ 3382668 w 3412990"/>
              <a:gd name="connsiteY34" fmla="*/ 1019977 h 3836087"/>
              <a:gd name="connsiteX35" fmla="*/ 3392541 w 3412990"/>
              <a:gd name="connsiteY35" fmla="*/ 1054160 h 3836087"/>
              <a:gd name="connsiteX36" fmla="*/ 3399827 w 3412990"/>
              <a:gd name="connsiteY36" fmla="*/ 1091210 h 3836087"/>
              <a:gd name="connsiteX37" fmla="*/ 3405703 w 3412990"/>
              <a:gd name="connsiteY37" fmla="*/ 1131607 h 3836087"/>
              <a:gd name="connsiteX38" fmla="*/ 3409464 w 3412990"/>
              <a:gd name="connsiteY38" fmla="*/ 1175830 h 3836087"/>
              <a:gd name="connsiteX39" fmla="*/ 3411815 w 3412990"/>
              <a:gd name="connsiteY39" fmla="*/ 1224115 h 3836087"/>
              <a:gd name="connsiteX40" fmla="*/ 3412755 w 3412990"/>
              <a:gd name="connsiteY40" fmla="*/ 1277182 h 3836087"/>
              <a:gd name="connsiteX41" fmla="*/ 3412990 w 3412990"/>
              <a:gd name="connsiteY41" fmla="*/ 1335507 h 3836087"/>
              <a:gd name="connsiteX42" fmla="*/ 3412285 w 3412990"/>
              <a:gd name="connsiteY42" fmla="*/ 1399092 h 3836087"/>
              <a:gd name="connsiteX43" fmla="*/ 3410874 w 3412990"/>
              <a:gd name="connsiteY43" fmla="*/ 1468174 h 3836087"/>
              <a:gd name="connsiteX44" fmla="*/ 3409464 w 3412990"/>
              <a:gd name="connsiteY44" fmla="*/ 1543948 h 3836087"/>
              <a:gd name="connsiteX45" fmla="*/ 3407819 w 3412990"/>
              <a:gd name="connsiteY45" fmla="*/ 1626417 h 3836087"/>
              <a:gd name="connsiteX46" fmla="*/ 3406408 w 3412990"/>
              <a:gd name="connsiteY46" fmla="*/ 1715818 h 3836087"/>
              <a:gd name="connsiteX47" fmla="*/ 3405233 w 3412990"/>
              <a:gd name="connsiteY47" fmla="*/ 1813106 h 3836087"/>
              <a:gd name="connsiteX48" fmla="*/ 3404764 w 3412990"/>
              <a:gd name="connsiteY48" fmla="*/ 1918044 h 3836087"/>
              <a:gd name="connsiteX49" fmla="*/ 3405233 w 3412990"/>
              <a:gd name="connsiteY49" fmla="*/ 2022982 h 3836087"/>
              <a:gd name="connsiteX50" fmla="*/ 3406408 w 3412990"/>
              <a:gd name="connsiteY50" fmla="*/ 2120271 h 3836087"/>
              <a:gd name="connsiteX51" fmla="*/ 3407819 w 3412990"/>
              <a:gd name="connsiteY51" fmla="*/ 2209671 h 3836087"/>
              <a:gd name="connsiteX52" fmla="*/ 3409464 w 3412990"/>
              <a:gd name="connsiteY52" fmla="*/ 2292139 h 3836087"/>
              <a:gd name="connsiteX53" fmla="*/ 3410874 w 3412990"/>
              <a:gd name="connsiteY53" fmla="*/ 2367914 h 3836087"/>
              <a:gd name="connsiteX54" fmla="*/ 3412285 w 3412990"/>
              <a:gd name="connsiteY54" fmla="*/ 2436997 h 3836087"/>
              <a:gd name="connsiteX55" fmla="*/ 3412990 w 3412990"/>
              <a:gd name="connsiteY55" fmla="*/ 2500580 h 3836087"/>
              <a:gd name="connsiteX56" fmla="*/ 3412755 w 3412990"/>
              <a:gd name="connsiteY56" fmla="*/ 2558905 h 3836087"/>
              <a:gd name="connsiteX57" fmla="*/ 3411815 w 3412990"/>
              <a:gd name="connsiteY57" fmla="*/ 2611972 h 3836087"/>
              <a:gd name="connsiteX58" fmla="*/ 3409464 w 3412990"/>
              <a:gd name="connsiteY58" fmla="*/ 2660257 h 3836087"/>
              <a:gd name="connsiteX59" fmla="*/ 3405703 w 3412990"/>
              <a:gd name="connsiteY59" fmla="*/ 2704480 h 3836087"/>
              <a:gd name="connsiteX60" fmla="*/ 3400062 w 3412990"/>
              <a:gd name="connsiteY60" fmla="*/ 2744877 h 3836087"/>
              <a:gd name="connsiteX61" fmla="*/ 3392541 w 3412990"/>
              <a:gd name="connsiteY61" fmla="*/ 2781929 h 3836087"/>
              <a:gd name="connsiteX62" fmla="*/ 3382668 w 3412990"/>
              <a:gd name="connsiteY62" fmla="*/ 2816111 h 3836087"/>
              <a:gd name="connsiteX63" fmla="*/ 3370445 w 3412990"/>
              <a:gd name="connsiteY63" fmla="*/ 2847663 h 3836087"/>
              <a:gd name="connsiteX64" fmla="*/ 3355637 w 3412990"/>
              <a:gd name="connsiteY64" fmla="*/ 2877066 h 3836087"/>
              <a:gd name="connsiteX65" fmla="*/ 3337773 w 3412990"/>
              <a:gd name="connsiteY65" fmla="*/ 2904794 h 3836087"/>
              <a:gd name="connsiteX66" fmla="*/ 3316618 w 3412990"/>
              <a:gd name="connsiteY66" fmla="*/ 2931327 h 3836087"/>
              <a:gd name="connsiteX67" fmla="*/ 3292407 w 3412990"/>
              <a:gd name="connsiteY67" fmla="*/ 2956904 h 3836087"/>
              <a:gd name="connsiteX68" fmla="*/ 3264201 w 3412990"/>
              <a:gd name="connsiteY68" fmla="*/ 2981765 h 3836087"/>
              <a:gd name="connsiteX69" fmla="*/ 3232233 w 3412990"/>
              <a:gd name="connsiteY69" fmla="*/ 3007102 h 3836087"/>
              <a:gd name="connsiteX70" fmla="*/ 3196270 w 3412990"/>
              <a:gd name="connsiteY70" fmla="*/ 3032440 h 3836087"/>
              <a:gd name="connsiteX71" fmla="*/ 3155606 w 3412990"/>
              <a:gd name="connsiteY71" fmla="*/ 3058734 h 3836087"/>
              <a:gd name="connsiteX72" fmla="*/ 3110710 w 3412990"/>
              <a:gd name="connsiteY72" fmla="*/ 3086224 h 3836087"/>
              <a:gd name="connsiteX73" fmla="*/ 3060644 w 3412990"/>
              <a:gd name="connsiteY73" fmla="*/ 3115148 h 3836087"/>
              <a:gd name="connsiteX74" fmla="*/ 3005641 w 3412990"/>
              <a:gd name="connsiteY74" fmla="*/ 3146223 h 3836087"/>
              <a:gd name="connsiteX75" fmla="*/ 2945232 w 3412990"/>
              <a:gd name="connsiteY75" fmla="*/ 3179927 h 3836087"/>
              <a:gd name="connsiteX76" fmla="*/ 2879652 w 3412990"/>
              <a:gd name="connsiteY76" fmla="*/ 3216500 h 3836087"/>
              <a:gd name="connsiteX77" fmla="*/ 2807725 w 3412990"/>
              <a:gd name="connsiteY77" fmla="*/ 3256419 h 3836087"/>
              <a:gd name="connsiteX78" fmla="*/ 2730156 w 3412990"/>
              <a:gd name="connsiteY78" fmla="*/ 3299685 h 3836087"/>
              <a:gd name="connsiteX79" fmla="*/ 2646008 w 3412990"/>
              <a:gd name="connsiteY79" fmla="*/ 3347254 h 3836087"/>
              <a:gd name="connsiteX80" fmla="*/ 2555747 w 3412990"/>
              <a:gd name="connsiteY80" fmla="*/ 3399604 h 3836087"/>
              <a:gd name="connsiteX81" fmla="*/ 2465485 w 3412990"/>
              <a:gd name="connsiteY81" fmla="*/ 3452192 h 3836087"/>
              <a:gd name="connsiteX82" fmla="*/ 2382511 w 3412990"/>
              <a:gd name="connsiteY82" fmla="*/ 3501912 h 3836087"/>
              <a:gd name="connsiteX83" fmla="*/ 2306354 w 3412990"/>
              <a:gd name="connsiteY83" fmla="*/ 3547807 h 3836087"/>
              <a:gd name="connsiteX84" fmla="*/ 2236308 w 3412990"/>
              <a:gd name="connsiteY84" fmla="*/ 3590595 h 3836087"/>
              <a:gd name="connsiteX85" fmla="*/ 2171903 w 3412990"/>
              <a:gd name="connsiteY85" fmla="*/ 3629558 h 3836087"/>
              <a:gd name="connsiteX86" fmla="*/ 2112904 w 3412990"/>
              <a:gd name="connsiteY86" fmla="*/ 3665654 h 3836087"/>
              <a:gd name="connsiteX87" fmla="*/ 2058606 w 3412990"/>
              <a:gd name="connsiteY87" fmla="*/ 3697924 h 3836087"/>
              <a:gd name="connsiteX88" fmla="*/ 2008776 w 3412990"/>
              <a:gd name="connsiteY88" fmla="*/ 3727086 h 3836087"/>
              <a:gd name="connsiteX89" fmla="*/ 1962704 w 3412990"/>
              <a:gd name="connsiteY89" fmla="*/ 3752423 h 3836087"/>
              <a:gd name="connsiteX90" fmla="*/ 1919924 w 3412990"/>
              <a:gd name="connsiteY90" fmla="*/ 3774655 h 3836087"/>
              <a:gd name="connsiteX91" fmla="*/ 1879966 w 3412990"/>
              <a:gd name="connsiteY91" fmla="*/ 3793299 h 3836087"/>
              <a:gd name="connsiteX92" fmla="*/ 1842356 w 3412990"/>
              <a:gd name="connsiteY92" fmla="*/ 3808837 h 3836087"/>
              <a:gd name="connsiteX93" fmla="*/ 1806863 w 3412990"/>
              <a:gd name="connsiteY93" fmla="*/ 3820789 h 3836087"/>
              <a:gd name="connsiteX94" fmla="*/ 1772546 w 3412990"/>
              <a:gd name="connsiteY94" fmla="*/ 3829156 h 3836087"/>
              <a:gd name="connsiteX95" fmla="*/ 1739167 w 3412990"/>
              <a:gd name="connsiteY95" fmla="*/ 3834414 h 3836087"/>
              <a:gd name="connsiteX96" fmla="*/ 1706731 w 3412990"/>
              <a:gd name="connsiteY96" fmla="*/ 3836087 h 3836087"/>
              <a:gd name="connsiteX97" fmla="*/ 1673822 w 3412990"/>
              <a:gd name="connsiteY97" fmla="*/ 3834414 h 3836087"/>
              <a:gd name="connsiteX98" fmla="*/ 1640445 w 3412990"/>
              <a:gd name="connsiteY98" fmla="*/ 3829156 h 3836087"/>
              <a:gd name="connsiteX99" fmla="*/ 1606128 w 3412990"/>
              <a:gd name="connsiteY99" fmla="*/ 3820789 h 3836087"/>
              <a:gd name="connsiteX100" fmla="*/ 1570633 w 3412990"/>
              <a:gd name="connsiteY100" fmla="*/ 3808837 h 3836087"/>
              <a:gd name="connsiteX101" fmla="*/ 1533026 w 3412990"/>
              <a:gd name="connsiteY101" fmla="*/ 3793299 h 3836087"/>
              <a:gd name="connsiteX102" fmla="*/ 1493066 w 3412990"/>
              <a:gd name="connsiteY102" fmla="*/ 3774655 h 3836087"/>
              <a:gd name="connsiteX103" fmla="*/ 1450286 w 3412990"/>
              <a:gd name="connsiteY103" fmla="*/ 3752423 h 3836087"/>
              <a:gd name="connsiteX104" fmla="*/ 1404215 w 3412990"/>
              <a:gd name="connsiteY104" fmla="*/ 3727086 h 3836087"/>
              <a:gd name="connsiteX105" fmla="*/ 1354383 w 3412990"/>
              <a:gd name="connsiteY105" fmla="*/ 3697924 h 3836087"/>
              <a:gd name="connsiteX106" fmla="*/ 1300086 w 3412990"/>
              <a:gd name="connsiteY106" fmla="*/ 3665654 h 3836087"/>
              <a:gd name="connsiteX107" fmla="*/ 1241088 w 3412990"/>
              <a:gd name="connsiteY107" fmla="*/ 3629558 h 3836087"/>
              <a:gd name="connsiteX108" fmla="*/ 1176683 w 3412990"/>
              <a:gd name="connsiteY108" fmla="*/ 3590595 h 3836087"/>
              <a:gd name="connsiteX109" fmla="*/ 1106636 w 3412990"/>
              <a:gd name="connsiteY109" fmla="*/ 3547807 h 3836087"/>
              <a:gd name="connsiteX110" fmla="*/ 1030479 w 3412990"/>
              <a:gd name="connsiteY110" fmla="*/ 3501912 h 3836087"/>
              <a:gd name="connsiteX111" fmla="*/ 947505 w 3412990"/>
              <a:gd name="connsiteY111" fmla="*/ 3452192 h 3836087"/>
              <a:gd name="connsiteX112" fmla="*/ 857244 w 3412990"/>
              <a:gd name="connsiteY112" fmla="*/ 3399604 h 3836087"/>
              <a:gd name="connsiteX113" fmla="*/ 766983 w 3412990"/>
              <a:gd name="connsiteY113" fmla="*/ 3347254 h 3836087"/>
              <a:gd name="connsiteX114" fmla="*/ 682833 w 3412990"/>
              <a:gd name="connsiteY114" fmla="*/ 3299685 h 3836087"/>
              <a:gd name="connsiteX115" fmla="*/ 605266 w 3412990"/>
              <a:gd name="connsiteY115" fmla="*/ 3256180 h 3836087"/>
              <a:gd name="connsiteX116" fmla="*/ 533338 w 3412990"/>
              <a:gd name="connsiteY116" fmla="*/ 3216261 h 3836087"/>
              <a:gd name="connsiteX117" fmla="*/ 467758 w 3412990"/>
              <a:gd name="connsiteY117" fmla="*/ 3179927 h 3836087"/>
              <a:gd name="connsiteX118" fmla="*/ 407350 w 3412990"/>
              <a:gd name="connsiteY118" fmla="*/ 3146223 h 3836087"/>
              <a:gd name="connsiteX119" fmla="*/ 352347 w 3412990"/>
              <a:gd name="connsiteY119" fmla="*/ 3115148 h 3836087"/>
              <a:gd name="connsiteX120" fmla="*/ 302515 w 3412990"/>
              <a:gd name="connsiteY120" fmla="*/ 3086224 h 3836087"/>
              <a:gd name="connsiteX121" fmla="*/ 257384 w 3412990"/>
              <a:gd name="connsiteY121" fmla="*/ 3058496 h 3836087"/>
              <a:gd name="connsiteX122" fmla="*/ 216720 w 3412990"/>
              <a:gd name="connsiteY122" fmla="*/ 3032440 h 3836087"/>
              <a:gd name="connsiteX123" fmla="*/ 180992 w 3412990"/>
              <a:gd name="connsiteY123" fmla="*/ 3007102 h 3836087"/>
              <a:gd name="connsiteX124" fmla="*/ 148789 w 3412990"/>
              <a:gd name="connsiteY124" fmla="*/ 2981765 h 3836087"/>
              <a:gd name="connsiteX125" fmla="*/ 120583 w 3412990"/>
              <a:gd name="connsiteY125" fmla="*/ 2956904 h 3836087"/>
              <a:gd name="connsiteX126" fmla="*/ 96372 w 3412990"/>
              <a:gd name="connsiteY126" fmla="*/ 2931327 h 3836087"/>
              <a:gd name="connsiteX127" fmla="*/ 75218 w 3412990"/>
              <a:gd name="connsiteY127" fmla="*/ 2904794 h 3836087"/>
              <a:gd name="connsiteX128" fmla="*/ 57354 w 3412990"/>
              <a:gd name="connsiteY128" fmla="*/ 2877066 h 3836087"/>
              <a:gd name="connsiteX129" fmla="*/ 42545 w 3412990"/>
              <a:gd name="connsiteY129" fmla="*/ 2847663 h 3836087"/>
              <a:gd name="connsiteX130" fmla="*/ 30322 w 3412990"/>
              <a:gd name="connsiteY130" fmla="*/ 2816111 h 3836087"/>
              <a:gd name="connsiteX131" fmla="*/ 20450 w 3412990"/>
              <a:gd name="connsiteY131" fmla="*/ 2781929 h 3836087"/>
              <a:gd name="connsiteX132" fmla="*/ 13163 w 3412990"/>
              <a:gd name="connsiteY132" fmla="*/ 2744877 h 3836087"/>
              <a:gd name="connsiteX133" fmla="*/ 7287 w 3412990"/>
              <a:gd name="connsiteY133" fmla="*/ 2704480 h 3836087"/>
              <a:gd name="connsiteX134" fmla="*/ 3526 w 3412990"/>
              <a:gd name="connsiteY134" fmla="*/ 2660257 h 3836087"/>
              <a:gd name="connsiteX135" fmla="*/ 1175 w 3412990"/>
              <a:gd name="connsiteY135" fmla="*/ 2611972 h 3836087"/>
              <a:gd name="connsiteX136" fmla="*/ 235 w 3412990"/>
              <a:gd name="connsiteY136" fmla="*/ 2558905 h 3836087"/>
              <a:gd name="connsiteX137" fmla="*/ 0 w 3412990"/>
              <a:gd name="connsiteY137" fmla="*/ 2500580 h 3836087"/>
              <a:gd name="connsiteX138" fmla="*/ 705 w 3412990"/>
              <a:gd name="connsiteY138" fmla="*/ 2436997 h 3836087"/>
              <a:gd name="connsiteX139" fmla="*/ 2116 w 3412990"/>
              <a:gd name="connsiteY139" fmla="*/ 2367914 h 3836087"/>
              <a:gd name="connsiteX140" fmla="*/ 3526 w 3412990"/>
              <a:gd name="connsiteY140" fmla="*/ 2292139 h 3836087"/>
              <a:gd name="connsiteX141" fmla="*/ 5171 w 3412990"/>
              <a:gd name="connsiteY141" fmla="*/ 2209671 h 3836087"/>
              <a:gd name="connsiteX142" fmla="*/ 6582 w 3412990"/>
              <a:gd name="connsiteY142" fmla="*/ 2120271 h 3836087"/>
              <a:gd name="connsiteX143" fmla="*/ 7757 w 3412990"/>
              <a:gd name="connsiteY143" fmla="*/ 2022982 h 3836087"/>
              <a:gd name="connsiteX144" fmla="*/ 8227 w 3412990"/>
              <a:gd name="connsiteY144" fmla="*/ 1918044 h 3836087"/>
              <a:gd name="connsiteX145" fmla="*/ 7757 w 3412990"/>
              <a:gd name="connsiteY145" fmla="*/ 1813106 h 3836087"/>
              <a:gd name="connsiteX146" fmla="*/ 6582 w 3412990"/>
              <a:gd name="connsiteY146" fmla="*/ 1715818 h 3836087"/>
              <a:gd name="connsiteX147" fmla="*/ 5171 w 3412990"/>
              <a:gd name="connsiteY147" fmla="*/ 1626417 h 3836087"/>
              <a:gd name="connsiteX148" fmla="*/ 3526 w 3412990"/>
              <a:gd name="connsiteY148" fmla="*/ 1543948 h 3836087"/>
              <a:gd name="connsiteX149" fmla="*/ 2116 w 3412990"/>
              <a:gd name="connsiteY149" fmla="*/ 1468174 h 3836087"/>
              <a:gd name="connsiteX150" fmla="*/ 705 w 3412990"/>
              <a:gd name="connsiteY150" fmla="*/ 1399092 h 3836087"/>
              <a:gd name="connsiteX151" fmla="*/ 0 w 3412990"/>
              <a:gd name="connsiteY151" fmla="*/ 1335507 h 3836087"/>
              <a:gd name="connsiteX152" fmla="*/ 235 w 3412990"/>
              <a:gd name="connsiteY152" fmla="*/ 1277182 h 3836087"/>
              <a:gd name="connsiteX153" fmla="*/ 1175 w 3412990"/>
              <a:gd name="connsiteY153" fmla="*/ 1224115 h 3836087"/>
              <a:gd name="connsiteX154" fmla="*/ 3526 w 3412990"/>
              <a:gd name="connsiteY154" fmla="*/ 1175830 h 3836087"/>
              <a:gd name="connsiteX155" fmla="*/ 7287 w 3412990"/>
              <a:gd name="connsiteY155" fmla="*/ 1131607 h 3836087"/>
              <a:gd name="connsiteX156" fmla="*/ 12928 w 3412990"/>
              <a:gd name="connsiteY156" fmla="*/ 1091210 h 3836087"/>
              <a:gd name="connsiteX157" fmla="*/ 20450 w 3412990"/>
              <a:gd name="connsiteY157" fmla="*/ 1054160 h 3836087"/>
              <a:gd name="connsiteX158" fmla="*/ 30322 w 3412990"/>
              <a:gd name="connsiteY158" fmla="*/ 1019977 h 3836087"/>
              <a:gd name="connsiteX159" fmla="*/ 42545 w 3412990"/>
              <a:gd name="connsiteY159" fmla="*/ 988424 h 3836087"/>
              <a:gd name="connsiteX160" fmla="*/ 57354 w 3412990"/>
              <a:gd name="connsiteY160" fmla="*/ 959022 h 3836087"/>
              <a:gd name="connsiteX161" fmla="*/ 75218 w 3412990"/>
              <a:gd name="connsiteY161" fmla="*/ 931293 h 3836087"/>
              <a:gd name="connsiteX162" fmla="*/ 96372 w 3412990"/>
              <a:gd name="connsiteY162" fmla="*/ 904760 h 3836087"/>
              <a:gd name="connsiteX163" fmla="*/ 120583 w 3412990"/>
              <a:gd name="connsiteY163" fmla="*/ 879183 h 3836087"/>
              <a:gd name="connsiteX164" fmla="*/ 148789 w 3412990"/>
              <a:gd name="connsiteY164" fmla="*/ 854323 h 3836087"/>
              <a:gd name="connsiteX165" fmla="*/ 180757 w 3412990"/>
              <a:gd name="connsiteY165" fmla="*/ 828985 h 3836087"/>
              <a:gd name="connsiteX166" fmla="*/ 216720 w 3412990"/>
              <a:gd name="connsiteY166" fmla="*/ 803647 h 3836087"/>
              <a:gd name="connsiteX167" fmla="*/ 257384 w 3412990"/>
              <a:gd name="connsiteY167" fmla="*/ 777353 h 3836087"/>
              <a:gd name="connsiteX168" fmla="*/ 302280 w 3412990"/>
              <a:gd name="connsiteY168" fmla="*/ 749864 h 3836087"/>
              <a:gd name="connsiteX169" fmla="*/ 352347 w 3412990"/>
              <a:gd name="connsiteY169" fmla="*/ 720939 h 3836087"/>
              <a:gd name="connsiteX170" fmla="*/ 407350 w 3412990"/>
              <a:gd name="connsiteY170" fmla="*/ 689865 h 3836087"/>
              <a:gd name="connsiteX171" fmla="*/ 467758 w 3412990"/>
              <a:gd name="connsiteY171" fmla="*/ 656161 h 3836087"/>
              <a:gd name="connsiteX172" fmla="*/ 533338 w 3412990"/>
              <a:gd name="connsiteY172" fmla="*/ 619588 h 3836087"/>
              <a:gd name="connsiteX173" fmla="*/ 605266 w 3412990"/>
              <a:gd name="connsiteY173" fmla="*/ 579668 h 3836087"/>
              <a:gd name="connsiteX174" fmla="*/ 682833 w 3412990"/>
              <a:gd name="connsiteY174" fmla="*/ 536402 h 3836087"/>
              <a:gd name="connsiteX175" fmla="*/ 766983 w 3412990"/>
              <a:gd name="connsiteY175" fmla="*/ 488834 h 3836087"/>
              <a:gd name="connsiteX176" fmla="*/ 857244 w 3412990"/>
              <a:gd name="connsiteY176" fmla="*/ 436484 h 3836087"/>
              <a:gd name="connsiteX177" fmla="*/ 947505 w 3412990"/>
              <a:gd name="connsiteY177" fmla="*/ 383896 h 3836087"/>
              <a:gd name="connsiteX178" fmla="*/ 1030479 w 3412990"/>
              <a:gd name="connsiteY178" fmla="*/ 334176 h 3836087"/>
              <a:gd name="connsiteX179" fmla="*/ 1106636 w 3412990"/>
              <a:gd name="connsiteY179" fmla="*/ 288280 h 3836087"/>
              <a:gd name="connsiteX180" fmla="*/ 1176683 w 3412990"/>
              <a:gd name="connsiteY180" fmla="*/ 245493 h 3836087"/>
              <a:gd name="connsiteX181" fmla="*/ 1241088 w 3412990"/>
              <a:gd name="connsiteY181" fmla="*/ 206529 h 3836087"/>
              <a:gd name="connsiteX182" fmla="*/ 1300086 w 3412990"/>
              <a:gd name="connsiteY182" fmla="*/ 170435 h 3836087"/>
              <a:gd name="connsiteX183" fmla="*/ 1354383 w 3412990"/>
              <a:gd name="connsiteY183" fmla="*/ 138165 h 3836087"/>
              <a:gd name="connsiteX184" fmla="*/ 1404215 w 3412990"/>
              <a:gd name="connsiteY184" fmla="*/ 109001 h 3836087"/>
              <a:gd name="connsiteX185" fmla="*/ 1450286 w 3412990"/>
              <a:gd name="connsiteY185" fmla="*/ 83664 h 3836087"/>
              <a:gd name="connsiteX186" fmla="*/ 1493066 w 3412990"/>
              <a:gd name="connsiteY186" fmla="*/ 61433 h 3836087"/>
              <a:gd name="connsiteX187" fmla="*/ 1533026 w 3412990"/>
              <a:gd name="connsiteY187" fmla="*/ 42788 h 3836087"/>
              <a:gd name="connsiteX188" fmla="*/ 1570633 w 3412990"/>
              <a:gd name="connsiteY188" fmla="*/ 27250 h 3836087"/>
              <a:gd name="connsiteX189" fmla="*/ 1606128 w 3412990"/>
              <a:gd name="connsiteY189" fmla="*/ 15299 h 3836087"/>
              <a:gd name="connsiteX190" fmla="*/ 1640445 w 3412990"/>
              <a:gd name="connsiteY190" fmla="*/ 6933 h 3836087"/>
              <a:gd name="connsiteX191" fmla="*/ 1673822 w 3412990"/>
              <a:gd name="connsiteY191" fmla="*/ 1673 h 3836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3412990" h="3836087">
                <a:moveTo>
                  <a:pt x="1706731" y="0"/>
                </a:moveTo>
                <a:lnTo>
                  <a:pt x="1739167" y="1673"/>
                </a:lnTo>
                <a:lnTo>
                  <a:pt x="1772546" y="6933"/>
                </a:lnTo>
                <a:lnTo>
                  <a:pt x="1806863" y="15299"/>
                </a:lnTo>
                <a:lnTo>
                  <a:pt x="1842356" y="27250"/>
                </a:lnTo>
                <a:lnTo>
                  <a:pt x="1879966" y="42788"/>
                </a:lnTo>
                <a:lnTo>
                  <a:pt x="1919924" y="61433"/>
                </a:lnTo>
                <a:lnTo>
                  <a:pt x="1962704" y="83664"/>
                </a:lnTo>
                <a:lnTo>
                  <a:pt x="2008776" y="109001"/>
                </a:lnTo>
                <a:lnTo>
                  <a:pt x="2058606" y="138165"/>
                </a:lnTo>
                <a:lnTo>
                  <a:pt x="2112904" y="170435"/>
                </a:lnTo>
                <a:lnTo>
                  <a:pt x="2171903" y="206529"/>
                </a:lnTo>
                <a:lnTo>
                  <a:pt x="2236308" y="245493"/>
                </a:lnTo>
                <a:lnTo>
                  <a:pt x="2306354" y="288280"/>
                </a:lnTo>
                <a:lnTo>
                  <a:pt x="2382511" y="334176"/>
                </a:lnTo>
                <a:lnTo>
                  <a:pt x="2465485" y="383896"/>
                </a:lnTo>
                <a:lnTo>
                  <a:pt x="2555747" y="436484"/>
                </a:lnTo>
                <a:lnTo>
                  <a:pt x="2646008" y="488834"/>
                </a:lnTo>
                <a:lnTo>
                  <a:pt x="2730156" y="536402"/>
                </a:lnTo>
                <a:lnTo>
                  <a:pt x="2807725" y="579907"/>
                </a:lnTo>
                <a:lnTo>
                  <a:pt x="2879652" y="619826"/>
                </a:lnTo>
                <a:lnTo>
                  <a:pt x="2945232" y="656161"/>
                </a:lnTo>
                <a:lnTo>
                  <a:pt x="3005641" y="689865"/>
                </a:lnTo>
                <a:lnTo>
                  <a:pt x="3060644" y="720939"/>
                </a:lnTo>
                <a:lnTo>
                  <a:pt x="3110475" y="749864"/>
                </a:lnTo>
                <a:lnTo>
                  <a:pt x="3155606" y="777592"/>
                </a:lnTo>
                <a:lnTo>
                  <a:pt x="3196270" y="803647"/>
                </a:lnTo>
                <a:lnTo>
                  <a:pt x="3231998" y="828985"/>
                </a:lnTo>
                <a:lnTo>
                  <a:pt x="3264201" y="854323"/>
                </a:lnTo>
                <a:lnTo>
                  <a:pt x="3292407" y="879183"/>
                </a:lnTo>
                <a:lnTo>
                  <a:pt x="3316618" y="904760"/>
                </a:lnTo>
                <a:lnTo>
                  <a:pt x="3337773" y="931293"/>
                </a:lnTo>
                <a:lnTo>
                  <a:pt x="3355637" y="959022"/>
                </a:lnTo>
                <a:lnTo>
                  <a:pt x="3370445" y="988424"/>
                </a:lnTo>
                <a:lnTo>
                  <a:pt x="3382668" y="1019977"/>
                </a:lnTo>
                <a:lnTo>
                  <a:pt x="3392541" y="1054160"/>
                </a:lnTo>
                <a:lnTo>
                  <a:pt x="3399827" y="1091210"/>
                </a:lnTo>
                <a:lnTo>
                  <a:pt x="3405703" y="1131607"/>
                </a:lnTo>
                <a:lnTo>
                  <a:pt x="3409464" y="1175830"/>
                </a:lnTo>
                <a:lnTo>
                  <a:pt x="3411815" y="1224115"/>
                </a:lnTo>
                <a:lnTo>
                  <a:pt x="3412755" y="1277182"/>
                </a:lnTo>
                <a:lnTo>
                  <a:pt x="3412990" y="1335507"/>
                </a:lnTo>
                <a:lnTo>
                  <a:pt x="3412285" y="1399092"/>
                </a:lnTo>
                <a:lnTo>
                  <a:pt x="3410874" y="1468174"/>
                </a:lnTo>
                <a:lnTo>
                  <a:pt x="3409464" y="1543948"/>
                </a:lnTo>
                <a:lnTo>
                  <a:pt x="3407819" y="1626417"/>
                </a:lnTo>
                <a:lnTo>
                  <a:pt x="3406408" y="1715818"/>
                </a:lnTo>
                <a:lnTo>
                  <a:pt x="3405233" y="1813106"/>
                </a:lnTo>
                <a:lnTo>
                  <a:pt x="3404764" y="1918044"/>
                </a:lnTo>
                <a:lnTo>
                  <a:pt x="3405233" y="2022982"/>
                </a:lnTo>
                <a:lnTo>
                  <a:pt x="3406408" y="2120271"/>
                </a:lnTo>
                <a:lnTo>
                  <a:pt x="3407819" y="2209671"/>
                </a:lnTo>
                <a:lnTo>
                  <a:pt x="3409464" y="2292139"/>
                </a:lnTo>
                <a:lnTo>
                  <a:pt x="3410874" y="2367914"/>
                </a:lnTo>
                <a:lnTo>
                  <a:pt x="3412285" y="2436997"/>
                </a:lnTo>
                <a:lnTo>
                  <a:pt x="3412990" y="2500580"/>
                </a:lnTo>
                <a:lnTo>
                  <a:pt x="3412755" y="2558905"/>
                </a:lnTo>
                <a:lnTo>
                  <a:pt x="3411815" y="2611972"/>
                </a:lnTo>
                <a:lnTo>
                  <a:pt x="3409464" y="2660257"/>
                </a:lnTo>
                <a:lnTo>
                  <a:pt x="3405703" y="2704480"/>
                </a:lnTo>
                <a:lnTo>
                  <a:pt x="3400062" y="2744877"/>
                </a:lnTo>
                <a:lnTo>
                  <a:pt x="3392541" y="2781929"/>
                </a:lnTo>
                <a:lnTo>
                  <a:pt x="3382668" y="2816111"/>
                </a:lnTo>
                <a:lnTo>
                  <a:pt x="3370445" y="2847663"/>
                </a:lnTo>
                <a:lnTo>
                  <a:pt x="3355637" y="2877066"/>
                </a:lnTo>
                <a:lnTo>
                  <a:pt x="3337773" y="2904794"/>
                </a:lnTo>
                <a:lnTo>
                  <a:pt x="3316618" y="2931327"/>
                </a:lnTo>
                <a:lnTo>
                  <a:pt x="3292407" y="2956904"/>
                </a:lnTo>
                <a:lnTo>
                  <a:pt x="3264201" y="2981765"/>
                </a:lnTo>
                <a:lnTo>
                  <a:pt x="3232233" y="3007102"/>
                </a:lnTo>
                <a:lnTo>
                  <a:pt x="3196270" y="3032440"/>
                </a:lnTo>
                <a:lnTo>
                  <a:pt x="3155606" y="3058734"/>
                </a:lnTo>
                <a:lnTo>
                  <a:pt x="3110710" y="3086224"/>
                </a:lnTo>
                <a:lnTo>
                  <a:pt x="3060644" y="3115148"/>
                </a:lnTo>
                <a:lnTo>
                  <a:pt x="3005641" y="3146223"/>
                </a:lnTo>
                <a:lnTo>
                  <a:pt x="2945232" y="3179927"/>
                </a:lnTo>
                <a:lnTo>
                  <a:pt x="2879652" y="3216500"/>
                </a:lnTo>
                <a:lnTo>
                  <a:pt x="2807725" y="3256419"/>
                </a:lnTo>
                <a:lnTo>
                  <a:pt x="2730156" y="3299685"/>
                </a:lnTo>
                <a:lnTo>
                  <a:pt x="2646008" y="3347254"/>
                </a:lnTo>
                <a:lnTo>
                  <a:pt x="2555747" y="3399604"/>
                </a:lnTo>
                <a:lnTo>
                  <a:pt x="2465485" y="3452192"/>
                </a:lnTo>
                <a:lnTo>
                  <a:pt x="2382511" y="3501912"/>
                </a:lnTo>
                <a:lnTo>
                  <a:pt x="2306354" y="3547807"/>
                </a:lnTo>
                <a:lnTo>
                  <a:pt x="2236308" y="3590595"/>
                </a:lnTo>
                <a:lnTo>
                  <a:pt x="2171903" y="3629558"/>
                </a:lnTo>
                <a:lnTo>
                  <a:pt x="2112904" y="3665654"/>
                </a:lnTo>
                <a:lnTo>
                  <a:pt x="2058606" y="3697924"/>
                </a:lnTo>
                <a:lnTo>
                  <a:pt x="2008776" y="3727086"/>
                </a:lnTo>
                <a:lnTo>
                  <a:pt x="1962704" y="3752423"/>
                </a:lnTo>
                <a:lnTo>
                  <a:pt x="1919924" y="3774655"/>
                </a:lnTo>
                <a:lnTo>
                  <a:pt x="1879966" y="3793299"/>
                </a:lnTo>
                <a:lnTo>
                  <a:pt x="1842356" y="3808837"/>
                </a:lnTo>
                <a:lnTo>
                  <a:pt x="1806863" y="3820789"/>
                </a:lnTo>
                <a:lnTo>
                  <a:pt x="1772546" y="3829156"/>
                </a:lnTo>
                <a:lnTo>
                  <a:pt x="1739167" y="3834414"/>
                </a:lnTo>
                <a:lnTo>
                  <a:pt x="1706731" y="3836087"/>
                </a:lnTo>
                <a:lnTo>
                  <a:pt x="1673822" y="3834414"/>
                </a:lnTo>
                <a:lnTo>
                  <a:pt x="1640445" y="3829156"/>
                </a:lnTo>
                <a:lnTo>
                  <a:pt x="1606128" y="3820789"/>
                </a:lnTo>
                <a:lnTo>
                  <a:pt x="1570633" y="3808837"/>
                </a:lnTo>
                <a:lnTo>
                  <a:pt x="1533026" y="3793299"/>
                </a:lnTo>
                <a:lnTo>
                  <a:pt x="1493066" y="3774655"/>
                </a:lnTo>
                <a:lnTo>
                  <a:pt x="1450286" y="3752423"/>
                </a:lnTo>
                <a:lnTo>
                  <a:pt x="1404215" y="3727086"/>
                </a:lnTo>
                <a:lnTo>
                  <a:pt x="1354383" y="3697924"/>
                </a:lnTo>
                <a:lnTo>
                  <a:pt x="1300086" y="3665654"/>
                </a:lnTo>
                <a:lnTo>
                  <a:pt x="1241088" y="3629558"/>
                </a:lnTo>
                <a:lnTo>
                  <a:pt x="1176683" y="3590595"/>
                </a:lnTo>
                <a:lnTo>
                  <a:pt x="1106636" y="3547807"/>
                </a:lnTo>
                <a:lnTo>
                  <a:pt x="1030479" y="3501912"/>
                </a:lnTo>
                <a:lnTo>
                  <a:pt x="947505" y="3452192"/>
                </a:lnTo>
                <a:lnTo>
                  <a:pt x="857244" y="3399604"/>
                </a:lnTo>
                <a:lnTo>
                  <a:pt x="766983" y="3347254"/>
                </a:lnTo>
                <a:lnTo>
                  <a:pt x="682833" y="3299685"/>
                </a:lnTo>
                <a:lnTo>
                  <a:pt x="605266" y="3256180"/>
                </a:lnTo>
                <a:lnTo>
                  <a:pt x="533338" y="3216261"/>
                </a:lnTo>
                <a:lnTo>
                  <a:pt x="467758" y="3179927"/>
                </a:lnTo>
                <a:lnTo>
                  <a:pt x="407350" y="3146223"/>
                </a:lnTo>
                <a:lnTo>
                  <a:pt x="352347" y="3115148"/>
                </a:lnTo>
                <a:lnTo>
                  <a:pt x="302515" y="3086224"/>
                </a:lnTo>
                <a:lnTo>
                  <a:pt x="257384" y="3058496"/>
                </a:lnTo>
                <a:lnTo>
                  <a:pt x="216720" y="3032440"/>
                </a:lnTo>
                <a:lnTo>
                  <a:pt x="180992" y="3007102"/>
                </a:lnTo>
                <a:lnTo>
                  <a:pt x="148789" y="2981765"/>
                </a:lnTo>
                <a:lnTo>
                  <a:pt x="120583" y="2956904"/>
                </a:lnTo>
                <a:lnTo>
                  <a:pt x="96372" y="2931327"/>
                </a:lnTo>
                <a:lnTo>
                  <a:pt x="75218" y="2904794"/>
                </a:lnTo>
                <a:lnTo>
                  <a:pt x="57354" y="2877066"/>
                </a:lnTo>
                <a:lnTo>
                  <a:pt x="42545" y="2847663"/>
                </a:lnTo>
                <a:lnTo>
                  <a:pt x="30322" y="2816111"/>
                </a:lnTo>
                <a:lnTo>
                  <a:pt x="20450" y="2781929"/>
                </a:lnTo>
                <a:lnTo>
                  <a:pt x="13163" y="2744877"/>
                </a:lnTo>
                <a:lnTo>
                  <a:pt x="7287" y="2704480"/>
                </a:lnTo>
                <a:lnTo>
                  <a:pt x="3526" y="2660257"/>
                </a:lnTo>
                <a:lnTo>
                  <a:pt x="1175" y="2611972"/>
                </a:lnTo>
                <a:lnTo>
                  <a:pt x="235" y="2558905"/>
                </a:lnTo>
                <a:lnTo>
                  <a:pt x="0" y="2500580"/>
                </a:lnTo>
                <a:lnTo>
                  <a:pt x="705" y="2436997"/>
                </a:lnTo>
                <a:lnTo>
                  <a:pt x="2116" y="2367914"/>
                </a:lnTo>
                <a:lnTo>
                  <a:pt x="3526" y="2292139"/>
                </a:lnTo>
                <a:lnTo>
                  <a:pt x="5171" y="2209671"/>
                </a:lnTo>
                <a:lnTo>
                  <a:pt x="6582" y="2120271"/>
                </a:lnTo>
                <a:lnTo>
                  <a:pt x="7757" y="2022982"/>
                </a:lnTo>
                <a:lnTo>
                  <a:pt x="8227" y="1918044"/>
                </a:lnTo>
                <a:lnTo>
                  <a:pt x="7757" y="1813106"/>
                </a:lnTo>
                <a:lnTo>
                  <a:pt x="6582" y="1715818"/>
                </a:lnTo>
                <a:lnTo>
                  <a:pt x="5171" y="1626417"/>
                </a:lnTo>
                <a:lnTo>
                  <a:pt x="3526" y="1543948"/>
                </a:lnTo>
                <a:lnTo>
                  <a:pt x="2116" y="1468174"/>
                </a:lnTo>
                <a:lnTo>
                  <a:pt x="705" y="1399092"/>
                </a:lnTo>
                <a:lnTo>
                  <a:pt x="0" y="1335507"/>
                </a:lnTo>
                <a:lnTo>
                  <a:pt x="235" y="1277182"/>
                </a:lnTo>
                <a:lnTo>
                  <a:pt x="1175" y="1224115"/>
                </a:lnTo>
                <a:lnTo>
                  <a:pt x="3526" y="1175830"/>
                </a:lnTo>
                <a:lnTo>
                  <a:pt x="7287" y="1131607"/>
                </a:lnTo>
                <a:lnTo>
                  <a:pt x="12928" y="1091210"/>
                </a:lnTo>
                <a:lnTo>
                  <a:pt x="20450" y="1054160"/>
                </a:lnTo>
                <a:lnTo>
                  <a:pt x="30322" y="1019977"/>
                </a:lnTo>
                <a:lnTo>
                  <a:pt x="42545" y="988424"/>
                </a:lnTo>
                <a:lnTo>
                  <a:pt x="57354" y="959022"/>
                </a:lnTo>
                <a:lnTo>
                  <a:pt x="75218" y="931293"/>
                </a:lnTo>
                <a:lnTo>
                  <a:pt x="96372" y="904760"/>
                </a:lnTo>
                <a:lnTo>
                  <a:pt x="120583" y="879183"/>
                </a:lnTo>
                <a:lnTo>
                  <a:pt x="148789" y="854323"/>
                </a:lnTo>
                <a:lnTo>
                  <a:pt x="180757" y="828985"/>
                </a:lnTo>
                <a:lnTo>
                  <a:pt x="216720" y="803647"/>
                </a:lnTo>
                <a:lnTo>
                  <a:pt x="257384" y="777353"/>
                </a:lnTo>
                <a:lnTo>
                  <a:pt x="302280" y="749864"/>
                </a:lnTo>
                <a:lnTo>
                  <a:pt x="352347" y="720939"/>
                </a:lnTo>
                <a:lnTo>
                  <a:pt x="407350" y="689865"/>
                </a:lnTo>
                <a:lnTo>
                  <a:pt x="467758" y="656161"/>
                </a:lnTo>
                <a:lnTo>
                  <a:pt x="533338" y="619588"/>
                </a:lnTo>
                <a:lnTo>
                  <a:pt x="605266" y="579668"/>
                </a:lnTo>
                <a:lnTo>
                  <a:pt x="682833" y="536402"/>
                </a:lnTo>
                <a:lnTo>
                  <a:pt x="766983" y="488834"/>
                </a:lnTo>
                <a:lnTo>
                  <a:pt x="857244" y="436484"/>
                </a:lnTo>
                <a:lnTo>
                  <a:pt x="947505" y="383896"/>
                </a:lnTo>
                <a:lnTo>
                  <a:pt x="1030479" y="334176"/>
                </a:lnTo>
                <a:lnTo>
                  <a:pt x="1106636" y="288280"/>
                </a:lnTo>
                <a:lnTo>
                  <a:pt x="1176683" y="245493"/>
                </a:lnTo>
                <a:lnTo>
                  <a:pt x="1241088" y="206529"/>
                </a:lnTo>
                <a:lnTo>
                  <a:pt x="1300086" y="170435"/>
                </a:lnTo>
                <a:lnTo>
                  <a:pt x="1354383" y="138165"/>
                </a:lnTo>
                <a:lnTo>
                  <a:pt x="1404215" y="109001"/>
                </a:lnTo>
                <a:lnTo>
                  <a:pt x="1450286" y="83664"/>
                </a:lnTo>
                <a:lnTo>
                  <a:pt x="1493066" y="61433"/>
                </a:lnTo>
                <a:lnTo>
                  <a:pt x="1533026" y="42788"/>
                </a:lnTo>
                <a:lnTo>
                  <a:pt x="1570633" y="27250"/>
                </a:lnTo>
                <a:lnTo>
                  <a:pt x="1606128" y="15299"/>
                </a:lnTo>
                <a:lnTo>
                  <a:pt x="1640445" y="6933"/>
                </a:lnTo>
                <a:lnTo>
                  <a:pt x="1673822" y="1673"/>
                </a:lnTo>
                <a:close/>
              </a:path>
            </a:pathLst>
          </a:custGeom>
          <a:solidFill>
            <a:schemeClr val="bg1">
              <a:lumMod val="95000"/>
            </a:schemeClr>
          </a:solidFill>
        </p:spPr>
        <p:txBody>
          <a:bodyPr wrap="square">
            <a:noAutofit/>
          </a:bodyPr>
          <a:lstStyle>
            <a:lvl1pPr marL="0" indent="0" algn="ctr">
              <a:buNone/>
              <a:defRPr sz="2400">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1490637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5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0-#ppt_w/2"/>
                                          </p:val>
                                        </p:tav>
                                        <p:tav tm="100000">
                                          <p:val>
                                            <p:strVal val="#ppt_x"/>
                                          </p:val>
                                        </p:tav>
                                      </p:tavLst>
                                    </p:anim>
                                    <p:anim calcmode="lin" valueType="num">
                                      <p:cBhvr additive="base">
                                        <p:cTn id="8" dur="750" fill="hold"/>
                                        <p:tgtEl>
                                          <p:spTgt spid="7"/>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50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750" fill="hold"/>
                                        <p:tgtEl>
                                          <p:spTgt spid="8"/>
                                        </p:tgtEl>
                                        <p:attrNameLst>
                                          <p:attrName>ppt_x</p:attrName>
                                        </p:attrNameLst>
                                      </p:cBhvr>
                                      <p:tavLst>
                                        <p:tav tm="0">
                                          <p:val>
                                            <p:strVal val="0-#ppt_w/2"/>
                                          </p:val>
                                        </p:tav>
                                        <p:tav tm="100000">
                                          <p:val>
                                            <p:strVal val="#ppt_x"/>
                                          </p:val>
                                        </p:tav>
                                      </p:tavLst>
                                    </p:anim>
                                    <p:anim calcmode="lin" valueType="num">
                                      <p:cBhvr additive="base">
                                        <p:cTn id="12" dur="75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5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0-#ppt_w/2"/>
                                          </p:val>
                                        </p:tav>
                                        <p:tav tm="100000">
                                          <p:val>
                                            <p:strVal val="#ppt_x"/>
                                          </p:val>
                                        </p:tav>
                                      </p:tavLst>
                                    </p:anim>
                                    <p:anim calcmode="lin" valueType="num">
                                      <p:cBhvr additive="base">
                                        <p:cTn id="16" dur="75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7" grpId="0" animBg="1"/>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0_Title Slide">
    <p:spTree>
      <p:nvGrpSpPr>
        <p:cNvPr id="1" name=""/>
        <p:cNvGrpSpPr/>
        <p:nvPr/>
      </p:nvGrpSpPr>
      <p:grpSpPr>
        <a:xfrm>
          <a:off x="0" y="0"/>
          <a:ext cx="0" cy="0"/>
          <a:chOff x="0" y="0"/>
          <a:chExt cx="0" cy="0"/>
        </a:xfrm>
      </p:grpSpPr>
      <p:sp>
        <p:nvSpPr>
          <p:cNvPr id="6" name="Picture Placeholder 2">
            <a:extLst>
              <a:ext uri="{FF2B5EF4-FFF2-40B4-BE49-F238E27FC236}">
                <a16:creationId xmlns:a16="http://schemas.microsoft.com/office/drawing/2014/main" id="{649A0DA8-1927-4966-877F-2B76CAB94AB9}"/>
              </a:ext>
            </a:extLst>
          </p:cNvPr>
          <p:cNvSpPr>
            <a:spLocks noGrp="1"/>
          </p:cNvSpPr>
          <p:nvPr>
            <p:ph type="pic" sz="quarter" idx="13"/>
          </p:nvPr>
        </p:nvSpPr>
        <p:spPr>
          <a:xfrm>
            <a:off x="10000868" y="1418492"/>
            <a:ext cx="7912841" cy="3995167"/>
          </a:xfrm>
          <a:prstGeom prst="rect">
            <a:avLst/>
          </a:prstGeom>
        </p:spPr>
        <p:txBody>
          <a:bodyPr/>
          <a:lstStyle>
            <a:lvl1pPr marL="0" indent="0" algn="ctr">
              <a:buNone/>
              <a:defRPr sz="4000">
                <a:solidFill>
                  <a:schemeClr val="tx1">
                    <a:lumMod val="65000"/>
                    <a:lumOff val="35000"/>
                  </a:schemeClr>
                </a:solidFill>
              </a:defRPr>
            </a:lvl1pPr>
          </a:lstStyle>
          <a:p>
            <a:endParaRPr lang="id-ID"/>
          </a:p>
        </p:txBody>
      </p:sp>
      <p:sp>
        <p:nvSpPr>
          <p:cNvPr id="7" name="Picture Placeholder 2">
            <a:extLst>
              <a:ext uri="{FF2B5EF4-FFF2-40B4-BE49-F238E27FC236}">
                <a16:creationId xmlns:a16="http://schemas.microsoft.com/office/drawing/2014/main" id="{56225B51-F64C-4C25-BB6F-09AB2ED00090}"/>
              </a:ext>
            </a:extLst>
          </p:cNvPr>
          <p:cNvSpPr>
            <a:spLocks noGrp="1"/>
          </p:cNvSpPr>
          <p:nvPr>
            <p:ph type="pic" sz="quarter" idx="14"/>
          </p:nvPr>
        </p:nvSpPr>
        <p:spPr>
          <a:xfrm>
            <a:off x="10000868" y="5559141"/>
            <a:ext cx="7912841" cy="3995167"/>
          </a:xfrm>
          <a:prstGeom prst="rect">
            <a:avLst/>
          </a:prstGeom>
        </p:spPr>
        <p:txBody>
          <a:bodyPr/>
          <a:lstStyle>
            <a:lvl1pPr marL="0" indent="0" algn="ctr">
              <a:buNone/>
              <a:defRPr sz="4000">
                <a:solidFill>
                  <a:schemeClr val="tx1">
                    <a:lumMod val="65000"/>
                    <a:lumOff val="35000"/>
                  </a:schemeClr>
                </a:solidFill>
              </a:defRPr>
            </a:lvl1pPr>
          </a:lstStyle>
          <a:p>
            <a:endParaRPr lang="id-ID"/>
          </a:p>
        </p:txBody>
      </p:sp>
      <p:pic>
        <p:nvPicPr>
          <p:cNvPr id="2" name="Picture 4" descr="NUS Identity - Logo Colour and Background">
            <a:extLst>
              <a:ext uri="{FF2B5EF4-FFF2-40B4-BE49-F238E27FC236}">
                <a16:creationId xmlns:a16="http://schemas.microsoft.com/office/drawing/2014/main" id="{2ED34EC1-517B-D7B9-A8C0-70FD1D830FC8}"/>
              </a:ext>
            </a:extLst>
          </p:cNvPr>
          <p:cNvPicPr>
            <a:picLocks noChangeAspect="1" noChangeArrowheads="1"/>
          </p:cNvPicPr>
          <p:nvPr userDrawn="1"/>
        </p:nvPicPr>
        <p:blipFill>
          <a:blip r:embed="rId2">
            <a:extLst>
              <a:ext uri="{BEBA8EAE-BF5A-486C-A8C5-ECC9F3942E4B}">
                <a14:imgProps xmlns:a14="http://schemas.microsoft.com/office/drawing/2010/main">
                  <a14:imgLayer r:embed="rId3">
                    <a14:imgEffect>
                      <a14:backgroundRemoval t="10000" b="90000" l="10000" r="90000">
                        <a14:foregroundMark x1="21942" y1="48840" x2="23885" y2="54640"/>
                        <a14:foregroundMark x1="23885" y1="54640" x2="29353" y2="50812"/>
                        <a14:foregroundMark x1="29353" y1="50812" x2="33094" y2="54292"/>
                        <a14:foregroundMark x1="33094" y1="54292" x2="33309" y2="56032"/>
                        <a14:foregroundMark x1="44245" y1="42691" x2="44317" y2="29698"/>
                        <a14:foregroundMark x1="45156" y1="30125" x2="49784" y2="32483"/>
                        <a14:foregroundMark x1="44317" y1="29698" x2="44952" y2="30022"/>
                        <a14:foregroundMark x1="51222" y1="37030" x2="51655" y2="38399"/>
                        <a14:foregroundMark x1="49784" y1="32483" x2="51105" y2="36659"/>
                        <a14:foregroundMark x1="54052" y1="35963" x2="54964" y2="35035"/>
                        <a14:foregroundMark x1="51655" y1="38399" x2="52388" y2="37653"/>
                        <a14:foregroundMark x1="60504" y1="30974" x2="61007" y2="44200"/>
                        <a14:foregroundMark x1="61007" y1="44200" x2="64317" y2="46636"/>
                        <a14:foregroundMark x1="64317" y1="46636" x2="69065" y2="44316"/>
                        <a14:foregroundMark x1="69065" y1="44316" x2="70216" y2="38863"/>
                        <a14:foregroundMark x1="70216" y1="38863" x2="70288" y2="38747"/>
                        <a14:foregroundMark x1="76187" y1="27842" x2="77266" y2="34803"/>
                        <a14:foregroundMark x1="77266" y1="34803" x2="82158" y2="37935"/>
                        <a14:foregroundMark x1="82158" y1="37935" x2="83022" y2="44548"/>
                        <a14:foregroundMark x1="83022" y1="44548" x2="81007" y2="47796"/>
                        <a14:foregroundMark x1="32878" y1="43968" x2="33741" y2="44200"/>
                        <a14:foregroundMark x1="35612" y1="43503" x2="35252" y2="43271"/>
                        <a14:foregroundMark x1="30000" y1="43735" x2="31871" y2="43619"/>
                        <a14:foregroundMark x1="17266" y1="46404" x2="17770" y2="44548"/>
                        <a14:foregroundMark x1="22194" y1="62819" x2="22878" y2="62181"/>
                        <a14:foregroundMark x1="31295" y1="63457" x2="31942" y2="64849"/>
                        <a14:foregroundMark x1="33094" y1="62645" x2="33309" y2="61949"/>
                        <a14:foregroundMark x1="28633" y1="62297" x2="28417" y2="61949"/>
                        <a14:foregroundMark x1="34714" y1="46357" x2="34892" y2="46288"/>
                        <a14:foregroundMark x1="33801" y1="46710" x2="34289" y2="46521"/>
                        <a14:foregroundMark x1="33094" y1="46984" x2="33265" y2="46918"/>
                        <a14:foregroundMark x1="43309" y1="57309" x2="43309" y2="56961"/>
                        <a14:foregroundMark x1="45324" y1="58121" x2="45396" y2="57657"/>
                        <a14:foregroundMark x1="47410" y1="55220" x2="47986" y2="55568"/>
                        <a14:foregroundMark x1="49209" y1="55220" x2="49568" y2="55220"/>
                        <a14:foregroundMark x1="51151" y1="55916" x2="51223" y2="56497"/>
                        <a14:foregroundMark x1="51151" y1="53480" x2="51151" y2="53480"/>
                        <a14:foregroundMark x1="52302" y1="56613" x2="52446" y2="56032"/>
                        <a14:foregroundMark x1="55324" y1="55336" x2="55324" y2="56032"/>
                        <a14:foregroundMark x1="59065" y1="55220" x2="59466" y2="55544"/>
                        <a14:foregroundMark x1="60863" y1="56381" x2="60863" y2="55800"/>
                        <a14:foregroundMark x1="63381" y1="55336" x2="63381" y2="56265"/>
                        <a14:foregroundMark x1="66619" y1="55568" x2="66691" y2="56148"/>
                        <a14:foregroundMark x1="69568" y1="56032" x2="69568" y2="57077"/>
                        <a14:foregroundMark x1="69568" y1="53480" x2="69568" y2="53480"/>
                        <a14:foregroundMark x1="70935" y1="56148" x2="71079" y2="57193"/>
                        <a14:foregroundMark x1="73022" y1="55916" x2="73094" y2="57309"/>
                        <a14:foregroundMark x1="77410" y1="55568" x2="77338" y2="56381"/>
                        <a14:foregroundMark x1="79424" y1="55916" x2="79424" y2="56381"/>
                        <a14:foregroundMark x1="79712" y1="53480" x2="79568" y2="53480"/>
                        <a14:foregroundMark x1="80935" y1="55452" x2="80935" y2="56032"/>
                        <a14:foregroundMark x1="82734" y1="57077" x2="82806" y2="57425"/>
                        <a14:foregroundMark x1="44820" y1="64617" x2="44892" y2="64849"/>
                        <a14:foregroundMark x1="46259" y1="64037" x2="46475" y2="64037"/>
                        <a14:foregroundMark x1="49065" y1="63225" x2="49065" y2="63573"/>
                        <a14:foregroundMark x1="51583" y1="64385" x2="51583" y2="64501"/>
                        <a14:foregroundMark x1="51583" y1="62645" x2="51655" y2="62413"/>
                        <a14:foregroundMark x1="51655" y1="62413" x2="51655" y2="62413"/>
                        <a14:foregroundMark x1="52950" y1="64733" x2="52878" y2="64849"/>
                        <a14:foregroundMark x1="55612" y1="65429" x2="55540" y2="66009"/>
                        <a14:foregroundMark x1="59784" y1="65081" x2="59784" y2="65313"/>
                        <a14:foregroundMark x1="61367" y1="64965" x2="61367" y2="64965"/>
                        <a14:foregroundMark x1="63957" y1="65197" x2="63957" y2="65777"/>
                        <a14:foregroundMark x1="66978" y1="65081" x2="66978" y2="65197"/>
                        <a14:foregroundMark x1="68561" y1="65429" x2="68633" y2="65777"/>
                        <a14:foregroundMark x1="43986" y1="54872" x2="44245" y2="55220"/>
                        <a14:foregroundMark x1="43576" y1="54322" x2="43899" y2="54756"/>
                        <a14:foregroundMark x1="43381" y1="54060" x2="43506" y2="54228"/>
                        <a14:foregroundMark x1="69568" y1="65661" x2="70360" y2="65545"/>
                        <a14:foregroundMark x1="68849" y1="66937" x2="69209" y2="67169"/>
                        <a14:foregroundMark x1="80360" y1="55220" x2="80288" y2="55220"/>
                        <a14:foregroundMark x1="73597" y1="55104" x2="73957" y2="55104"/>
                        <a14:foregroundMark x1="74532" y1="58469" x2="74604" y2="58469"/>
                        <a14:foregroundMark x1="74604" y1="58353" x2="74676" y2="58237"/>
                        <a14:foregroundMark x1="74532" y1="58121" x2="74676" y2="58353"/>
                        <a14:foregroundMark x1="74676" y1="58353" x2="74676" y2="58237"/>
                        <a14:foregroundMark x1="74820" y1="58237" x2="74820" y2="58237"/>
                        <a14:foregroundMark x1="74820" y1="58237" x2="74748" y2="58353"/>
                        <a14:backgroundMark x1="34676" y1="51160" x2="34892" y2="50928"/>
                        <a14:backgroundMark x1="31727" y1="61717" x2="32374" y2="60557"/>
                        <a14:backgroundMark x1="22374" y1="62181" x2="22446" y2="62181"/>
                        <a14:backgroundMark x1="22374" y1="62297" x2="22446" y2="62413"/>
                        <a14:backgroundMark x1="22374" y1="62297" x2="22518" y2="62297"/>
                        <a14:backgroundMark x1="53381" y1="39559" x2="52950" y2="37123"/>
                        <a14:backgroundMark x1="52374" y1="37703" x2="53381" y2="36543"/>
                        <a14:backgroundMark x1="53597" y1="36891" x2="53597" y2="36195"/>
                        <a14:backgroundMark x1="53669" y1="36195" x2="53669" y2="36775"/>
                        <a14:backgroundMark x1="52662" y1="37471" x2="52518" y2="37587"/>
                        <a14:backgroundMark x1="53669" y1="35963" x2="53669" y2="36659"/>
                        <a14:backgroundMark x1="45324" y1="31903" x2="45324" y2="30974"/>
                        <a14:backgroundMark x1="33453" y1="46288" x2="34101" y2="45708"/>
                        <a14:backgroundMark x1="34748" y1="45360" x2="35108" y2="45360"/>
                        <a14:backgroundMark x1="47266" y1="57773" x2="47410" y2="57657"/>
                        <a14:backgroundMark x1="53022" y1="56497" x2="53525" y2="56961"/>
                        <a14:backgroundMark x1="58705" y1="57773" x2="58993" y2="57657"/>
                        <a14:backgroundMark x1="73741" y1="56032" x2="73957" y2="56032"/>
                        <a14:backgroundMark x1="78849" y1="56381" x2="78849" y2="56961"/>
                        <a14:backgroundMark x1="77050" y1="57193" x2="77050" y2="56729"/>
                        <a14:backgroundMark x1="77050" y1="56845" x2="77050" y2="56613"/>
                        <a14:backgroundMark x1="44388" y1="65893" x2="44317" y2="65661"/>
                        <a14:backgroundMark x1="56619" y1="65893" x2="56547" y2="65313"/>
                        <a14:backgroundMark x1="58993" y1="66705" x2="59209" y2="66589"/>
                        <a14:backgroundMark x1="62014" y1="66357" x2="61942" y2="65429"/>
                        <a14:backgroundMark x1="64964" y1="65893" x2="65036" y2="65429"/>
                        <a14:backgroundMark x1="69424" y1="64849" x2="69712" y2="64849"/>
                        <a14:backgroundMark x1="43813" y1="55684" x2="43741" y2="55104"/>
                        <a14:backgroundMark x1="43669" y1="54756" x2="43669" y2="54872"/>
                        <a14:backgroundMark x1="58561" y1="64965" x2="59568" y2="64849"/>
                        <a14:backgroundMark x1="59568" y1="64965" x2="59640" y2="64965"/>
                        <a14:backgroundMark x1="69137" y1="66357" x2="68993" y2="66125"/>
                        <a14:backgroundMark x1="77122" y1="56613" x2="77122" y2="56613"/>
                        <a14:backgroundMark x1="73597" y1="57425" x2="74820" y2="57425"/>
                        <a14:backgroundMark x1="75036" y1="58353" x2="74964" y2="58121"/>
                      </a14:backgroundRemoval>
                    </a14:imgEffect>
                  </a14:imgLayer>
                </a14:imgProps>
              </a:ext>
              <a:ext uri="{28A0092B-C50C-407E-A947-70E740481C1C}">
                <a14:useLocalDpi xmlns:a14="http://schemas.microsoft.com/office/drawing/2010/main" val="0"/>
              </a:ext>
            </a:extLst>
          </a:blip>
          <a:srcRect/>
          <a:stretch>
            <a:fillRect/>
          </a:stretch>
        </p:blipFill>
        <p:spPr bwMode="auto">
          <a:xfrm>
            <a:off x="9525" y="12928"/>
            <a:ext cx="2238916" cy="1388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1515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100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nodePh="1">
                                  <p:stCondLst>
                                    <p:cond delay="1250"/>
                                  </p:stCondLst>
                                  <p:endCondLst>
                                    <p:cond evt="begin" delay="0">
                                      <p:tn val="9"/>
                                    </p:cond>
                                  </p:end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750" fill="hold"/>
                                        <p:tgtEl>
                                          <p:spTgt spid="7"/>
                                        </p:tgtEl>
                                        <p:attrNameLst>
                                          <p:attrName>ppt_x</p:attrName>
                                        </p:attrNameLst>
                                      </p:cBhvr>
                                      <p:tavLst>
                                        <p:tav tm="0">
                                          <p:val>
                                            <p:strVal val="#ppt_x"/>
                                          </p:val>
                                        </p:tav>
                                        <p:tav tm="100000">
                                          <p:val>
                                            <p:strVal val="#ppt_x"/>
                                          </p:val>
                                        </p:tav>
                                      </p:tavLst>
                                    </p:anim>
                                    <p:anim calcmode="lin" valueType="num">
                                      <p:cBhvr additive="base">
                                        <p:cTn id="12" dur="75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1_Title Slide">
    <p:bg>
      <p:bgPr>
        <a:gradFill>
          <a:gsLst>
            <a:gs pos="0">
              <a:schemeClr val="accent1"/>
            </a:gs>
            <a:gs pos="100000">
              <a:schemeClr val="accent1">
                <a:lumMod val="60000"/>
                <a:lumOff val="40000"/>
              </a:schemeClr>
            </a:gs>
          </a:gsLst>
          <a:lin ang="2700000" scaled="0"/>
        </a:gra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FAC2F34C-09FA-4FB5-871C-9A4D47F756FF}"/>
              </a:ext>
            </a:extLst>
          </p:cNvPr>
          <p:cNvSpPr/>
          <p:nvPr userDrawn="1"/>
        </p:nvSpPr>
        <p:spPr>
          <a:xfrm flipH="1">
            <a:off x="1510055" y="0"/>
            <a:ext cx="17966983" cy="1205946"/>
          </a:xfrm>
          <a:custGeom>
            <a:avLst/>
            <a:gdLst>
              <a:gd name="connsiteX0" fmla="*/ 17966983 w 17966983"/>
              <a:gd name="connsiteY0" fmla="*/ 0 h 1205946"/>
              <a:gd name="connsiteX1" fmla="*/ 0 w 17966983"/>
              <a:gd name="connsiteY1" fmla="*/ 0 h 1205946"/>
              <a:gd name="connsiteX2" fmla="*/ 0 w 17966983"/>
              <a:gd name="connsiteY2" fmla="*/ 927978 h 1205946"/>
              <a:gd name="connsiteX3" fmla="*/ 146390 w 17966983"/>
              <a:gd name="connsiteY3" fmla="*/ 1013268 h 1205946"/>
              <a:gd name="connsiteX4" fmla="*/ 545134 w 17966983"/>
              <a:gd name="connsiteY4" fmla="*/ 1158769 h 1205946"/>
              <a:gd name="connsiteX5" fmla="*/ 944844 w 17966983"/>
              <a:gd name="connsiteY5" fmla="*/ 1205925 h 1205946"/>
              <a:gd name="connsiteX6" fmla="*/ 1082866 w 17966983"/>
              <a:gd name="connsiteY6" fmla="*/ 1201347 h 1205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966983" h="1205946">
                <a:moveTo>
                  <a:pt x="17966983" y="0"/>
                </a:moveTo>
                <a:lnTo>
                  <a:pt x="0" y="0"/>
                </a:lnTo>
                <a:lnTo>
                  <a:pt x="0" y="927978"/>
                </a:lnTo>
                <a:lnTo>
                  <a:pt x="146390" y="1013268"/>
                </a:lnTo>
                <a:cubicBezTo>
                  <a:pt x="271874" y="1076841"/>
                  <a:pt x="405564" y="1126014"/>
                  <a:pt x="545134" y="1158769"/>
                </a:cubicBezTo>
                <a:cubicBezTo>
                  <a:pt x="673972" y="1189003"/>
                  <a:pt x="807816" y="1205254"/>
                  <a:pt x="944844" y="1205925"/>
                </a:cubicBezTo>
                <a:cubicBezTo>
                  <a:pt x="990520" y="1206150"/>
                  <a:pt x="1036550" y="1204643"/>
                  <a:pt x="1082866" y="120134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Freeform: Shape 3">
            <a:extLst>
              <a:ext uri="{FF2B5EF4-FFF2-40B4-BE49-F238E27FC236}">
                <a16:creationId xmlns:a16="http://schemas.microsoft.com/office/drawing/2014/main" id="{C95D67B7-45B4-41BB-97E4-F4743000E703}"/>
              </a:ext>
            </a:extLst>
          </p:cNvPr>
          <p:cNvSpPr/>
          <p:nvPr userDrawn="1"/>
        </p:nvSpPr>
        <p:spPr>
          <a:xfrm>
            <a:off x="0" y="9766851"/>
            <a:ext cx="18039806" cy="1205949"/>
          </a:xfrm>
          <a:custGeom>
            <a:avLst/>
            <a:gdLst>
              <a:gd name="connsiteX0" fmla="*/ 1017668 w 18039806"/>
              <a:gd name="connsiteY0" fmla="*/ 22 h 1205949"/>
              <a:gd name="connsiteX1" fmla="*/ 1155689 w 18039806"/>
              <a:gd name="connsiteY1" fmla="*/ 4600 h 1205949"/>
              <a:gd name="connsiteX2" fmla="*/ 18039806 w 18039806"/>
              <a:gd name="connsiteY2" fmla="*/ 1205947 h 1205949"/>
              <a:gd name="connsiteX3" fmla="*/ 0 w 18039806"/>
              <a:gd name="connsiteY3" fmla="*/ 1205949 h 1205949"/>
              <a:gd name="connsiteX4" fmla="*/ 0 w 18039806"/>
              <a:gd name="connsiteY4" fmla="*/ 326707 h 1205949"/>
              <a:gd name="connsiteX5" fmla="*/ 37432 w 18039806"/>
              <a:gd name="connsiteY5" fmla="*/ 298589 h 1205949"/>
              <a:gd name="connsiteX6" fmla="*/ 617958 w 18039806"/>
              <a:gd name="connsiteY6" fmla="*/ 47178 h 1205949"/>
              <a:gd name="connsiteX7" fmla="*/ 1017668 w 18039806"/>
              <a:gd name="connsiteY7" fmla="*/ 22 h 1205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039806" h="1205949">
                <a:moveTo>
                  <a:pt x="1017668" y="22"/>
                </a:moveTo>
                <a:cubicBezTo>
                  <a:pt x="1063343" y="-201"/>
                  <a:pt x="1109373" y="1304"/>
                  <a:pt x="1155689" y="4600"/>
                </a:cubicBezTo>
                <a:lnTo>
                  <a:pt x="18039806" y="1205947"/>
                </a:lnTo>
                <a:lnTo>
                  <a:pt x="0" y="1205949"/>
                </a:lnTo>
                <a:lnTo>
                  <a:pt x="0" y="326707"/>
                </a:lnTo>
                <a:lnTo>
                  <a:pt x="37432" y="298589"/>
                </a:lnTo>
                <a:cubicBezTo>
                  <a:pt x="212478" y="182383"/>
                  <a:pt x="408603" y="96311"/>
                  <a:pt x="617958" y="47178"/>
                </a:cubicBezTo>
                <a:cubicBezTo>
                  <a:pt x="746794" y="16944"/>
                  <a:pt x="880639" y="695"/>
                  <a:pt x="1017668" y="2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7" name="TextBox 16">
            <a:extLst>
              <a:ext uri="{FF2B5EF4-FFF2-40B4-BE49-F238E27FC236}">
                <a16:creationId xmlns:a16="http://schemas.microsoft.com/office/drawing/2014/main" id="{2C3AC8F9-8861-4DFE-9DBC-E89F4F5EFD0B}"/>
              </a:ext>
            </a:extLst>
          </p:cNvPr>
          <p:cNvSpPr txBox="1"/>
          <p:nvPr userDrawn="1"/>
        </p:nvSpPr>
        <p:spPr>
          <a:xfrm rot="10800000" flipV="1">
            <a:off x="17804923" y="105559"/>
            <a:ext cx="1783356" cy="923330"/>
          </a:xfrm>
          <a:prstGeom prst="rect">
            <a:avLst/>
          </a:prstGeom>
          <a:noFill/>
        </p:spPr>
        <p:txBody>
          <a:bodyPr wrap="square" rtlCol="0">
            <a:spAutoFit/>
          </a:bodyPr>
          <a:lstStyle/>
          <a:p>
            <a:pPr algn="ctr"/>
            <a:fld id="{260E2A6B-A809-4840-BF14-8648BC0BDF87}" type="slidenum">
              <a:rPr lang="id-ID" sz="5400" b="1" i="0" smtClean="0">
                <a:solidFill>
                  <a:schemeClr val="bg1">
                    <a:lumMod val="85000"/>
                  </a:schemeClr>
                </a:solidFill>
                <a:latin typeface="Geomanist Regular" panose="02000503000000020004" pitchFamily="50" charset="0"/>
                <a:ea typeface="Roboto Condensed" panose="02000000000000000000" pitchFamily="2" charset="0"/>
                <a:cs typeface="Segoe UI" panose="020B0502040204020203" pitchFamily="34" charset="0"/>
              </a:rPr>
              <a:pPr algn="ctr"/>
              <a:t>‹#›</a:t>
            </a:fld>
            <a:endParaRPr lang="id-ID" sz="23900" b="1" i="0">
              <a:solidFill>
                <a:schemeClr val="bg1">
                  <a:lumMod val="85000"/>
                </a:schemeClr>
              </a:solidFill>
              <a:latin typeface="Geomanist Regular" panose="02000503000000020004" pitchFamily="50" charset="0"/>
              <a:ea typeface="Roboto Condensed" panose="02000000000000000000" pitchFamily="2" charset="0"/>
              <a:cs typeface="Segoe UI" panose="020B0502040204020203" pitchFamily="34" charset="0"/>
            </a:endParaRPr>
          </a:p>
        </p:txBody>
      </p:sp>
      <p:sp>
        <p:nvSpPr>
          <p:cNvPr id="18" name="TextBox 17">
            <a:extLst>
              <a:ext uri="{FF2B5EF4-FFF2-40B4-BE49-F238E27FC236}">
                <a16:creationId xmlns:a16="http://schemas.microsoft.com/office/drawing/2014/main" id="{7DAAD71F-794A-4168-967B-28AD944159CF}"/>
              </a:ext>
            </a:extLst>
          </p:cNvPr>
          <p:cNvSpPr txBox="1"/>
          <p:nvPr userDrawn="1"/>
        </p:nvSpPr>
        <p:spPr>
          <a:xfrm>
            <a:off x="17610491" y="249921"/>
            <a:ext cx="862993" cy="307777"/>
          </a:xfrm>
          <a:prstGeom prst="rect">
            <a:avLst/>
          </a:prstGeom>
          <a:noFill/>
        </p:spPr>
        <p:txBody>
          <a:bodyPr wrap="none" rtlCol="0">
            <a:spAutoFit/>
          </a:bodyPr>
          <a:lstStyle/>
          <a:p>
            <a:pPr algn="l"/>
            <a:r>
              <a:rPr lang="en-US" sz="1400" spc="300">
                <a:solidFill>
                  <a:schemeClr val="bg1">
                    <a:lumMod val="85000"/>
                  </a:schemeClr>
                </a:solidFill>
                <a:latin typeface="Geomanist Regular" panose="02000503000000020004" pitchFamily="50" charset="0"/>
                <a:ea typeface="Roboto Condensed" panose="02000000000000000000" pitchFamily="2" charset="0"/>
                <a:cs typeface="Segoe UI" panose="020B0502040204020203" pitchFamily="34" charset="0"/>
              </a:rPr>
              <a:t>PAGE/</a:t>
            </a:r>
            <a:endParaRPr lang="id-ID" sz="1400" spc="300">
              <a:solidFill>
                <a:schemeClr val="bg1">
                  <a:lumMod val="85000"/>
                </a:schemeClr>
              </a:solidFill>
              <a:latin typeface="Geomanist Regular" panose="02000503000000020004" pitchFamily="50" charset="0"/>
              <a:ea typeface="Roboto Condensed" panose="02000000000000000000" pitchFamily="2" charset="0"/>
              <a:cs typeface="Segoe UI" panose="020B0502040204020203" pitchFamily="34" charset="0"/>
            </a:endParaRPr>
          </a:p>
        </p:txBody>
      </p:sp>
      <p:pic>
        <p:nvPicPr>
          <p:cNvPr id="2" name="Picture 4" descr="NUS Identity - Logo Colour and Background">
            <a:extLst>
              <a:ext uri="{FF2B5EF4-FFF2-40B4-BE49-F238E27FC236}">
                <a16:creationId xmlns:a16="http://schemas.microsoft.com/office/drawing/2014/main" id="{019B14F3-A337-0C5D-4833-15CCA10CB81F}"/>
              </a:ext>
            </a:extLst>
          </p:cNvPr>
          <p:cNvPicPr>
            <a:picLocks noChangeAspect="1" noChangeArrowheads="1"/>
          </p:cNvPicPr>
          <p:nvPr userDrawn="1"/>
        </p:nvPicPr>
        <p:blipFill>
          <a:blip r:embed="rId2">
            <a:extLst>
              <a:ext uri="{BEBA8EAE-BF5A-486C-A8C5-ECC9F3942E4B}">
                <a14:imgProps xmlns:a14="http://schemas.microsoft.com/office/drawing/2010/main">
                  <a14:imgLayer r:embed="rId3">
                    <a14:imgEffect>
                      <a14:backgroundRemoval t="10000" b="90000" l="10000" r="90000">
                        <a14:foregroundMark x1="21942" y1="48840" x2="23885" y2="54640"/>
                        <a14:foregroundMark x1="23885" y1="54640" x2="29353" y2="50812"/>
                        <a14:foregroundMark x1="29353" y1="50812" x2="33094" y2="54292"/>
                        <a14:foregroundMark x1="33094" y1="54292" x2="33309" y2="56032"/>
                        <a14:foregroundMark x1="44245" y1="42691" x2="44317" y2="29698"/>
                        <a14:foregroundMark x1="45156" y1="30125" x2="49784" y2="32483"/>
                        <a14:foregroundMark x1="44317" y1="29698" x2="44952" y2="30022"/>
                        <a14:foregroundMark x1="51222" y1="37030" x2="51655" y2="38399"/>
                        <a14:foregroundMark x1="49784" y1="32483" x2="51105" y2="36659"/>
                        <a14:foregroundMark x1="54052" y1="35963" x2="54964" y2="35035"/>
                        <a14:foregroundMark x1="51655" y1="38399" x2="52388" y2="37653"/>
                        <a14:foregroundMark x1="60504" y1="30974" x2="61007" y2="44200"/>
                        <a14:foregroundMark x1="61007" y1="44200" x2="64317" y2="46636"/>
                        <a14:foregroundMark x1="64317" y1="46636" x2="69065" y2="44316"/>
                        <a14:foregroundMark x1="69065" y1="44316" x2="70216" y2="38863"/>
                        <a14:foregroundMark x1="70216" y1="38863" x2="70288" y2="38747"/>
                        <a14:foregroundMark x1="76187" y1="27842" x2="77266" y2="34803"/>
                        <a14:foregroundMark x1="77266" y1="34803" x2="82158" y2="37935"/>
                        <a14:foregroundMark x1="82158" y1="37935" x2="83022" y2="44548"/>
                        <a14:foregroundMark x1="83022" y1="44548" x2="81007" y2="47796"/>
                        <a14:foregroundMark x1="32878" y1="43968" x2="33741" y2="44200"/>
                        <a14:foregroundMark x1="35612" y1="43503" x2="35252" y2="43271"/>
                        <a14:foregroundMark x1="30000" y1="43735" x2="31871" y2="43619"/>
                        <a14:foregroundMark x1="17266" y1="46404" x2="17770" y2="44548"/>
                        <a14:foregroundMark x1="22194" y1="62819" x2="22878" y2="62181"/>
                        <a14:foregroundMark x1="31295" y1="63457" x2="31942" y2="64849"/>
                        <a14:foregroundMark x1="33094" y1="62645" x2="33309" y2="61949"/>
                        <a14:foregroundMark x1="28633" y1="62297" x2="28417" y2="61949"/>
                        <a14:foregroundMark x1="34714" y1="46357" x2="34892" y2="46288"/>
                        <a14:foregroundMark x1="33801" y1="46710" x2="34289" y2="46521"/>
                        <a14:foregroundMark x1="33094" y1="46984" x2="33265" y2="46918"/>
                        <a14:foregroundMark x1="43309" y1="57309" x2="43309" y2="56961"/>
                        <a14:foregroundMark x1="45324" y1="58121" x2="45396" y2="57657"/>
                        <a14:foregroundMark x1="47410" y1="55220" x2="47986" y2="55568"/>
                        <a14:foregroundMark x1="49209" y1="55220" x2="49568" y2="55220"/>
                        <a14:foregroundMark x1="51151" y1="55916" x2="51223" y2="56497"/>
                        <a14:foregroundMark x1="51151" y1="53480" x2="51151" y2="53480"/>
                        <a14:foregroundMark x1="52302" y1="56613" x2="52446" y2="56032"/>
                        <a14:foregroundMark x1="55324" y1="55336" x2="55324" y2="56032"/>
                        <a14:foregroundMark x1="59065" y1="55220" x2="59466" y2="55544"/>
                        <a14:foregroundMark x1="60863" y1="56381" x2="60863" y2="55800"/>
                        <a14:foregroundMark x1="63381" y1="55336" x2="63381" y2="56265"/>
                        <a14:foregroundMark x1="66619" y1="55568" x2="66691" y2="56148"/>
                        <a14:foregroundMark x1="69568" y1="56032" x2="69568" y2="57077"/>
                        <a14:foregroundMark x1="69568" y1="53480" x2="69568" y2="53480"/>
                        <a14:foregroundMark x1="70935" y1="56148" x2="71079" y2="57193"/>
                        <a14:foregroundMark x1="73022" y1="55916" x2="73094" y2="57309"/>
                        <a14:foregroundMark x1="77410" y1="55568" x2="77338" y2="56381"/>
                        <a14:foregroundMark x1="79424" y1="55916" x2="79424" y2="56381"/>
                        <a14:foregroundMark x1="79712" y1="53480" x2="79568" y2="53480"/>
                        <a14:foregroundMark x1="80935" y1="55452" x2="80935" y2="56032"/>
                        <a14:foregroundMark x1="82734" y1="57077" x2="82806" y2="57425"/>
                        <a14:foregroundMark x1="44820" y1="64617" x2="44892" y2="64849"/>
                        <a14:foregroundMark x1="46259" y1="64037" x2="46475" y2="64037"/>
                        <a14:foregroundMark x1="49065" y1="63225" x2="49065" y2="63573"/>
                        <a14:foregroundMark x1="51583" y1="64385" x2="51583" y2="64501"/>
                        <a14:foregroundMark x1="51583" y1="62645" x2="51655" y2="62413"/>
                        <a14:foregroundMark x1="51655" y1="62413" x2="51655" y2="62413"/>
                        <a14:foregroundMark x1="52950" y1="64733" x2="52878" y2="64849"/>
                        <a14:foregroundMark x1="55612" y1="65429" x2="55540" y2="66009"/>
                        <a14:foregroundMark x1="59784" y1="65081" x2="59784" y2="65313"/>
                        <a14:foregroundMark x1="61367" y1="64965" x2="61367" y2="64965"/>
                        <a14:foregroundMark x1="63957" y1="65197" x2="63957" y2="65777"/>
                        <a14:foregroundMark x1="66978" y1="65081" x2="66978" y2="65197"/>
                        <a14:foregroundMark x1="68561" y1="65429" x2="68633" y2="65777"/>
                        <a14:foregroundMark x1="43986" y1="54872" x2="44245" y2="55220"/>
                        <a14:foregroundMark x1="43576" y1="54322" x2="43899" y2="54756"/>
                        <a14:foregroundMark x1="43381" y1="54060" x2="43506" y2="54228"/>
                        <a14:foregroundMark x1="69568" y1="65661" x2="70360" y2="65545"/>
                        <a14:foregroundMark x1="68849" y1="66937" x2="69209" y2="67169"/>
                        <a14:foregroundMark x1="80360" y1="55220" x2="80288" y2="55220"/>
                        <a14:foregroundMark x1="73597" y1="55104" x2="73957" y2="55104"/>
                        <a14:foregroundMark x1="74532" y1="58469" x2="74604" y2="58469"/>
                        <a14:foregroundMark x1="74604" y1="58353" x2="74676" y2="58237"/>
                        <a14:foregroundMark x1="74532" y1="58121" x2="74676" y2="58353"/>
                        <a14:foregroundMark x1="74676" y1="58353" x2="74676" y2="58237"/>
                        <a14:foregroundMark x1="74820" y1="58237" x2="74820" y2="58237"/>
                        <a14:foregroundMark x1="74820" y1="58237" x2="74748" y2="58353"/>
                        <a14:backgroundMark x1="34676" y1="51160" x2="34892" y2="50928"/>
                        <a14:backgroundMark x1="31727" y1="61717" x2="32374" y2="60557"/>
                        <a14:backgroundMark x1="22374" y1="62181" x2="22446" y2="62181"/>
                        <a14:backgroundMark x1="22374" y1="62297" x2="22446" y2="62413"/>
                        <a14:backgroundMark x1="22374" y1="62297" x2="22518" y2="62297"/>
                        <a14:backgroundMark x1="53381" y1="39559" x2="52950" y2="37123"/>
                        <a14:backgroundMark x1="52374" y1="37703" x2="53381" y2="36543"/>
                        <a14:backgroundMark x1="53597" y1="36891" x2="53597" y2="36195"/>
                        <a14:backgroundMark x1="53669" y1="36195" x2="53669" y2="36775"/>
                        <a14:backgroundMark x1="52662" y1="37471" x2="52518" y2="37587"/>
                        <a14:backgroundMark x1="53669" y1="35963" x2="53669" y2="36659"/>
                        <a14:backgroundMark x1="45324" y1="31903" x2="45324" y2="30974"/>
                        <a14:backgroundMark x1="33453" y1="46288" x2="34101" y2="45708"/>
                        <a14:backgroundMark x1="34748" y1="45360" x2="35108" y2="45360"/>
                        <a14:backgroundMark x1="47266" y1="57773" x2="47410" y2="57657"/>
                        <a14:backgroundMark x1="53022" y1="56497" x2="53525" y2="56961"/>
                        <a14:backgroundMark x1="58705" y1="57773" x2="58993" y2="57657"/>
                        <a14:backgroundMark x1="73741" y1="56032" x2="73957" y2="56032"/>
                        <a14:backgroundMark x1="78849" y1="56381" x2="78849" y2="56961"/>
                        <a14:backgroundMark x1="77050" y1="57193" x2="77050" y2="56729"/>
                        <a14:backgroundMark x1="77050" y1="56845" x2="77050" y2="56613"/>
                        <a14:backgroundMark x1="44388" y1="65893" x2="44317" y2="65661"/>
                        <a14:backgroundMark x1="56619" y1="65893" x2="56547" y2="65313"/>
                        <a14:backgroundMark x1="58993" y1="66705" x2="59209" y2="66589"/>
                        <a14:backgroundMark x1="62014" y1="66357" x2="61942" y2="65429"/>
                        <a14:backgroundMark x1="64964" y1="65893" x2="65036" y2="65429"/>
                        <a14:backgroundMark x1="69424" y1="64849" x2="69712" y2="64849"/>
                        <a14:backgroundMark x1="43813" y1="55684" x2="43741" y2="55104"/>
                        <a14:backgroundMark x1="43669" y1="54756" x2="43669" y2="54872"/>
                        <a14:backgroundMark x1="58561" y1="64965" x2="59568" y2="64849"/>
                        <a14:backgroundMark x1="59568" y1="64965" x2="59640" y2="64965"/>
                        <a14:backgroundMark x1="69137" y1="66357" x2="68993" y2="66125"/>
                        <a14:backgroundMark x1="77122" y1="56613" x2="77122" y2="56613"/>
                        <a14:backgroundMark x1="73597" y1="57425" x2="74820" y2="57425"/>
                        <a14:backgroundMark x1="75036" y1="58353" x2="74964" y2="58121"/>
                      </a14:backgroundRemoval>
                    </a14:imgEffect>
                  </a14:imgLayer>
                </a14:imgProps>
              </a:ext>
              <a:ext uri="{28A0092B-C50C-407E-A947-70E740481C1C}">
                <a14:useLocalDpi xmlns:a14="http://schemas.microsoft.com/office/drawing/2010/main" val="0"/>
              </a:ext>
            </a:extLst>
          </a:blip>
          <a:srcRect/>
          <a:stretch>
            <a:fillRect/>
          </a:stretch>
        </p:blipFill>
        <p:spPr bwMode="auto">
          <a:xfrm>
            <a:off x="9525" y="12928"/>
            <a:ext cx="2238916" cy="1388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9705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0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8510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5_Title Slide">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4EC32558-2943-46C0-8692-83B704F9B56D}"/>
              </a:ext>
            </a:extLst>
          </p:cNvPr>
          <p:cNvSpPr>
            <a:spLocks noGrp="1"/>
          </p:cNvSpPr>
          <p:nvPr>
            <p:ph type="pic" sz="quarter" idx="12"/>
          </p:nvPr>
        </p:nvSpPr>
        <p:spPr>
          <a:xfrm>
            <a:off x="1758461" y="3352800"/>
            <a:ext cx="1664678" cy="1664676"/>
          </a:xfrm>
          <a:custGeom>
            <a:avLst/>
            <a:gdLst>
              <a:gd name="connsiteX0" fmla="*/ 1981200 w 3962400"/>
              <a:gd name="connsiteY0" fmla="*/ 0 h 3962400"/>
              <a:gd name="connsiteX1" fmla="*/ 3962400 w 3962400"/>
              <a:gd name="connsiteY1" fmla="*/ 1981200 h 3962400"/>
              <a:gd name="connsiteX2" fmla="*/ 1981200 w 3962400"/>
              <a:gd name="connsiteY2" fmla="*/ 3962400 h 3962400"/>
              <a:gd name="connsiteX3" fmla="*/ 0 w 3962400"/>
              <a:gd name="connsiteY3" fmla="*/ 1981200 h 3962400"/>
              <a:gd name="connsiteX4" fmla="*/ 1981200 w 3962400"/>
              <a:gd name="connsiteY4" fmla="*/ 0 h 396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2400" h="3962400">
                <a:moveTo>
                  <a:pt x="1981200" y="0"/>
                </a:moveTo>
                <a:cubicBezTo>
                  <a:pt x="3075387" y="0"/>
                  <a:pt x="3962400" y="887013"/>
                  <a:pt x="3962400" y="1981200"/>
                </a:cubicBezTo>
                <a:cubicBezTo>
                  <a:pt x="3962400" y="3075387"/>
                  <a:pt x="3075387" y="3962400"/>
                  <a:pt x="1981200" y="3962400"/>
                </a:cubicBezTo>
                <a:cubicBezTo>
                  <a:pt x="887013" y="3962400"/>
                  <a:pt x="0" y="3075387"/>
                  <a:pt x="0" y="1981200"/>
                </a:cubicBezTo>
                <a:cubicBezTo>
                  <a:pt x="0" y="887013"/>
                  <a:pt x="887013" y="0"/>
                  <a:pt x="1981200" y="0"/>
                </a:cubicBezTo>
                <a:close/>
              </a:path>
            </a:pathLst>
          </a:custGeom>
        </p:spPr>
        <p:txBody>
          <a:bodyPr wrap="square">
            <a:noAutofit/>
          </a:bodyPr>
          <a:lstStyle>
            <a:lvl1pPr marL="0" indent="0" algn="ctr">
              <a:buNone/>
              <a:defRPr sz="1600">
                <a:solidFill>
                  <a:schemeClr val="tx1">
                    <a:lumMod val="65000"/>
                    <a:lumOff val="35000"/>
                  </a:schemeClr>
                </a:solidFill>
              </a:defRPr>
            </a:lvl1pPr>
          </a:lstStyle>
          <a:p>
            <a:endParaRPr lang="id-ID"/>
          </a:p>
        </p:txBody>
      </p:sp>
      <p:sp>
        <p:nvSpPr>
          <p:cNvPr id="7" name="Picture Placeholder 3">
            <a:extLst>
              <a:ext uri="{FF2B5EF4-FFF2-40B4-BE49-F238E27FC236}">
                <a16:creationId xmlns:a16="http://schemas.microsoft.com/office/drawing/2014/main" id="{F83D2EB6-F626-46E3-8B96-415B0D2F1CE6}"/>
              </a:ext>
            </a:extLst>
          </p:cNvPr>
          <p:cNvSpPr>
            <a:spLocks noGrp="1"/>
          </p:cNvSpPr>
          <p:nvPr>
            <p:ph type="pic" sz="quarter" idx="13"/>
          </p:nvPr>
        </p:nvSpPr>
        <p:spPr>
          <a:xfrm>
            <a:off x="10248471" y="3352800"/>
            <a:ext cx="1664678" cy="1664676"/>
          </a:xfrm>
          <a:custGeom>
            <a:avLst/>
            <a:gdLst>
              <a:gd name="connsiteX0" fmla="*/ 1981200 w 3962400"/>
              <a:gd name="connsiteY0" fmla="*/ 0 h 3962400"/>
              <a:gd name="connsiteX1" fmla="*/ 3962400 w 3962400"/>
              <a:gd name="connsiteY1" fmla="*/ 1981200 h 3962400"/>
              <a:gd name="connsiteX2" fmla="*/ 1981200 w 3962400"/>
              <a:gd name="connsiteY2" fmla="*/ 3962400 h 3962400"/>
              <a:gd name="connsiteX3" fmla="*/ 0 w 3962400"/>
              <a:gd name="connsiteY3" fmla="*/ 1981200 h 3962400"/>
              <a:gd name="connsiteX4" fmla="*/ 1981200 w 3962400"/>
              <a:gd name="connsiteY4" fmla="*/ 0 h 396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2400" h="3962400">
                <a:moveTo>
                  <a:pt x="1981200" y="0"/>
                </a:moveTo>
                <a:cubicBezTo>
                  <a:pt x="3075387" y="0"/>
                  <a:pt x="3962400" y="887013"/>
                  <a:pt x="3962400" y="1981200"/>
                </a:cubicBezTo>
                <a:cubicBezTo>
                  <a:pt x="3962400" y="3075387"/>
                  <a:pt x="3075387" y="3962400"/>
                  <a:pt x="1981200" y="3962400"/>
                </a:cubicBezTo>
                <a:cubicBezTo>
                  <a:pt x="887013" y="3962400"/>
                  <a:pt x="0" y="3075387"/>
                  <a:pt x="0" y="1981200"/>
                </a:cubicBezTo>
                <a:cubicBezTo>
                  <a:pt x="0" y="887013"/>
                  <a:pt x="887013" y="0"/>
                  <a:pt x="1981200" y="0"/>
                </a:cubicBezTo>
                <a:close/>
              </a:path>
            </a:pathLst>
          </a:custGeom>
        </p:spPr>
        <p:txBody>
          <a:bodyPr wrap="square">
            <a:noAutofit/>
          </a:bodyPr>
          <a:lstStyle>
            <a:lvl1pPr marL="0" indent="0" algn="ctr">
              <a:buNone/>
              <a:defRPr sz="1600">
                <a:solidFill>
                  <a:schemeClr val="tx1">
                    <a:lumMod val="65000"/>
                    <a:lumOff val="35000"/>
                  </a:schemeClr>
                </a:solidFill>
              </a:defRPr>
            </a:lvl1pPr>
          </a:lstStyle>
          <a:p>
            <a:endParaRPr lang="id-ID"/>
          </a:p>
        </p:txBody>
      </p:sp>
      <p:sp>
        <p:nvSpPr>
          <p:cNvPr id="8" name="Picture Placeholder 3">
            <a:extLst>
              <a:ext uri="{FF2B5EF4-FFF2-40B4-BE49-F238E27FC236}">
                <a16:creationId xmlns:a16="http://schemas.microsoft.com/office/drawing/2014/main" id="{8EF1CE2F-C1E5-49DF-8A86-F3C28516DE7D}"/>
              </a:ext>
            </a:extLst>
          </p:cNvPr>
          <p:cNvSpPr>
            <a:spLocks noGrp="1"/>
          </p:cNvSpPr>
          <p:nvPr>
            <p:ph type="pic" sz="quarter" idx="14"/>
          </p:nvPr>
        </p:nvSpPr>
        <p:spPr>
          <a:xfrm>
            <a:off x="1758461" y="6657197"/>
            <a:ext cx="1664678" cy="1664676"/>
          </a:xfrm>
          <a:custGeom>
            <a:avLst/>
            <a:gdLst>
              <a:gd name="connsiteX0" fmla="*/ 1981200 w 3962400"/>
              <a:gd name="connsiteY0" fmla="*/ 0 h 3962400"/>
              <a:gd name="connsiteX1" fmla="*/ 3962400 w 3962400"/>
              <a:gd name="connsiteY1" fmla="*/ 1981200 h 3962400"/>
              <a:gd name="connsiteX2" fmla="*/ 1981200 w 3962400"/>
              <a:gd name="connsiteY2" fmla="*/ 3962400 h 3962400"/>
              <a:gd name="connsiteX3" fmla="*/ 0 w 3962400"/>
              <a:gd name="connsiteY3" fmla="*/ 1981200 h 3962400"/>
              <a:gd name="connsiteX4" fmla="*/ 1981200 w 3962400"/>
              <a:gd name="connsiteY4" fmla="*/ 0 h 396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2400" h="3962400">
                <a:moveTo>
                  <a:pt x="1981200" y="0"/>
                </a:moveTo>
                <a:cubicBezTo>
                  <a:pt x="3075387" y="0"/>
                  <a:pt x="3962400" y="887013"/>
                  <a:pt x="3962400" y="1981200"/>
                </a:cubicBezTo>
                <a:cubicBezTo>
                  <a:pt x="3962400" y="3075387"/>
                  <a:pt x="3075387" y="3962400"/>
                  <a:pt x="1981200" y="3962400"/>
                </a:cubicBezTo>
                <a:cubicBezTo>
                  <a:pt x="887013" y="3962400"/>
                  <a:pt x="0" y="3075387"/>
                  <a:pt x="0" y="1981200"/>
                </a:cubicBezTo>
                <a:cubicBezTo>
                  <a:pt x="0" y="887013"/>
                  <a:pt x="887013" y="0"/>
                  <a:pt x="1981200" y="0"/>
                </a:cubicBezTo>
                <a:close/>
              </a:path>
            </a:pathLst>
          </a:custGeom>
        </p:spPr>
        <p:txBody>
          <a:bodyPr wrap="square">
            <a:noAutofit/>
          </a:bodyPr>
          <a:lstStyle>
            <a:lvl1pPr marL="0" indent="0" algn="ctr">
              <a:buNone/>
              <a:defRPr sz="1600">
                <a:solidFill>
                  <a:schemeClr val="tx1">
                    <a:lumMod val="65000"/>
                    <a:lumOff val="35000"/>
                  </a:schemeClr>
                </a:solidFill>
              </a:defRPr>
            </a:lvl1pPr>
          </a:lstStyle>
          <a:p>
            <a:endParaRPr lang="id-ID"/>
          </a:p>
        </p:txBody>
      </p:sp>
      <p:sp>
        <p:nvSpPr>
          <p:cNvPr id="9" name="Picture Placeholder 3">
            <a:extLst>
              <a:ext uri="{FF2B5EF4-FFF2-40B4-BE49-F238E27FC236}">
                <a16:creationId xmlns:a16="http://schemas.microsoft.com/office/drawing/2014/main" id="{36CB5EAF-D99F-4D78-ACA6-759E762FE045}"/>
              </a:ext>
            </a:extLst>
          </p:cNvPr>
          <p:cNvSpPr>
            <a:spLocks noGrp="1"/>
          </p:cNvSpPr>
          <p:nvPr>
            <p:ph type="pic" sz="quarter" idx="15"/>
          </p:nvPr>
        </p:nvSpPr>
        <p:spPr>
          <a:xfrm>
            <a:off x="10248471" y="6657197"/>
            <a:ext cx="1664678" cy="1664676"/>
          </a:xfrm>
          <a:custGeom>
            <a:avLst/>
            <a:gdLst>
              <a:gd name="connsiteX0" fmla="*/ 1981200 w 3962400"/>
              <a:gd name="connsiteY0" fmla="*/ 0 h 3962400"/>
              <a:gd name="connsiteX1" fmla="*/ 3962400 w 3962400"/>
              <a:gd name="connsiteY1" fmla="*/ 1981200 h 3962400"/>
              <a:gd name="connsiteX2" fmla="*/ 1981200 w 3962400"/>
              <a:gd name="connsiteY2" fmla="*/ 3962400 h 3962400"/>
              <a:gd name="connsiteX3" fmla="*/ 0 w 3962400"/>
              <a:gd name="connsiteY3" fmla="*/ 1981200 h 3962400"/>
              <a:gd name="connsiteX4" fmla="*/ 1981200 w 3962400"/>
              <a:gd name="connsiteY4" fmla="*/ 0 h 396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2400" h="3962400">
                <a:moveTo>
                  <a:pt x="1981200" y="0"/>
                </a:moveTo>
                <a:cubicBezTo>
                  <a:pt x="3075387" y="0"/>
                  <a:pt x="3962400" y="887013"/>
                  <a:pt x="3962400" y="1981200"/>
                </a:cubicBezTo>
                <a:cubicBezTo>
                  <a:pt x="3962400" y="3075387"/>
                  <a:pt x="3075387" y="3962400"/>
                  <a:pt x="1981200" y="3962400"/>
                </a:cubicBezTo>
                <a:cubicBezTo>
                  <a:pt x="887013" y="3962400"/>
                  <a:pt x="0" y="3075387"/>
                  <a:pt x="0" y="1981200"/>
                </a:cubicBezTo>
                <a:cubicBezTo>
                  <a:pt x="0" y="887013"/>
                  <a:pt x="887013" y="0"/>
                  <a:pt x="1981200" y="0"/>
                </a:cubicBezTo>
                <a:close/>
              </a:path>
            </a:pathLst>
          </a:custGeom>
        </p:spPr>
        <p:txBody>
          <a:bodyPr wrap="square">
            <a:noAutofit/>
          </a:bodyPr>
          <a:lstStyle>
            <a:lvl1pPr marL="0" indent="0" algn="ctr">
              <a:buNone/>
              <a:defRPr sz="1600">
                <a:solidFill>
                  <a:schemeClr val="tx1">
                    <a:lumMod val="65000"/>
                    <a:lumOff val="35000"/>
                  </a:schemeClr>
                </a:solidFill>
              </a:defRPr>
            </a:lvl1pPr>
          </a:lstStyle>
          <a:p>
            <a:endParaRPr lang="id-ID"/>
          </a:p>
        </p:txBody>
      </p:sp>
    </p:spTree>
    <p:extLst>
      <p:ext uri="{BB962C8B-B14F-4D97-AF65-F5344CB8AC3E}">
        <p14:creationId xmlns:p14="http://schemas.microsoft.com/office/powerpoint/2010/main" val="3851870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nodePh="1">
                                  <p:stCondLst>
                                    <p:cond delay="50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 calcmode="lin" valueType="num">
                                      <p:cBhvr>
                                        <p:cTn id="9" dur="500" fill="hold"/>
                                        <p:tgtEl>
                                          <p:spTgt spid="6"/>
                                        </p:tgtEl>
                                        <p:attrNameLst>
                                          <p:attrName>style.rotation</p:attrName>
                                        </p:attrNameLst>
                                      </p:cBhvr>
                                      <p:tavLst>
                                        <p:tav tm="0">
                                          <p:val>
                                            <p:fltVal val="360"/>
                                          </p:val>
                                        </p:tav>
                                        <p:tav tm="100000">
                                          <p:val>
                                            <p:fltVal val="0"/>
                                          </p:val>
                                        </p:tav>
                                      </p:tavLst>
                                    </p:anim>
                                    <p:animEffect transition="in" filter="fade">
                                      <p:cBhvr>
                                        <p:cTn id="10" dur="500"/>
                                        <p:tgtEl>
                                          <p:spTgt spid="6"/>
                                        </p:tgtEl>
                                      </p:cBhvr>
                                    </p:animEffect>
                                  </p:childTnLst>
                                </p:cTn>
                              </p:par>
                              <p:par>
                                <p:cTn id="11" presetID="49" presetClass="entr" presetSubtype="0" decel="100000" fill="hold" grpId="0" nodeType="withEffect" nodePh="1">
                                  <p:stCondLst>
                                    <p:cond delay="500"/>
                                  </p:stCondLst>
                                  <p:endCondLst>
                                    <p:cond evt="begin" delay="0">
                                      <p:tn val="11"/>
                                    </p:cond>
                                  </p:endCondLst>
                                  <p:childTnLst>
                                    <p:set>
                                      <p:cBhvr>
                                        <p:cTn id="12" dur="1" fill="hold">
                                          <p:stCondLst>
                                            <p:cond delay="0"/>
                                          </p:stCondLst>
                                        </p:cTn>
                                        <p:tgtEl>
                                          <p:spTgt spid="7"/>
                                        </p:tgtEl>
                                        <p:attrNameLst>
                                          <p:attrName>style.visibility</p:attrName>
                                        </p:attrNameLst>
                                      </p:cBhvr>
                                      <p:to>
                                        <p:strVal val="visible"/>
                                      </p:to>
                                    </p:set>
                                    <p:anim calcmode="lin" valueType="num">
                                      <p:cBhvr>
                                        <p:cTn id="13" dur="500" fill="hold"/>
                                        <p:tgtEl>
                                          <p:spTgt spid="7"/>
                                        </p:tgtEl>
                                        <p:attrNameLst>
                                          <p:attrName>ppt_w</p:attrName>
                                        </p:attrNameLst>
                                      </p:cBhvr>
                                      <p:tavLst>
                                        <p:tav tm="0">
                                          <p:val>
                                            <p:fltVal val="0"/>
                                          </p:val>
                                        </p:tav>
                                        <p:tav tm="100000">
                                          <p:val>
                                            <p:strVal val="#ppt_w"/>
                                          </p:val>
                                        </p:tav>
                                      </p:tavLst>
                                    </p:anim>
                                    <p:anim calcmode="lin" valueType="num">
                                      <p:cBhvr>
                                        <p:cTn id="14" dur="500" fill="hold"/>
                                        <p:tgtEl>
                                          <p:spTgt spid="7"/>
                                        </p:tgtEl>
                                        <p:attrNameLst>
                                          <p:attrName>ppt_h</p:attrName>
                                        </p:attrNameLst>
                                      </p:cBhvr>
                                      <p:tavLst>
                                        <p:tav tm="0">
                                          <p:val>
                                            <p:fltVal val="0"/>
                                          </p:val>
                                        </p:tav>
                                        <p:tav tm="100000">
                                          <p:val>
                                            <p:strVal val="#ppt_h"/>
                                          </p:val>
                                        </p:tav>
                                      </p:tavLst>
                                    </p:anim>
                                    <p:anim calcmode="lin" valueType="num">
                                      <p:cBhvr>
                                        <p:cTn id="15" dur="500" fill="hold"/>
                                        <p:tgtEl>
                                          <p:spTgt spid="7"/>
                                        </p:tgtEl>
                                        <p:attrNameLst>
                                          <p:attrName>style.rotation</p:attrName>
                                        </p:attrNameLst>
                                      </p:cBhvr>
                                      <p:tavLst>
                                        <p:tav tm="0">
                                          <p:val>
                                            <p:fltVal val="360"/>
                                          </p:val>
                                        </p:tav>
                                        <p:tav tm="100000">
                                          <p:val>
                                            <p:fltVal val="0"/>
                                          </p:val>
                                        </p:tav>
                                      </p:tavLst>
                                    </p:anim>
                                    <p:animEffect transition="in" filter="fade">
                                      <p:cBhvr>
                                        <p:cTn id="16" dur="500"/>
                                        <p:tgtEl>
                                          <p:spTgt spid="7"/>
                                        </p:tgtEl>
                                      </p:cBhvr>
                                    </p:animEffect>
                                  </p:childTnLst>
                                </p:cTn>
                              </p:par>
                              <p:par>
                                <p:cTn id="17" presetID="49" presetClass="entr" presetSubtype="0" decel="100000" fill="hold" grpId="0" nodeType="withEffect" nodePh="1">
                                  <p:stCondLst>
                                    <p:cond delay="500"/>
                                  </p:stCondLst>
                                  <p:endCondLst>
                                    <p:cond evt="begin" delay="0">
                                      <p:tn val="17"/>
                                    </p:cond>
                                  </p:endCondLst>
                                  <p:childTnLst>
                                    <p:set>
                                      <p:cBhvr>
                                        <p:cTn id="18" dur="1" fill="hold">
                                          <p:stCondLst>
                                            <p:cond delay="0"/>
                                          </p:stCondLst>
                                        </p:cTn>
                                        <p:tgtEl>
                                          <p:spTgt spid="8"/>
                                        </p:tgtEl>
                                        <p:attrNameLst>
                                          <p:attrName>style.visibility</p:attrName>
                                        </p:attrNameLst>
                                      </p:cBhvr>
                                      <p:to>
                                        <p:strVal val="visible"/>
                                      </p:to>
                                    </p:set>
                                    <p:anim calcmode="lin" valueType="num">
                                      <p:cBhvr>
                                        <p:cTn id="19" dur="500" fill="hold"/>
                                        <p:tgtEl>
                                          <p:spTgt spid="8"/>
                                        </p:tgtEl>
                                        <p:attrNameLst>
                                          <p:attrName>ppt_w</p:attrName>
                                        </p:attrNameLst>
                                      </p:cBhvr>
                                      <p:tavLst>
                                        <p:tav tm="0">
                                          <p:val>
                                            <p:fltVal val="0"/>
                                          </p:val>
                                        </p:tav>
                                        <p:tav tm="100000">
                                          <p:val>
                                            <p:strVal val="#ppt_w"/>
                                          </p:val>
                                        </p:tav>
                                      </p:tavLst>
                                    </p:anim>
                                    <p:anim calcmode="lin" valueType="num">
                                      <p:cBhvr>
                                        <p:cTn id="20" dur="500" fill="hold"/>
                                        <p:tgtEl>
                                          <p:spTgt spid="8"/>
                                        </p:tgtEl>
                                        <p:attrNameLst>
                                          <p:attrName>ppt_h</p:attrName>
                                        </p:attrNameLst>
                                      </p:cBhvr>
                                      <p:tavLst>
                                        <p:tav tm="0">
                                          <p:val>
                                            <p:fltVal val="0"/>
                                          </p:val>
                                        </p:tav>
                                        <p:tav tm="100000">
                                          <p:val>
                                            <p:strVal val="#ppt_h"/>
                                          </p:val>
                                        </p:tav>
                                      </p:tavLst>
                                    </p:anim>
                                    <p:anim calcmode="lin" valueType="num">
                                      <p:cBhvr>
                                        <p:cTn id="21" dur="500" fill="hold"/>
                                        <p:tgtEl>
                                          <p:spTgt spid="8"/>
                                        </p:tgtEl>
                                        <p:attrNameLst>
                                          <p:attrName>style.rotation</p:attrName>
                                        </p:attrNameLst>
                                      </p:cBhvr>
                                      <p:tavLst>
                                        <p:tav tm="0">
                                          <p:val>
                                            <p:fltVal val="360"/>
                                          </p:val>
                                        </p:tav>
                                        <p:tav tm="100000">
                                          <p:val>
                                            <p:fltVal val="0"/>
                                          </p:val>
                                        </p:tav>
                                      </p:tavLst>
                                    </p:anim>
                                    <p:animEffect transition="in" filter="fade">
                                      <p:cBhvr>
                                        <p:cTn id="22" dur="500"/>
                                        <p:tgtEl>
                                          <p:spTgt spid="8"/>
                                        </p:tgtEl>
                                      </p:cBhvr>
                                    </p:animEffect>
                                  </p:childTnLst>
                                </p:cTn>
                              </p:par>
                              <p:par>
                                <p:cTn id="23" presetID="49" presetClass="entr" presetSubtype="0" decel="100000" fill="hold" grpId="0" nodeType="withEffect" nodePh="1">
                                  <p:stCondLst>
                                    <p:cond delay="500"/>
                                  </p:stCondLst>
                                  <p:endCondLst>
                                    <p:cond evt="begin" delay="0">
                                      <p:tn val="23"/>
                                    </p:cond>
                                  </p:endCondLst>
                                  <p:childTnLst>
                                    <p:set>
                                      <p:cBhvr>
                                        <p:cTn id="24" dur="1" fill="hold">
                                          <p:stCondLst>
                                            <p:cond delay="0"/>
                                          </p:stCondLst>
                                        </p:cTn>
                                        <p:tgtEl>
                                          <p:spTgt spid="9"/>
                                        </p:tgtEl>
                                        <p:attrNameLst>
                                          <p:attrName>style.visibility</p:attrName>
                                        </p:attrNameLst>
                                      </p:cBhvr>
                                      <p:to>
                                        <p:strVal val="visible"/>
                                      </p:to>
                                    </p:set>
                                    <p:anim calcmode="lin" valueType="num">
                                      <p:cBhvr>
                                        <p:cTn id="25" dur="500" fill="hold"/>
                                        <p:tgtEl>
                                          <p:spTgt spid="9"/>
                                        </p:tgtEl>
                                        <p:attrNameLst>
                                          <p:attrName>ppt_w</p:attrName>
                                        </p:attrNameLst>
                                      </p:cBhvr>
                                      <p:tavLst>
                                        <p:tav tm="0">
                                          <p:val>
                                            <p:fltVal val="0"/>
                                          </p:val>
                                        </p:tav>
                                        <p:tav tm="100000">
                                          <p:val>
                                            <p:strVal val="#ppt_w"/>
                                          </p:val>
                                        </p:tav>
                                      </p:tavLst>
                                    </p:anim>
                                    <p:anim calcmode="lin" valueType="num">
                                      <p:cBhvr>
                                        <p:cTn id="26" dur="500" fill="hold"/>
                                        <p:tgtEl>
                                          <p:spTgt spid="9"/>
                                        </p:tgtEl>
                                        <p:attrNameLst>
                                          <p:attrName>ppt_h</p:attrName>
                                        </p:attrNameLst>
                                      </p:cBhvr>
                                      <p:tavLst>
                                        <p:tav tm="0">
                                          <p:val>
                                            <p:fltVal val="0"/>
                                          </p:val>
                                        </p:tav>
                                        <p:tav tm="100000">
                                          <p:val>
                                            <p:strVal val="#ppt_h"/>
                                          </p:val>
                                        </p:tav>
                                      </p:tavLst>
                                    </p:anim>
                                    <p:anim calcmode="lin" valueType="num">
                                      <p:cBhvr>
                                        <p:cTn id="27" dur="500" fill="hold"/>
                                        <p:tgtEl>
                                          <p:spTgt spid="9"/>
                                        </p:tgtEl>
                                        <p:attrNameLst>
                                          <p:attrName>style.rotation</p:attrName>
                                        </p:attrNameLst>
                                      </p:cBhvr>
                                      <p:tavLst>
                                        <p:tav tm="0">
                                          <p:val>
                                            <p:fltVal val="360"/>
                                          </p:val>
                                        </p:tav>
                                        <p:tav tm="100000">
                                          <p:val>
                                            <p:fltVal val="0"/>
                                          </p:val>
                                        </p:tav>
                                      </p:tavLst>
                                    </p:anim>
                                    <p:animEffect transition="in" filter="fade">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8_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01AFB15-BC19-46DD-8731-8E9A0B56C7D3}"/>
              </a:ext>
            </a:extLst>
          </p:cNvPr>
          <p:cNvGrpSpPr/>
          <p:nvPr userDrawn="1"/>
        </p:nvGrpSpPr>
        <p:grpSpPr>
          <a:xfrm>
            <a:off x="18453225" y="4652250"/>
            <a:ext cx="322455" cy="1668301"/>
            <a:chOff x="18074951" y="5024337"/>
            <a:chExt cx="244729" cy="1266166"/>
          </a:xfrm>
        </p:grpSpPr>
        <p:sp>
          <p:nvSpPr>
            <p:cNvPr id="4" name="Freeform 75">
              <a:extLst>
                <a:ext uri="{FF2B5EF4-FFF2-40B4-BE49-F238E27FC236}">
                  <a16:creationId xmlns:a16="http://schemas.microsoft.com/office/drawing/2014/main" id="{83CAAFEE-3985-4822-8008-EA5554510D14}"/>
                </a:ext>
              </a:extLst>
            </p:cNvPr>
            <p:cNvSpPr>
              <a:spLocks noChangeArrowheads="1"/>
            </p:cNvSpPr>
            <p:nvPr userDrawn="1"/>
          </p:nvSpPr>
          <p:spPr bwMode="auto">
            <a:xfrm>
              <a:off x="18137249" y="5024337"/>
              <a:ext cx="120133" cy="223104"/>
            </a:xfrm>
            <a:custGeom>
              <a:avLst/>
              <a:gdLst>
                <a:gd name="T0" fmla="*/ 132814 w 249"/>
                <a:gd name="T1" fmla="*/ 43735 h 453"/>
                <a:gd name="T2" fmla="*/ 132814 w 249"/>
                <a:gd name="T3" fmla="*/ 43735 h 453"/>
                <a:gd name="T4" fmla="*/ 94791 w 249"/>
                <a:gd name="T5" fmla="*/ 43735 h 453"/>
                <a:gd name="T6" fmla="*/ 85687 w 249"/>
                <a:gd name="T7" fmla="*/ 58496 h 453"/>
                <a:gd name="T8" fmla="*/ 85687 w 249"/>
                <a:gd name="T9" fmla="*/ 87470 h 453"/>
                <a:gd name="T10" fmla="*/ 132814 w 249"/>
                <a:gd name="T11" fmla="*/ 87470 h 453"/>
                <a:gd name="T12" fmla="*/ 132814 w 249"/>
                <a:gd name="T13" fmla="*/ 126285 h 453"/>
                <a:gd name="T14" fmla="*/ 85687 w 249"/>
                <a:gd name="T15" fmla="*/ 126285 h 453"/>
                <a:gd name="T16" fmla="*/ 85687 w 249"/>
                <a:gd name="T17" fmla="*/ 247103 h 453"/>
                <a:gd name="T18" fmla="*/ 42308 w 249"/>
                <a:gd name="T19" fmla="*/ 247103 h 453"/>
                <a:gd name="T20" fmla="*/ 42308 w 249"/>
                <a:gd name="T21" fmla="*/ 126285 h 453"/>
                <a:gd name="T22" fmla="*/ 0 w 249"/>
                <a:gd name="T23" fmla="*/ 126285 h 453"/>
                <a:gd name="T24" fmla="*/ 0 w 249"/>
                <a:gd name="T25" fmla="*/ 87470 h 453"/>
                <a:gd name="T26" fmla="*/ 42308 w 249"/>
                <a:gd name="T27" fmla="*/ 87470 h 453"/>
                <a:gd name="T28" fmla="*/ 42308 w 249"/>
                <a:gd name="T29" fmla="*/ 63416 h 453"/>
                <a:gd name="T30" fmla="*/ 94791 w 249"/>
                <a:gd name="T31" fmla="*/ 0 h 453"/>
                <a:gd name="T32" fmla="*/ 132814 w 249"/>
                <a:gd name="T33" fmla="*/ 0 h 453"/>
                <a:gd name="T34" fmla="*/ 132814 w 249"/>
                <a:gd name="T35" fmla="*/ 43735 h 45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49" h="453">
                  <a:moveTo>
                    <a:pt x="248" y="80"/>
                  </a:moveTo>
                  <a:lnTo>
                    <a:pt x="248" y="80"/>
                  </a:lnTo>
                  <a:cubicBezTo>
                    <a:pt x="177" y="80"/>
                    <a:pt x="177" y="80"/>
                    <a:pt x="177" y="80"/>
                  </a:cubicBezTo>
                  <a:cubicBezTo>
                    <a:pt x="169" y="80"/>
                    <a:pt x="160" y="89"/>
                    <a:pt x="160" y="107"/>
                  </a:cubicBezTo>
                  <a:cubicBezTo>
                    <a:pt x="160" y="160"/>
                    <a:pt x="160" y="160"/>
                    <a:pt x="160" y="160"/>
                  </a:cubicBezTo>
                  <a:cubicBezTo>
                    <a:pt x="248" y="160"/>
                    <a:pt x="248" y="160"/>
                    <a:pt x="248" y="160"/>
                  </a:cubicBezTo>
                  <a:cubicBezTo>
                    <a:pt x="248" y="231"/>
                    <a:pt x="248" y="231"/>
                    <a:pt x="248" y="231"/>
                  </a:cubicBezTo>
                  <a:cubicBezTo>
                    <a:pt x="160" y="231"/>
                    <a:pt x="160" y="231"/>
                    <a:pt x="160" y="231"/>
                  </a:cubicBezTo>
                  <a:cubicBezTo>
                    <a:pt x="160" y="452"/>
                    <a:pt x="160" y="452"/>
                    <a:pt x="160" y="452"/>
                  </a:cubicBezTo>
                  <a:cubicBezTo>
                    <a:pt x="79" y="452"/>
                    <a:pt x="79" y="452"/>
                    <a:pt x="79" y="452"/>
                  </a:cubicBezTo>
                  <a:cubicBezTo>
                    <a:pt x="79" y="231"/>
                    <a:pt x="79" y="231"/>
                    <a:pt x="79" y="231"/>
                  </a:cubicBezTo>
                  <a:cubicBezTo>
                    <a:pt x="0" y="231"/>
                    <a:pt x="0" y="231"/>
                    <a:pt x="0" y="231"/>
                  </a:cubicBezTo>
                  <a:cubicBezTo>
                    <a:pt x="0" y="160"/>
                    <a:pt x="0" y="160"/>
                    <a:pt x="0" y="160"/>
                  </a:cubicBezTo>
                  <a:cubicBezTo>
                    <a:pt x="79" y="160"/>
                    <a:pt x="79" y="160"/>
                    <a:pt x="79" y="160"/>
                  </a:cubicBezTo>
                  <a:cubicBezTo>
                    <a:pt x="79" y="116"/>
                    <a:pt x="79" y="116"/>
                    <a:pt x="79" y="116"/>
                  </a:cubicBezTo>
                  <a:cubicBezTo>
                    <a:pt x="79" y="54"/>
                    <a:pt x="115" y="0"/>
                    <a:pt x="177" y="0"/>
                  </a:cubicBezTo>
                  <a:cubicBezTo>
                    <a:pt x="248" y="0"/>
                    <a:pt x="248" y="0"/>
                    <a:pt x="248" y="0"/>
                  </a:cubicBezTo>
                  <a:lnTo>
                    <a:pt x="248" y="80"/>
                  </a:lnTo>
                </a:path>
              </a:pathLst>
            </a:custGeom>
            <a:solidFill>
              <a:schemeClr val="bg1">
                <a:lumMod val="85000"/>
              </a:schemeClr>
            </a:solidFill>
            <a:ln>
              <a:noFill/>
            </a:ln>
            <a:effectLst/>
          </p:spPr>
          <p:txBody>
            <a:bodyPr wrap="none" lIns="34290" tIns="17145" rIns="34290" bIns="17145" anchor="ctr"/>
            <a:lstStyle/>
            <a:p>
              <a:endParaRPr lang="en-US">
                <a:solidFill>
                  <a:schemeClr val="bg1">
                    <a:lumMod val="85000"/>
                  </a:schemeClr>
                </a:solidFill>
              </a:endParaRPr>
            </a:p>
          </p:txBody>
        </p:sp>
        <p:sp>
          <p:nvSpPr>
            <p:cNvPr id="5" name="Freeform 85">
              <a:extLst>
                <a:ext uri="{FF2B5EF4-FFF2-40B4-BE49-F238E27FC236}">
                  <a16:creationId xmlns:a16="http://schemas.microsoft.com/office/drawing/2014/main" id="{050ACA59-EA98-4991-A147-E58CF00EC4A7}"/>
                </a:ext>
              </a:extLst>
            </p:cNvPr>
            <p:cNvSpPr>
              <a:spLocks noChangeArrowheads="1"/>
            </p:cNvSpPr>
            <p:nvPr userDrawn="1"/>
          </p:nvSpPr>
          <p:spPr bwMode="auto">
            <a:xfrm>
              <a:off x="18084332" y="5555993"/>
              <a:ext cx="225966" cy="181629"/>
            </a:xfrm>
            <a:custGeom>
              <a:avLst/>
              <a:gdLst>
                <a:gd name="T0" fmla="*/ 250282 w 462"/>
                <a:gd name="T1" fmla="*/ 24258 h 374"/>
                <a:gd name="T2" fmla="*/ 250282 w 462"/>
                <a:gd name="T3" fmla="*/ 24258 h 374"/>
                <a:gd name="T4" fmla="*/ 221508 w 462"/>
                <a:gd name="T5" fmla="*/ 33962 h 374"/>
                <a:gd name="T6" fmla="*/ 240510 w 462"/>
                <a:gd name="T7" fmla="*/ 5391 h 374"/>
                <a:gd name="T8" fmla="*/ 211192 w 462"/>
                <a:gd name="T9" fmla="*/ 19407 h 374"/>
                <a:gd name="T10" fmla="*/ 173189 w 462"/>
                <a:gd name="T11" fmla="*/ 0 h 374"/>
                <a:gd name="T12" fmla="*/ 119983 w 462"/>
                <a:gd name="T13" fmla="*/ 52829 h 374"/>
                <a:gd name="T14" fmla="*/ 124870 w 462"/>
                <a:gd name="T15" fmla="*/ 62532 h 374"/>
                <a:gd name="T16" fmla="*/ 19002 w 462"/>
                <a:gd name="T17" fmla="*/ 10242 h 374"/>
                <a:gd name="T18" fmla="*/ 9229 w 462"/>
                <a:gd name="T19" fmla="*/ 38813 h 374"/>
                <a:gd name="T20" fmla="*/ 33118 w 462"/>
                <a:gd name="T21" fmla="*/ 81400 h 374"/>
                <a:gd name="T22" fmla="*/ 9229 w 462"/>
                <a:gd name="T23" fmla="*/ 72236 h 374"/>
                <a:gd name="T24" fmla="*/ 9229 w 462"/>
                <a:gd name="T25" fmla="*/ 72236 h 374"/>
                <a:gd name="T26" fmla="*/ 53205 w 462"/>
                <a:gd name="T27" fmla="*/ 124526 h 374"/>
                <a:gd name="T28" fmla="*/ 38004 w 462"/>
                <a:gd name="T29" fmla="*/ 124526 h 374"/>
                <a:gd name="T30" fmla="*/ 28774 w 462"/>
                <a:gd name="T31" fmla="*/ 124526 h 374"/>
                <a:gd name="T32" fmla="*/ 77093 w 462"/>
                <a:gd name="T33" fmla="*/ 158487 h 374"/>
                <a:gd name="T34" fmla="*/ 14116 w 462"/>
                <a:gd name="T35" fmla="*/ 182206 h 374"/>
                <a:gd name="T36" fmla="*/ 0 w 462"/>
                <a:gd name="T37" fmla="*/ 182206 h 374"/>
                <a:gd name="T38" fmla="*/ 77093 w 462"/>
                <a:gd name="T39" fmla="*/ 201074 h 374"/>
                <a:gd name="T40" fmla="*/ 221508 w 462"/>
                <a:gd name="T41" fmla="*/ 57681 h 374"/>
                <a:gd name="T42" fmla="*/ 221508 w 462"/>
                <a:gd name="T43" fmla="*/ 52829 h 374"/>
                <a:gd name="T44" fmla="*/ 250282 w 462"/>
                <a:gd name="T45" fmla="*/ 24258 h 3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62" h="374">
                  <a:moveTo>
                    <a:pt x="461" y="45"/>
                  </a:moveTo>
                  <a:lnTo>
                    <a:pt x="461" y="45"/>
                  </a:lnTo>
                  <a:cubicBezTo>
                    <a:pt x="443" y="54"/>
                    <a:pt x="425" y="63"/>
                    <a:pt x="408" y="63"/>
                  </a:cubicBezTo>
                  <a:cubicBezTo>
                    <a:pt x="425" y="54"/>
                    <a:pt x="443" y="36"/>
                    <a:pt x="443" y="10"/>
                  </a:cubicBezTo>
                  <a:cubicBezTo>
                    <a:pt x="425" y="19"/>
                    <a:pt x="408" y="27"/>
                    <a:pt x="389" y="36"/>
                  </a:cubicBezTo>
                  <a:cubicBezTo>
                    <a:pt x="372" y="19"/>
                    <a:pt x="345" y="0"/>
                    <a:pt x="319" y="0"/>
                  </a:cubicBezTo>
                  <a:cubicBezTo>
                    <a:pt x="265" y="0"/>
                    <a:pt x="221" y="45"/>
                    <a:pt x="221" y="98"/>
                  </a:cubicBezTo>
                  <a:cubicBezTo>
                    <a:pt x="221" y="107"/>
                    <a:pt x="221" y="116"/>
                    <a:pt x="230" y="116"/>
                  </a:cubicBezTo>
                  <a:cubicBezTo>
                    <a:pt x="151" y="116"/>
                    <a:pt x="79" y="81"/>
                    <a:pt x="35" y="19"/>
                  </a:cubicBezTo>
                  <a:cubicBezTo>
                    <a:pt x="26" y="36"/>
                    <a:pt x="17" y="54"/>
                    <a:pt x="17" y="72"/>
                  </a:cubicBezTo>
                  <a:cubicBezTo>
                    <a:pt x="17" y="98"/>
                    <a:pt x="35" y="134"/>
                    <a:pt x="61" y="151"/>
                  </a:cubicBezTo>
                  <a:cubicBezTo>
                    <a:pt x="44" y="143"/>
                    <a:pt x="35" y="143"/>
                    <a:pt x="17" y="134"/>
                  </a:cubicBezTo>
                  <a:cubicBezTo>
                    <a:pt x="17" y="178"/>
                    <a:pt x="53" y="222"/>
                    <a:pt x="98" y="231"/>
                  </a:cubicBezTo>
                  <a:cubicBezTo>
                    <a:pt x="89" y="231"/>
                    <a:pt x="79" y="231"/>
                    <a:pt x="70" y="231"/>
                  </a:cubicBezTo>
                  <a:cubicBezTo>
                    <a:pt x="61" y="231"/>
                    <a:pt x="61" y="231"/>
                    <a:pt x="53" y="231"/>
                  </a:cubicBezTo>
                  <a:cubicBezTo>
                    <a:pt x="61" y="266"/>
                    <a:pt x="98" y="294"/>
                    <a:pt x="142" y="294"/>
                  </a:cubicBezTo>
                  <a:cubicBezTo>
                    <a:pt x="106" y="319"/>
                    <a:pt x="70" y="338"/>
                    <a:pt x="26" y="338"/>
                  </a:cubicBezTo>
                  <a:cubicBezTo>
                    <a:pt x="17" y="338"/>
                    <a:pt x="8" y="338"/>
                    <a:pt x="0" y="338"/>
                  </a:cubicBezTo>
                  <a:cubicBezTo>
                    <a:pt x="44" y="364"/>
                    <a:pt x="89" y="373"/>
                    <a:pt x="142" y="373"/>
                  </a:cubicBezTo>
                  <a:cubicBezTo>
                    <a:pt x="319" y="373"/>
                    <a:pt x="408" y="231"/>
                    <a:pt x="408" y="107"/>
                  </a:cubicBezTo>
                  <a:lnTo>
                    <a:pt x="408" y="98"/>
                  </a:lnTo>
                  <a:cubicBezTo>
                    <a:pt x="434" y="81"/>
                    <a:pt x="443" y="72"/>
                    <a:pt x="461" y="45"/>
                  </a:cubicBezTo>
                </a:path>
              </a:pathLst>
            </a:custGeom>
            <a:solidFill>
              <a:schemeClr val="bg1">
                <a:lumMod val="85000"/>
              </a:schemeClr>
            </a:solidFill>
            <a:ln>
              <a:noFill/>
            </a:ln>
            <a:effectLst/>
          </p:spPr>
          <p:txBody>
            <a:bodyPr wrap="none" lIns="34290" tIns="17145" rIns="34290" bIns="17145" anchor="ctr"/>
            <a:lstStyle/>
            <a:p>
              <a:endParaRPr lang="en-US">
                <a:solidFill>
                  <a:schemeClr val="bg1">
                    <a:lumMod val="85000"/>
                  </a:schemeClr>
                </a:solidFill>
              </a:endParaRPr>
            </a:p>
          </p:txBody>
        </p:sp>
        <p:grpSp>
          <p:nvGrpSpPr>
            <p:cNvPr id="6" name="Group 5">
              <a:extLst>
                <a:ext uri="{FF2B5EF4-FFF2-40B4-BE49-F238E27FC236}">
                  <a16:creationId xmlns:a16="http://schemas.microsoft.com/office/drawing/2014/main" id="{9DEE68EB-A2FA-4B64-9F28-2F1379CBC7E2}"/>
                </a:ext>
              </a:extLst>
            </p:cNvPr>
            <p:cNvGrpSpPr/>
            <p:nvPr/>
          </p:nvGrpSpPr>
          <p:grpSpPr>
            <a:xfrm>
              <a:off x="18074951" y="6046174"/>
              <a:ext cx="244729" cy="244329"/>
              <a:chOff x="910648" y="5598469"/>
              <a:chExt cx="730034" cy="728842"/>
            </a:xfrm>
            <a:solidFill>
              <a:schemeClr val="bg1">
                <a:lumMod val="85000"/>
              </a:schemeClr>
            </a:solidFill>
          </p:grpSpPr>
          <p:grpSp>
            <p:nvGrpSpPr>
              <p:cNvPr id="7" name="Group 6">
                <a:extLst>
                  <a:ext uri="{FF2B5EF4-FFF2-40B4-BE49-F238E27FC236}">
                    <a16:creationId xmlns:a16="http://schemas.microsoft.com/office/drawing/2014/main" id="{C36AC3D9-04CE-4576-9AEA-0D434AC3DB8C}"/>
                  </a:ext>
                </a:extLst>
              </p:cNvPr>
              <p:cNvGrpSpPr/>
              <p:nvPr/>
            </p:nvGrpSpPr>
            <p:grpSpPr>
              <a:xfrm>
                <a:off x="910648" y="5598469"/>
                <a:ext cx="730034" cy="728842"/>
                <a:chOff x="2110189" y="863994"/>
                <a:chExt cx="724256" cy="723073"/>
              </a:xfrm>
              <a:grpFill/>
            </p:grpSpPr>
            <p:sp>
              <p:nvSpPr>
                <p:cNvPr id="9" name="Freeform 5">
                  <a:extLst>
                    <a:ext uri="{FF2B5EF4-FFF2-40B4-BE49-F238E27FC236}">
                      <a16:creationId xmlns:a16="http://schemas.microsoft.com/office/drawing/2014/main" id="{DABEAAEC-B869-4935-A8A8-88AD875E9038}"/>
                    </a:ext>
                  </a:extLst>
                </p:cNvPr>
                <p:cNvSpPr>
                  <a:spLocks noEditPoints="1"/>
                </p:cNvSpPr>
                <p:nvPr/>
              </p:nvSpPr>
              <p:spPr bwMode="auto">
                <a:xfrm>
                  <a:off x="2110189" y="863994"/>
                  <a:ext cx="724256" cy="723073"/>
                </a:xfrm>
                <a:custGeom>
                  <a:avLst/>
                  <a:gdLst>
                    <a:gd name="T0" fmla="*/ 1263 w 4293"/>
                    <a:gd name="T1" fmla="*/ 4274 h 4286"/>
                    <a:gd name="T2" fmla="*/ 919 w 4293"/>
                    <a:gd name="T3" fmla="*/ 4230 h 4286"/>
                    <a:gd name="T4" fmla="*/ 634 w 4293"/>
                    <a:gd name="T5" fmla="*/ 4126 h 4286"/>
                    <a:gd name="T6" fmla="*/ 360 w 4293"/>
                    <a:gd name="T7" fmla="*/ 3926 h 4286"/>
                    <a:gd name="T8" fmla="*/ 188 w 4293"/>
                    <a:gd name="T9" fmla="*/ 3702 h 4286"/>
                    <a:gd name="T10" fmla="*/ 74 w 4293"/>
                    <a:gd name="T11" fmla="*/ 3430 h 4286"/>
                    <a:gd name="T12" fmla="*/ 14 w 4293"/>
                    <a:gd name="T13" fmla="*/ 3027 h 4286"/>
                    <a:gd name="T14" fmla="*/ 0 w 4293"/>
                    <a:gd name="T15" fmla="*/ 2143 h 4286"/>
                    <a:gd name="T16" fmla="*/ 18 w 4293"/>
                    <a:gd name="T17" fmla="*/ 1183 h 4286"/>
                    <a:gd name="T18" fmla="*/ 92 w 4293"/>
                    <a:gd name="T19" fmla="*/ 796 h 4286"/>
                    <a:gd name="T20" fmla="*/ 216 w 4293"/>
                    <a:gd name="T21" fmla="*/ 536 h 4286"/>
                    <a:gd name="T22" fmla="*/ 404 w 4293"/>
                    <a:gd name="T23" fmla="*/ 318 h 4286"/>
                    <a:gd name="T24" fmla="*/ 686 w 4293"/>
                    <a:gd name="T25" fmla="*/ 134 h 4286"/>
                    <a:gd name="T26" fmla="*/ 981 w 4293"/>
                    <a:gd name="T27" fmla="*/ 44 h 4286"/>
                    <a:gd name="T28" fmla="*/ 1415 w 4293"/>
                    <a:gd name="T29" fmla="*/ 6 h 4286"/>
                    <a:gd name="T30" fmla="*/ 2722 w 4293"/>
                    <a:gd name="T31" fmla="*/ 2 h 4286"/>
                    <a:gd name="T32" fmla="*/ 3248 w 4293"/>
                    <a:gd name="T33" fmla="*/ 32 h 4286"/>
                    <a:gd name="T34" fmla="*/ 3552 w 4293"/>
                    <a:gd name="T35" fmla="*/ 112 h 4286"/>
                    <a:gd name="T36" fmla="*/ 3847 w 4293"/>
                    <a:gd name="T37" fmla="*/ 280 h 4286"/>
                    <a:gd name="T38" fmla="*/ 4045 w 4293"/>
                    <a:gd name="T39" fmla="*/ 490 h 4286"/>
                    <a:gd name="T40" fmla="*/ 4181 w 4293"/>
                    <a:gd name="T41" fmla="*/ 740 h 4286"/>
                    <a:gd name="T42" fmla="*/ 4269 w 4293"/>
                    <a:gd name="T43" fmla="*/ 1111 h 4286"/>
                    <a:gd name="T44" fmla="*/ 4293 w 4293"/>
                    <a:gd name="T45" fmla="*/ 1793 h 4286"/>
                    <a:gd name="T46" fmla="*/ 4281 w 4293"/>
                    <a:gd name="T47" fmla="*/ 3027 h 4286"/>
                    <a:gd name="T48" fmla="*/ 4237 w 4293"/>
                    <a:gd name="T49" fmla="*/ 3370 h 4286"/>
                    <a:gd name="T50" fmla="*/ 4133 w 4293"/>
                    <a:gd name="T51" fmla="*/ 3654 h 4286"/>
                    <a:gd name="T52" fmla="*/ 3933 w 4293"/>
                    <a:gd name="T53" fmla="*/ 3926 h 4286"/>
                    <a:gd name="T54" fmla="*/ 3709 w 4293"/>
                    <a:gd name="T55" fmla="*/ 4100 h 4286"/>
                    <a:gd name="T56" fmla="*/ 3436 w 4293"/>
                    <a:gd name="T57" fmla="*/ 4214 h 4286"/>
                    <a:gd name="T58" fmla="*/ 3032 w 4293"/>
                    <a:gd name="T59" fmla="*/ 4274 h 4286"/>
                    <a:gd name="T60" fmla="*/ 2148 w 4293"/>
                    <a:gd name="T61" fmla="*/ 4286 h 4286"/>
                    <a:gd name="T62" fmla="*/ 1281 w 4293"/>
                    <a:gd name="T63" fmla="*/ 400 h 4286"/>
                    <a:gd name="T64" fmla="*/ 987 w 4293"/>
                    <a:gd name="T65" fmla="*/ 440 h 4286"/>
                    <a:gd name="T66" fmla="*/ 813 w 4293"/>
                    <a:gd name="T67" fmla="*/ 504 h 4286"/>
                    <a:gd name="T68" fmla="*/ 634 w 4293"/>
                    <a:gd name="T69" fmla="*/ 634 h 4286"/>
                    <a:gd name="T70" fmla="*/ 522 w 4293"/>
                    <a:gd name="T71" fmla="*/ 778 h 4286"/>
                    <a:gd name="T72" fmla="*/ 452 w 4293"/>
                    <a:gd name="T73" fmla="*/ 944 h 4286"/>
                    <a:gd name="T74" fmla="*/ 400 w 4293"/>
                    <a:gd name="T75" fmla="*/ 1277 h 4286"/>
                    <a:gd name="T76" fmla="*/ 388 w 4293"/>
                    <a:gd name="T77" fmla="*/ 2143 h 4286"/>
                    <a:gd name="T78" fmla="*/ 406 w 4293"/>
                    <a:gd name="T79" fmla="*/ 3083 h 4286"/>
                    <a:gd name="T80" fmla="*/ 464 w 4293"/>
                    <a:gd name="T81" fmla="*/ 3376 h 4286"/>
                    <a:gd name="T82" fmla="*/ 542 w 4293"/>
                    <a:gd name="T83" fmla="*/ 3538 h 4286"/>
                    <a:gd name="T84" fmla="*/ 662 w 4293"/>
                    <a:gd name="T85" fmla="*/ 3680 h 4286"/>
                    <a:gd name="T86" fmla="*/ 847 w 4293"/>
                    <a:gd name="T87" fmla="*/ 3798 h 4286"/>
                    <a:gd name="T88" fmla="*/ 1031 w 4293"/>
                    <a:gd name="T89" fmla="*/ 3858 h 4286"/>
                    <a:gd name="T90" fmla="*/ 1431 w 4293"/>
                    <a:gd name="T91" fmla="*/ 3892 h 4286"/>
                    <a:gd name="T92" fmla="*/ 2712 w 4293"/>
                    <a:gd name="T93" fmla="*/ 3896 h 4286"/>
                    <a:gd name="T94" fmla="*/ 3212 w 4293"/>
                    <a:gd name="T95" fmla="*/ 3866 h 4286"/>
                    <a:gd name="T96" fmla="*/ 3412 w 4293"/>
                    <a:gd name="T97" fmla="*/ 3812 h 4286"/>
                    <a:gd name="T98" fmla="*/ 3603 w 4293"/>
                    <a:gd name="T99" fmla="*/ 3704 h 4286"/>
                    <a:gd name="T100" fmla="*/ 3733 w 4293"/>
                    <a:gd name="T101" fmla="*/ 3568 h 4286"/>
                    <a:gd name="T102" fmla="*/ 3819 w 4293"/>
                    <a:gd name="T103" fmla="*/ 3406 h 4286"/>
                    <a:gd name="T104" fmla="*/ 3881 w 4293"/>
                    <a:gd name="T105" fmla="*/ 3149 h 4286"/>
                    <a:gd name="T106" fmla="*/ 3905 w 4293"/>
                    <a:gd name="T107" fmla="*/ 2487 h 4286"/>
                    <a:gd name="T108" fmla="*/ 3893 w 4293"/>
                    <a:gd name="T109" fmla="*/ 1277 h 4286"/>
                    <a:gd name="T110" fmla="*/ 3853 w 4293"/>
                    <a:gd name="T111" fmla="*/ 984 h 4286"/>
                    <a:gd name="T112" fmla="*/ 3789 w 4293"/>
                    <a:gd name="T113" fmla="*/ 810 h 4286"/>
                    <a:gd name="T114" fmla="*/ 3659 w 4293"/>
                    <a:gd name="T115" fmla="*/ 634 h 4286"/>
                    <a:gd name="T116" fmla="*/ 3514 w 4293"/>
                    <a:gd name="T117" fmla="*/ 520 h 4286"/>
                    <a:gd name="T118" fmla="*/ 3348 w 4293"/>
                    <a:gd name="T119" fmla="*/ 450 h 4286"/>
                    <a:gd name="T120" fmla="*/ 3014 w 4293"/>
                    <a:gd name="T121" fmla="*/ 400 h 4286"/>
                    <a:gd name="T122" fmla="*/ 2148 w 4293"/>
                    <a:gd name="T123" fmla="*/ 386 h 4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293" h="4286">
                      <a:moveTo>
                        <a:pt x="2148" y="4286"/>
                      </a:moveTo>
                      <a:lnTo>
                        <a:pt x="2148" y="4286"/>
                      </a:lnTo>
                      <a:lnTo>
                        <a:pt x="1797" y="4286"/>
                      </a:lnTo>
                      <a:lnTo>
                        <a:pt x="1573" y="4284"/>
                      </a:lnTo>
                      <a:lnTo>
                        <a:pt x="1415" y="4280"/>
                      </a:lnTo>
                      <a:lnTo>
                        <a:pt x="1263" y="4274"/>
                      </a:lnTo>
                      <a:lnTo>
                        <a:pt x="1263" y="4274"/>
                      </a:lnTo>
                      <a:lnTo>
                        <a:pt x="1187" y="4270"/>
                      </a:lnTo>
                      <a:lnTo>
                        <a:pt x="1115" y="4262"/>
                      </a:lnTo>
                      <a:lnTo>
                        <a:pt x="1047" y="4254"/>
                      </a:lnTo>
                      <a:lnTo>
                        <a:pt x="981" y="4242"/>
                      </a:lnTo>
                      <a:lnTo>
                        <a:pt x="919" y="4230"/>
                      </a:lnTo>
                      <a:lnTo>
                        <a:pt x="859" y="4214"/>
                      </a:lnTo>
                      <a:lnTo>
                        <a:pt x="799" y="4196"/>
                      </a:lnTo>
                      <a:lnTo>
                        <a:pt x="741" y="4174"/>
                      </a:lnTo>
                      <a:lnTo>
                        <a:pt x="741" y="4174"/>
                      </a:lnTo>
                      <a:lnTo>
                        <a:pt x="686" y="4152"/>
                      </a:lnTo>
                      <a:lnTo>
                        <a:pt x="634" y="4126"/>
                      </a:lnTo>
                      <a:lnTo>
                        <a:pt x="584" y="4100"/>
                      </a:lnTo>
                      <a:lnTo>
                        <a:pt x="536" y="4070"/>
                      </a:lnTo>
                      <a:lnTo>
                        <a:pt x="492" y="4040"/>
                      </a:lnTo>
                      <a:lnTo>
                        <a:pt x="446" y="4004"/>
                      </a:lnTo>
                      <a:lnTo>
                        <a:pt x="404" y="3968"/>
                      </a:lnTo>
                      <a:lnTo>
                        <a:pt x="360" y="3926"/>
                      </a:lnTo>
                      <a:lnTo>
                        <a:pt x="360" y="3926"/>
                      </a:lnTo>
                      <a:lnTo>
                        <a:pt x="320" y="3884"/>
                      </a:lnTo>
                      <a:lnTo>
                        <a:pt x="282" y="3840"/>
                      </a:lnTo>
                      <a:lnTo>
                        <a:pt x="248" y="3796"/>
                      </a:lnTo>
                      <a:lnTo>
                        <a:pt x="216" y="3750"/>
                      </a:lnTo>
                      <a:lnTo>
                        <a:pt x="188" y="3702"/>
                      </a:lnTo>
                      <a:lnTo>
                        <a:pt x="160" y="3654"/>
                      </a:lnTo>
                      <a:lnTo>
                        <a:pt x="136" y="3602"/>
                      </a:lnTo>
                      <a:lnTo>
                        <a:pt x="114" y="3546"/>
                      </a:lnTo>
                      <a:lnTo>
                        <a:pt x="114" y="3546"/>
                      </a:lnTo>
                      <a:lnTo>
                        <a:pt x="92" y="3488"/>
                      </a:lnTo>
                      <a:lnTo>
                        <a:pt x="74" y="3430"/>
                      </a:lnTo>
                      <a:lnTo>
                        <a:pt x="58" y="3370"/>
                      </a:lnTo>
                      <a:lnTo>
                        <a:pt x="44" y="3306"/>
                      </a:lnTo>
                      <a:lnTo>
                        <a:pt x="34" y="3242"/>
                      </a:lnTo>
                      <a:lnTo>
                        <a:pt x="24" y="3175"/>
                      </a:lnTo>
                      <a:lnTo>
                        <a:pt x="18" y="3103"/>
                      </a:lnTo>
                      <a:lnTo>
                        <a:pt x="14" y="3027"/>
                      </a:lnTo>
                      <a:lnTo>
                        <a:pt x="14" y="3027"/>
                      </a:lnTo>
                      <a:lnTo>
                        <a:pt x="8" y="2873"/>
                      </a:lnTo>
                      <a:lnTo>
                        <a:pt x="4" y="2717"/>
                      </a:lnTo>
                      <a:lnTo>
                        <a:pt x="2" y="2493"/>
                      </a:lnTo>
                      <a:lnTo>
                        <a:pt x="0" y="2143"/>
                      </a:lnTo>
                      <a:lnTo>
                        <a:pt x="0" y="2143"/>
                      </a:lnTo>
                      <a:lnTo>
                        <a:pt x="2" y="1793"/>
                      </a:lnTo>
                      <a:lnTo>
                        <a:pt x="4" y="1569"/>
                      </a:lnTo>
                      <a:lnTo>
                        <a:pt x="8" y="1411"/>
                      </a:lnTo>
                      <a:lnTo>
                        <a:pt x="14" y="1259"/>
                      </a:lnTo>
                      <a:lnTo>
                        <a:pt x="14" y="1259"/>
                      </a:lnTo>
                      <a:lnTo>
                        <a:pt x="18" y="1183"/>
                      </a:lnTo>
                      <a:lnTo>
                        <a:pt x="24" y="1111"/>
                      </a:lnTo>
                      <a:lnTo>
                        <a:pt x="34" y="1044"/>
                      </a:lnTo>
                      <a:lnTo>
                        <a:pt x="44" y="980"/>
                      </a:lnTo>
                      <a:lnTo>
                        <a:pt x="58" y="916"/>
                      </a:lnTo>
                      <a:lnTo>
                        <a:pt x="74" y="856"/>
                      </a:lnTo>
                      <a:lnTo>
                        <a:pt x="92" y="796"/>
                      </a:lnTo>
                      <a:lnTo>
                        <a:pt x="114" y="740"/>
                      </a:lnTo>
                      <a:lnTo>
                        <a:pt x="114" y="740"/>
                      </a:lnTo>
                      <a:lnTo>
                        <a:pt x="136" y="684"/>
                      </a:lnTo>
                      <a:lnTo>
                        <a:pt x="160" y="632"/>
                      </a:lnTo>
                      <a:lnTo>
                        <a:pt x="188" y="582"/>
                      </a:lnTo>
                      <a:lnTo>
                        <a:pt x="216" y="536"/>
                      </a:lnTo>
                      <a:lnTo>
                        <a:pt x="248" y="490"/>
                      </a:lnTo>
                      <a:lnTo>
                        <a:pt x="282" y="444"/>
                      </a:lnTo>
                      <a:lnTo>
                        <a:pt x="320" y="402"/>
                      </a:lnTo>
                      <a:lnTo>
                        <a:pt x="360" y="360"/>
                      </a:lnTo>
                      <a:lnTo>
                        <a:pt x="360" y="360"/>
                      </a:lnTo>
                      <a:lnTo>
                        <a:pt x="404" y="318"/>
                      </a:lnTo>
                      <a:lnTo>
                        <a:pt x="446" y="280"/>
                      </a:lnTo>
                      <a:lnTo>
                        <a:pt x="492" y="246"/>
                      </a:lnTo>
                      <a:lnTo>
                        <a:pt x="536" y="214"/>
                      </a:lnTo>
                      <a:lnTo>
                        <a:pt x="584" y="186"/>
                      </a:lnTo>
                      <a:lnTo>
                        <a:pt x="634" y="158"/>
                      </a:lnTo>
                      <a:lnTo>
                        <a:pt x="686" y="134"/>
                      </a:lnTo>
                      <a:lnTo>
                        <a:pt x="741" y="112"/>
                      </a:lnTo>
                      <a:lnTo>
                        <a:pt x="741" y="112"/>
                      </a:lnTo>
                      <a:lnTo>
                        <a:pt x="799" y="90"/>
                      </a:lnTo>
                      <a:lnTo>
                        <a:pt x="859" y="72"/>
                      </a:lnTo>
                      <a:lnTo>
                        <a:pt x="919" y="56"/>
                      </a:lnTo>
                      <a:lnTo>
                        <a:pt x="981" y="44"/>
                      </a:lnTo>
                      <a:lnTo>
                        <a:pt x="1047" y="32"/>
                      </a:lnTo>
                      <a:lnTo>
                        <a:pt x="1115" y="24"/>
                      </a:lnTo>
                      <a:lnTo>
                        <a:pt x="1187" y="16"/>
                      </a:lnTo>
                      <a:lnTo>
                        <a:pt x="1263" y="12"/>
                      </a:lnTo>
                      <a:lnTo>
                        <a:pt x="1263" y="12"/>
                      </a:lnTo>
                      <a:lnTo>
                        <a:pt x="1415" y="6"/>
                      </a:lnTo>
                      <a:lnTo>
                        <a:pt x="1573" y="2"/>
                      </a:lnTo>
                      <a:lnTo>
                        <a:pt x="1795" y="0"/>
                      </a:lnTo>
                      <a:lnTo>
                        <a:pt x="2148" y="0"/>
                      </a:lnTo>
                      <a:lnTo>
                        <a:pt x="2148" y="0"/>
                      </a:lnTo>
                      <a:lnTo>
                        <a:pt x="2498" y="0"/>
                      </a:lnTo>
                      <a:lnTo>
                        <a:pt x="2722" y="2"/>
                      </a:lnTo>
                      <a:lnTo>
                        <a:pt x="2878" y="6"/>
                      </a:lnTo>
                      <a:lnTo>
                        <a:pt x="3032" y="12"/>
                      </a:lnTo>
                      <a:lnTo>
                        <a:pt x="3032" y="12"/>
                      </a:lnTo>
                      <a:lnTo>
                        <a:pt x="3108" y="16"/>
                      </a:lnTo>
                      <a:lnTo>
                        <a:pt x="3178" y="24"/>
                      </a:lnTo>
                      <a:lnTo>
                        <a:pt x="3248" y="32"/>
                      </a:lnTo>
                      <a:lnTo>
                        <a:pt x="3312" y="44"/>
                      </a:lnTo>
                      <a:lnTo>
                        <a:pt x="3374" y="56"/>
                      </a:lnTo>
                      <a:lnTo>
                        <a:pt x="3436" y="72"/>
                      </a:lnTo>
                      <a:lnTo>
                        <a:pt x="3494" y="90"/>
                      </a:lnTo>
                      <a:lnTo>
                        <a:pt x="3552" y="112"/>
                      </a:lnTo>
                      <a:lnTo>
                        <a:pt x="3552" y="112"/>
                      </a:lnTo>
                      <a:lnTo>
                        <a:pt x="3609" y="134"/>
                      </a:lnTo>
                      <a:lnTo>
                        <a:pt x="3661" y="158"/>
                      </a:lnTo>
                      <a:lnTo>
                        <a:pt x="3709" y="186"/>
                      </a:lnTo>
                      <a:lnTo>
                        <a:pt x="3757" y="214"/>
                      </a:lnTo>
                      <a:lnTo>
                        <a:pt x="3803" y="246"/>
                      </a:lnTo>
                      <a:lnTo>
                        <a:pt x="3847" y="280"/>
                      </a:lnTo>
                      <a:lnTo>
                        <a:pt x="3891" y="318"/>
                      </a:lnTo>
                      <a:lnTo>
                        <a:pt x="3933" y="360"/>
                      </a:lnTo>
                      <a:lnTo>
                        <a:pt x="3933" y="360"/>
                      </a:lnTo>
                      <a:lnTo>
                        <a:pt x="3973" y="402"/>
                      </a:lnTo>
                      <a:lnTo>
                        <a:pt x="4011" y="444"/>
                      </a:lnTo>
                      <a:lnTo>
                        <a:pt x="4045" y="490"/>
                      </a:lnTo>
                      <a:lnTo>
                        <a:pt x="4077" y="536"/>
                      </a:lnTo>
                      <a:lnTo>
                        <a:pt x="4107" y="582"/>
                      </a:lnTo>
                      <a:lnTo>
                        <a:pt x="4133" y="632"/>
                      </a:lnTo>
                      <a:lnTo>
                        <a:pt x="4159" y="684"/>
                      </a:lnTo>
                      <a:lnTo>
                        <a:pt x="4181" y="740"/>
                      </a:lnTo>
                      <a:lnTo>
                        <a:pt x="4181" y="740"/>
                      </a:lnTo>
                      <a:lnTo>
                        <a:pt x="4201" y="796"/>
                      </a:lnTo>
                      <a:lnTo>
                        <a:pt x="4221" y="856"/>
                      </a:lnTo>
                      <a:lnTo>
                        <a:pt x="4237" y="916"/>
                      </a:lnTo>
                      <a:lnTo>
                        <a:pt x="4249" y="980"/>
                      </a:lnTo>
                      <a:lnTo>
                        <a:pt x="4261" y="1044"/>
                      </a:lnTo>
                      <a:lnTo>
                        <a:pt x="4269" y="1111"/>
                      </a:lnTo>
                      <a:lnTo>
                        <a:pt x="4275" y="1183"/>
                      </a:lnTo>
                      <a:lnTo>
                        <a:pt x="4281" y="1259"/>
                      </a:lnTo>
                      <a:lnTo>
                        <a:pt x="4281" y="1259"/>
                      </a:lnTo>
                      <a:lnTo>
                        <a:pt x="4287" y="1411"/>
                      </a:lnTo>
                      <a:lnTo>
                        <a:pt x="4291" y="1569"/>
                      </a:lnTo>
                      <a:lnTo>
                        <a:pt x="4293" y="1793"/>
                      </a:lnTo>
                      <a:lnTo>
                        <a:pt x="4293" y="2143"/>
                      </a:lnTo>
                      <a:lnTo>
                        <a:pt x="4293" y="2143"/>
                      </a:lnTo>
                      <a:lnTo>
                        <a:pt x="4293" y="2493"/>
                      </a:lnTo>
                      <a:lnTo>
                        <a:pt x="4291" y="2717"/>
                      </a:lnTo>
                      <a:lnTo>
                        <a:pt x="4287" y="2873"/>
                      </a:lnTo>
                      <a:lnTo>
                        <a:pt x="4281" y="3027"/>
                      </a:lnTo>
                      <a:lnTo>
                        <a:pt x="4281" y="3027"/>
                      </a:lnTo>
                      <a:lnTo>
                        <a:pt x="4275" y="3103"/>
                      </a:lnTo>
                      <a:lnTo>
                        <a:pt x="4269" y="3175"/>
                      </a:lnTo>
                      <a:lnTo>
                        <a:pt x="4261" y="3242"/>
                      </a:lnTo>
                      <a:lnTo>
                        <a:pt x="4249" y="3306"/>
                      </a:lnTo>
                      <a:lnTo>
                        <a:pt x="4237" y="3370"/>
                      </a:lnTo>
                      <a:lnTo>
                        <a:pt x="4221" y="3430"/>
                      </a:lnTo>
                      <a:lnTo>
                        <a:pt x="4201" y="3488"/>
                      </a:lnTo>
                      <a:lnTo>
                        <a:pt x="4181" y="3546"/>
                      </a:lnTo>
                      <a:lnTo>
                        <a:pt x="4181" y="3546"/>
                      </a:lnTo>
                      <a:lnTo>
                        <a:pt x="4159" y="3602"/>
                      </a:lnTo>
                      <a:lnTo>
                        <a:pt x="4133" y="3654"/>
                      </a:lnTo>
                      <a:lnTo>
                        <a:pt x="4107" y="3702"/>
                      </a:lnTo>
                      <a:lnTo>
                        <a:pt x="4077" y="3750"/>
                      </a:lnTo>
                      <a:lnTo>
                        <a:pt x="4045" y="3796"/>
                      </a:lnTo>
                      <a:lnTo>
                        <a:pt x="4011" y="3840"/>
                      </a:lnTo>
                      <a:lnTo>
                        <a:pt x="3975" y="3884"/>
                      </a:lnTo>
                      <a:lnTo>
                        <a:pt x="3933" y="3926"/>
                      </a:lnTo>
                      <a:lnTo>
                        <a:pt x="3933" y="3926"/>
                      </a:lnTo>
                      <a:lnTo>
                        <a:pt x="3891" y="3968"/>
                      </a:lnTo>
                      <a:lnTo>
                        <a:pt x="3847" y="4004"/>
                      </a:lnTo>
                      <a:lnTo>
                        <a:pt x="3803" y="4040"/>
                      </a:lnTo>
                      <a:lnTo>
                        <a:pt x="3757" y="4070"/>
                      </a:lnTo>
                      <a:lnTo>
                        <a:pt x="3709" y="4100"/>
                      </a:lnTo>
                      <a:lnTo>
                        <a:pt x="3661" y="4126"/>
                      </a:lnTo>
                      <a:lnTo>
                        <a:pt x="3609" y="4152"/>
                      </a:lnTo>
                      <a:lnTo>
                        <a:pt x="3552" y="4174"/>
                      </a:lnTo>
                      <a:lnTo>
                        <a:pt x="3552" y="4174"/>
                      </a:lnTo>
                      <a:lnTo>
                        <a:pt x="3494" y="4196"/>
                      </a:lnTo>
                      <a:lnTo>
                        <a:pt x="3436" y="4214"/>
                      </a:lnTo>
                      <a:lnTo>
                        <a:pt x="3374" y="4230"/>
                      </a:lnTo>
                      <a:lnTo>
                        <a:pt x="3312" y="4242"/>
                      </a:lnTo>
                      <a:lnTo>
                        <a:pt x="3248" y="4254"/>
                      </a:lnTo>
                      <a:lnTo>
                        <a:pt x="3178" y="4262"/>
                      </a:lnTo>
                      <a:lnTo>
                        <a:pt x="3108" y="4270"/>
                      </a:lnTo>
                      <a:lnTo>
                        <a:pt x="3032" y="4274"/>
                      </a:lnTo>
                      <a:lnTo>
                        <a:pt x="3032" y="4274"/>
                      </a:lnTo>
                      <a:lnTo>
                        <a:pt x="2878" y="4280"/>
                      </a:lnTo>
                      <a:lnTo>
                        <a:pt x="2722" y="4284"/>
                      </a:lnTo>
                      <a:lnTo>
                        <a:pt x="2498" y="4286"/>
                      </a:lnTo>
                      <a:lnTo>
                        <a:pt x="2148" y="4286"/>
                      </a:lnTo>
                      <a:lnTo>
                        <a:pt x="2148" y="4286"/>
                      </a:lnTo>
                      <a:close/>
                      <a:moveTo>
                        <a:pt x="2148" y="386"/>
                      </a:moveTo>
                      <a:lnTo>
                        <a:pt x="2148" y="386"/>
                      </a:lnTo>
                      <a:lnTo>
                        <a:pt x="1801" y="388"/>
                      </a:lnTo>
                      <a:lnTo>
                        <a:pt x="1583" y="388"/>
                      </a:lnTo>
                      <a:lnTo>
                        <a:pt x="1431" y="392"/>
                      </a:lnTo>
                      <a:lnTo>
                        <a:pt x="1281" y="400"/>
                      </a:lnTo>
                      <a:lnTo>
                        <a:pt x="1281" y="400"/>
                      </a:lnTo>
                      <a:lnTo>
                        <a:pt x="1207" y="404"/>
                      </a:lnTo>
                      <a:lnTo>
                        <a:pt x="1141" y="410"/>
                      </a:lnTo>
                      <a:lnTo>
                        <a:pt x="1083" y="418"/>
                      </a:lnTo>
                      <a:lnTo>
                        <a:pt x="1031" y="428"/>
                      </a:lnTo>
                      <a:lnTo>
                        <a:pt x="987" y="440"/>
                      </a:lnTo>
                      <a:lnTo>
                        <a:pt x="947" y="450"/>
                      </a:lnTo>
                      <a:lnTo>
                        <a:pt x="913" y="462"/>
                      </a:lnTo>
                      <a:lnTo>
                        <a:pt x="883" y="472"/>
                      </a:lnTo>
                      <a:lnTo>
                        <a:pt x="883" y="472"/>
                      </a:lnTo>
                      <a:lnTo>
                        <a:pt x="845" y="488"/>
                      </a:lnTo>
                      <a:lnTo>
                        <a:pt x="813" y="504"/>
                      </a:lnTo>
                      <a:lnTo>
                        <a:pt x="781" y="520"/>
                      </a:lnTo>
                      <a:lnTo>
                        <a:pt x="749" y="540"/>
                      </a:lnTo>
                      <a:lnTo>
                        <a:pt x="721" y="560"/>
                      </a:lnTo>
                      <a:lnTo>
                        <a:pt x="690" y="582"/>
                      </a:lnTo>
                      <a:lnTo>
                        <a:pt x="662" y="606"/>
                      </a:lnTo>
                      <a:lnTo>
                        <a:pt x="634" y="634"/>
                      </a:lnTo>
                      <a:lnTo>
                        <a:pt x="634" y="634"/>
                      </a:lnTo>
                      <a:lnTo>
                        <a:pt x="608" y="662"/>
                      </a:lnTo>
                      <a:lnTo>
                        <a:pt x="584" y="690"/>
                      </a:lnTo>
                      <a:lnTo>
                        <a:pt x="562" y="718"/>
                      </a:lnTo>
                      <a:lnTo>
                        <a:pt x="542" y="746"/>
                      </a:lnTo>
                      <a:lnTo>
                        <a:pt x="522" y="778"/>
                      </a:lnTo>
                      <a:lnTo>
                        <a:pt x="506" y="810"/>
                      </a:lnTo>
                      <a:lnTo>
                        <a:pt x="490" y="844"/>
                      </a:lnTo>
                      <a:lnTo>
                        <a:pt x="474" y="880"/>
                      </a:lnTo>
                      <a:lnTo>
                        <a:pt x="474" y="880"/>
                      </a:lnTo>
                      <a:lnTo>
                        <a:pt x="464" y="910"/>
                      </a:lnTo>
                      <a:lnTo>
                        <a:pt x="452" y="944"/>
                      </a:lnTo>
                      <a:lnTo>
                        <a:pt x="440" y="984"/>
                      </a:lnTo>
                      <a:lnTo>
                        <a:pt x="430" y="1028"/>
                      </a:lnTo>
                      <a:lnTo>
                        <a:pt x="420" y="1079"/>
                      </a:lnTo>
                      <a:lnTo>
                        <a:pt x="412" y="1137"/>
                      </a:lnTo>
                      <a:lnTo>
                        <a:pt x="406" y="1203"/>
                      </a:lnTo>
                      <a:lnTo>
                        <a:pt x="400" y="1277"/>
                      </a:lnTo>
                      <a:lnTo>
                        <a:pt x="400" y="1277"/>
                      </a:lnTo>
                      <a:lnTo>
                        <a:pt x="394" y="1427"/>
                      </a:lnTo>
                      <a:lnTo>
                        <a:pt x="390" y="1579"/>
                      </a:lnTo>
                      <a:lnTo>
                        <a:pt x="388" y="1797"/>
                      </a:lnTo>
                      <a:lnTo>
                        <a:pt x="388" y="2143"/>
                      </a:lnTo>
                      <a:lnTo>
                        <a:pt x="388" y="2143"/>
                      </a:lnTo>
                      <a:lnTo>
                        <a:pt x="388" y="2489"/>
                      </a:lnTo>
                      <a:lnTo>
                        <a:pt x="390" y="2707"/>
                      </a:lnTo>
                      <a:lnTo>
                        <a:pt x="394" y="2859"/>
                      </a:lnTo>
                      <a:lnTo>
                        <a:pt x="400" y="3009"/>
                      </a:lnTo>
                      <a:lnTo>
                        <a:pt x="400" y="3009"/>
                      </a:lnTo>
                      <a:lnTo>
                        <a:pt x="406" y="3083"/>
                      </a:lnTo>
                      <a:lnTo>
                        <a:pt x="412" y="3149"/>
                      </a:lnTo>
                      <a:lnTo>
                        <a:pt x="420" y="3207"/>
                      </a:lnTo>
                      <a:lnTo>
                        <a:pt x="430" y="3258"/>
                      </a:lnTo>
                      <a:lnTo>
                        <a:pt x="440" y="3302"/>
                      </a:lnTo>
                      <a:lnTo>
                        <a:pt x="452" y="3342"/>
                      </a:lnTo>
                      <a:lnTo>
                        <a:pt x="464" y="3376"/>
                      </a:lnTo>
                      <a:lnTo>
                        <a:pt x="474" y="3406"/>
                      </a:lnTo>
                      <a:lnTo>
                        <a:pt x="474" y="3406"/>
                      </a:lnTo>
                      <a:lnTo>
                        <a:pt x="490" y="3442"/>
                      </a:lnTo>
                      <a:lnTo>
                        <a:pt x="506" y="3476"/>
                      </a:lnTo>
                      <a:lnTo>
                        <a:pt x="522" y="3508"/>
                      </a:lnTo>
                      <a:lnTo>
                        <a:pt x="542" y="3538"/>
                      </a:lnTo>
                      <a:lnTo>
                        <a:pt x="562" y="3568"/>
                      </a:lnTo>
                      <a:lnTo>
                        <a:pt x="584" y="3596"/>
                      </a:lnTo>
                      <a:lnTo>
                        <a:pt x="608" y="3624"/>
                      </a:lnTo>
                      <a:lnTo>
                        <a:pt x="634" y="3652"/>
                      </a:lnTo>
                      <a:lnTo>
                        <a:pt x="634" y="3652"/>
                      </a:lnTo>
                      <a:lnTo>
                        <a:pt x="662" y="3680"/>
                      </a:lnTo>
                      <a:lnTo>
                        <a:pt x="690" y="3704"/>
                      </a:lnTo>
                      <a:lnTo>
                        <a:pt x="721" y="3726"/>
                      </a:lnTo>
                      <a:lnTo>
                        <a:pt x="749" y="3746"/>
                      </a:lnTo>
                      <a:lnTo>
                        <a:pt x="781" y="3764"/>
                      </a:lnTo>
                      <a:lnTo>
                        <a:pt x="813" y="3782"/>
                      </a:lnTo>
                      <a:lnTo>
                        <a:pt x="847" y="3798"/>
                      </a:lnTo>
                      <a:lnTo>
                        <a:pt x="883" y="3812"/>
                      </a:lnTo>
                      <a:lnTo>
                        <a:pt x="883" y="3812"/>
                      </a:lnTo>
                      <a:lnTo>
                        <a:pt x="913" y="3824"/>
                      </a:lnTo>
                      <a:lnTo>
                        <a:pt x="947" y="3836"/>
                      </a:lnTo>
                      <a:lnTo>
                        <a:pt x="987" y="3846"/>
                      </a:lnTo>
                      <a:lnTo>
                        <a:pt x="1031" y="3858"/>
                      </a:lnTo>
                      <a:lnTo>
                        <a:pt x="1083" y="3866"/>
                      </a:lnTo>
                      <a:lnTo>
                        <a:pt x="1141" y="3876"/>
                      </a:lnTo>
                      <a:lnTo>
                        <a:pt x="1207" y="3882"/>
                      </a:lnTo>
                      <a:lnTo>
                        <a:pt x="1281" y="3886"/>
                      </a:lnTo>
                      <a:lnTo>
                        <a:pt x="1281" y="3886"/>
                      </a:lnTo>
                      <a:lnTo>
                        <a:pt x="1431" y="3892"/>
                      </a:lnTo>
                      <a:lnTo>
                        <a:pt x="1583" y="3896"/>
                      </a:lnTo>
                      <a:lnTo>
                        <a:pt x="1801" y="3898"/>
                      </a:lnTo>
                      <a:lnTo>
                        <a:pt x="2148" y="3900"/>
                      </a:lnTo>
                      <a:lnTo>
                        <a:pt x="2148" y="3900"/>
                      </a:lnTo>
                      <a:lnTo>
                        <a:pt x="2492" y="3898"/>
                      </a:lnTo>
                      <a:lnTo>
                        <a:pt x="2712" y="3896"/>
                      </a:lnTo>
                      <a:lnTo>
                        <a:pt x="2864" y="3892"/>
                      </a:lnTo>
                      <a:lnTo>
                        <a:pt x="3014" y="3886"/>
                      </a:lnTo>
                      <a:lnTo>
                        <a:pt x="3014" y="3886"/>
                      </a:lnTo>
                      <a:lnTo>
                        <a:pt x="3088" y="3882"/>
                      </a:lnTo>
                      <a:lnTo>
                        <a:pt x="3154" y="3876"/>
                      </a:lnTo>
                      <a:lnTo>
                        <a:pt x="3212" y="3866"/>
                      </a:lnTo>
                      <a:lnTo>
                        <a:pt x="3264" y="3858"/>
                      </a:lnTo>
                      <a:lnTo>
                        <a:pt x="3308" y="3846"/>
                      </a:lnTo>
                      <a:lnTo>
                        <a:pt x="3348" y="3836"/>
                      </a:lnTo>
                      <a:lnTo>
                        <a:pt x="3382" y="3824"/>
                      </a:lnTo>
                      <a:lnTo>
                        <a:pt x="3412" y="3812"/>
                      </a:lnTo>
                      <a:lnTo>
                        <a:pt x="3412" y="3812"/>
                      </a:lnTo>
                      <a:lnTo>
                        <a:pt x="3448" y="3798"/>
                      </a:lnTo>
                      <a:lnTo>
                        <a:pt x="3482" y="3782"/>
                      </a:lnTo>
                      <a:lnTo>
                        <a:pt x="3514" y="3764"/>
                      </a:lnTo>
                      <a:lnTo>
                        <a:pt x="3544" y="3746"/>
                      </a:lnTo>
                      <a:lnTo>
                        <a:pt x="3574" y="3726"/>
                      </a:lnTo>
                      <a:lnTo>
                        <a:pt x="3603" y="3704"/>
                      </a:lnTo>
                      <a:lnTo>
                        <a:pt x="3631" y="3680"/>
                      </a:lnTo>
                      <a:lnTo>
                        <a:pt x="3659" y="3652"/>
                      </a:lnTo>
                      <a:lnTo>
                        <a:pt x="3659" y="3652"/>
                      </a:lnTo>
                      <a:lnTo>
                        <a:pt x="3687" y="3624"/>
                      </a:lnTo>
                      <a:lnTo>
                        <a:pt x="3711" y="3596"/>
                      </a:lnTo>
                      <a:lnTo>
                        <a:pt x="3733" y="3568"/>
                      </a:lnTo>
                      <a:lnTo>
                        <a:pt x="3753" y="3538"/>
                      </a:lnTo>
                      <a:lnTo>
                        <a:pt x="3771" y="3508"/>
                      </a:lnTo>
                      <a:lnTo>
                        <a:pt x="3789" y="3476"/>
                      </a:lnTo>
                      <a:lnTo>
                        <a:pt x="3805" y="3442"/>
                      </a:lnTo>
                      <a:lnTo>
                        <a:pt x="3819" y="3406"/>
                      </a:lnTo>
                      <a:lnTo>
                        <a:pt x="3819" y="3406"/>
                      </a:lnTo>
                      <a:lnTo>
                        <a:pt x="3831" y="3376"/>
                      </a:lnTo>
                      <a:lnTo>
                        <a:pt x="3843" y="3342"/>
                      </a:lnTo>
                      <a:lnTo>
                        <a:pt x="3853" y="3302"/>
                      </a:lnTo>
                      <a:lnTo>
                        <a:pt x="3863" y="3258"/>
                      </a:lnTo>
                      <a:lnTo>
                        <a:pt x="3873" y="3207"/>
                      </a:lnTo>
                      <a:lnTo>
                        <a:pt x="3881" y="3149"/>
                      </a:lnTo>
                      <a:lnTo>
                        <a:pt x="3889" y="3083"/>
                      </a:lnTo>
                      <a:lnTo>
                        <a:pt x="3893" y="3009"/>
                      </a:lnTo>
                      <a:lnTo>
                        <a:pt x="3893" y="3009"/>
                      </a:lnTo>
                      <a:lnTo>
                        <a:pt x="3899" y="2859"/>
                      </a:lnTo>
                      <a:lnTo>
                        <a:pt x="3903" y="2705"/>
                      </a:lnTo>
                      <a:lnTo>
                        <a:pt x="3905" y="2487"/>
                      </a:lnTo>
                      <a:lnTo>
                        <a:pt x="3905" y="2143"/>
                      </a:lnTo>
                      <a:lnTo>
                        <a:pt x="3905" y="2143"/>
                      </a:lnTo>
                      <a:lnTo>
                        <a:pt x="3905" y="1797"/>
                      </a:lnTo>
                      <a:lnTo>
                        <a:pt x="3903" y="1579"/>
                      </a:lnTo>
                      <a:lnTo>
                        <a:pt x="3899" y="1427"/>
                      </a:lnTo>
                      <a:lnTo>
                        <a:pt x="3893" y="1277"/>
                      </a:lnTo>
                      <a:lnTo>
                        <a:pt x="3893" y="1277"/>
                      </a:lnTo>
                      <a:lnTo>
                        <a:pt x="3889" y="1203"/>
                      </a:lnTo>
                      <a:lnTo>
                        <a:pt x="3881" y="1137"/>
                      </a:lnTo>
                      <a:lnTo>
                        <a:pt x="3873" y="1079"/>
                      </a:lnTo>
                      <a:lnTo>
                        <a:pt x="3863" y="1028"/>
                      </a:lnTo>
                      <a:lnTo>
                        <a:pt x="3853" y="984"/>
                      </a:lnTo>
                      <a:lnTo>
                        <a:pt x="3843" y="944"/>
                      </a:lnTo>
                      <a:lnTo>
                        <a:pt x="3831" y="910"/>
                      </a:lnTo>
                      <a:lnTo>
                        <a:pt x="3819" y="880"/>
                      </a:lnTo>
                      <a:lnTo>
                        <a:pt x="3819" y="880"/>
                      </a:lnTo>
                      <a:lnTo>
                        <a:pt x="3805" y="844"/>
                      </a:lnTo>
                      <a:lnTo>
                        <a:pt x="3789" y="810"/>
                      </a:lnTo>
                      <a:lnTo>
                        <a:pt x="3771" y="778"/>
                      </a:lnTo>
                      <a:lnTo>
                        <a:pt x="3753" y="746"/>
                      </a:lnTo>
                      <a:lnTo>
                        <a:pt x="3733" y="718"/>
                      </a:lnTo>
                      <a:lnTo>
                        <a:pt x="3711" y="690"/>
                      </a:lnTo>
                      <a:lnTo>
                        <a:pt x="3687" y="662"/>
                      </a:lnTo>
                      <a:lnTo>
                        <a:pt x="3659" y="634"/>
                      </a:lnTo>
                      <a:lnTo>
                        <a:pt x="3659" y="634"/>
                      </a:lnTo>
                      <a:lnTo>
                        <a:pt x="3631" y="606"/>
                      </a:lnTo>
                      <a:lnTo>
                        <a:pt x="3603" y="582"/>
                      </a:lnTo>
                      <a:lnTo>
                        <a:pt x="3574" y="560"/>
                      </a:lnTo>
                      <a:lnTo>
                        <a:pt x="3544" y="540"/>
                      </a:lnTo>
                      <a:lnTo>
                        <a:pt x="3514" y="520"/>
                      </a:lnTo>
                      <a:lnTo>
                        <a:pt x="3482" y="504"/>
                      </a:lnTo>
                      <a:lnTo>
                        <a:pt x="3448" y="488"/>
                      </a:lnTo>
                      <a:lnTo>
                        <a:pt x="3412" y="472"/>
                      </a:lnTo>
                      <a:lnTo>
                        <a:pt x="3412" y="472"/>
                      </a:lnTo>
                      <a:lnTo>
                        <a:pt x="3382" y="462"/>
                      </a:lnTo>
                      <a:lnTo>
                        <a:pt x="3348" y="450"/>
                      </a:lnTo>
                      <a:lnTo>
                        <a:pt x="3308" y="440"/>
                      </a:lnTo>
                      <a:lnTo>
                        <a:pt x="3264" y="428"/>
                      </a:lnTo>
                      <a:lnTo>
                        <a:pt x="3212" y="418"/>
                      </a:lnTo>
                      <a:lnTo>
                        <a:pt x="3154" y="410"/>
                      </a:lnTo>
                      <a:lnTo>
                        <a:pt x="3088" y="404"/>
                      </a:lnTo>
                      <a:lnTo>
                        <a:pt x="3014" y="400"/>
                      </a:lnTo>
                      <a:lnTo>
                        <a:pt x="3014" y="400"/>
                      </a:lnTo>
                      <a:lnTo>
                        <a:pt x="2864" y="392"/>
                      </a:lnTo>
                      <a:lnTo>
                        <a:pt x="2712" y="388"/>
                      </a:lnTo>
                      <a:lnTo>
                        <a:pt x="2492" y="388"/>
                      </a:lnTo>
                      <a:lnTo>
                        <a:pt x="2148" y="386"/>
                      </a:lnTo>
                      <a:lnTo>
                        <a:pt x="2148" y="38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id-ID"/>
                </a:p>
              </p:txBody>
            </p:sp>
            <p:sp>
              <p:nvSpPr>
                <p:cNvPr id="10" name="Freeform 10">
                  <a:extLst>
                    <a:ext uri="{FF2B5EF4-FFF2-40B4-BE49-F238E27FC236}">
                      <a16:creationId xmlns:a16="http://schemas.microsoft.com/office/drawing/2014/main" id="{5B61A07E-5A5C-4946-99AE-05ABE1ABF260}"/>
                    </a:ext>
                  </a:extLst>
                </p:cNvPr>
                <p:cNvSpPr>
                  <a:spLocks/>
                </p:cNvSpPr>
                <p:nvPr/>
              </p:nvSpPr>
              <p:spPr bwMode="auto">
                <a:xfrm>
                  <a:off x="2622044" y="989172"/>
                  <a:ext cx="87052" cy="86546"/>
                </a:xfrm>
                <a:custGeom>
                  <a:avLst/>
                  <a:gdLst>
                    <a:gd name="T0" fmla="*/ 516 w 516"/>
                    <a:gd name="T1" fmla="*/ 258 h 513"/>
                    <a:gd name="T2" fmla="*/ 510 w 516"/>
                    <a:gd name="T3" fmla="*/ 310 h 513"/>
                    <a:gd name="T4" fmla="*/ 496 w 516"/>
                    <a:gd name="T5" fmla="*/ 357 h 513"/>
                    <a:gd name="T6" fmla="*/ 472 w 516"/>
                    <a:gd name="T7" fmla="*/ 401 h 513"/>
                    <a:gd name="T8" fmla="*/ 440 w 516"/>
                    <a:gd name="T9" fmla="*/ 439 h 513"/>
                    <a:gd name="T10" fmla="*/ 402 w 516"/>
                    <a:gd name="T11" fmla="*/ 469 h 513"/>
                    <a:gd name="T12" fmla="*/ 358 w 516"/>
                    <a:gd name="T13" fmla="*/ 493 h 513"/>
                    <a:gd name="T14" fmla="*/ 310 w 516"/>
                    <a:gd name="T15" fmla="*/ 509 h 513"/>
                    <a:gd name="T16" fmla="*/ 258 w 516"/>
                    <a:gd name="T17" fmla="*/ 513 h 513"/>
                    <a:gd name="T18" fmla="*/ 232 w 516"/>
                    <a:gd name="T19" fmla="*/ 513 h 513"/>
                    <a:gd name="T20" fmla="*/ 182 w 516"/>
                    <a:gd name="T21" fmla="*/ 501 h 513"/>
                    <a:gd name="T22" fmla="*/ 136 w 516"/>
                    <a:gd name="T23" fmla="*/ 483 h 513"/>
                    <a:gd name="T24" fmla="*/ 94 w 516"/>
                    <a:gd name="T25" fmla="*/ 455 h 513"/>
                    <a:gd name="T26" fmla="*/ 60 w 516"/>
                    <a:gd name="T27" fmla="*/ 419 h 513"/>
                    <a:gd name="T28" fmla="*/ 32 w 516"/>
                    <a:gd name="T29" fmla="*/ 379 h 513"/>
                    <a:gd name="T30" fmla="*/ 12 w 516"/>
                    <a:gd name="T31" fmla="*/ 333 h 513"/>
                    <a:gd name="T32" fmla="*/ 2 w 516"/>
                    <a:gd name="T33" fmla="*/ 284 h 513"/>
                    <a:gd name="T34" fmla="*/ 0 w 516"/>
                    <a:gd name="T35" fmla="*/ 258 h 513"/>
                    <a:gd name="T36" fmla="*/ 6 w 516"/>
                    <a:gd name="T37" fmla="*/ 206 h 513"/>
                    <a:gd name="T38" fmla="*/ 22 w 516"/>
                    <a:gd name="T39" fmla="*/ 158 h 513"/>
                    <a:gd name="T40" fmla="*/ 44 w 516"/>
                    <a:gd name="T41" fmla="*/ 114 h 513"/>
                    <a:gd name="T42" fmla="*/ 76 w 516"/>
                    <a:gd name="T43" fmla="*/ 76 h 513"/>
                    <a:gd name="T44" fmla="*/ 114 w 516"/>
                    <a:gd name="T45" fmla="*/ 44 h 513"/>
                    <a:gd name="T46" fmla="*/ 158 w 516"/>
                    <a:gd name="T47" fmla="*/ 20 h 513"/>
                    <a:gd name="T48" fmla="*/ 206 w 516"/>
                    <a:gd name="T49" fmla="*/ 6 h 513"/>
                    <a:gd name="T50" fmla="*/ 258 w 516"/>
                    <a:gd name="T51" fmla="*/ 0 h 513"/>
                    <a:gd name="T52" fmla="*/ 284 w 516"/>
                    <a:gd name="T53" fmla="*/ 2 h 513"/>
                    <a:gd name="T54" fmla="*/ 334 w 516"/>
                    <a:gd name="T55" fmla="*/ 12 h 513"/>
                    <a:gd name="T56" fmla="*/ 380 w 516"/>
                    <a:gd name="T57" fmla="*/ 30 h 513"/>
                    <a:gd name="T58" fmla="*/ 422 w 516"/>
                    <a:gd name="T59" fmla="*/ 58 h 513"/>
                    <a:gd name="T60" fmla="*/ 456 w 516"/>
                    <a:gd name="T61" fmla="*/ 94 h 513"/>
                    <a:gd name="T62" fmla="*/ 484 w 516"/>
                    <a:gd name="T63" fmla="*/ 134 h 513"/>
                    <a:gd name="T64" fmla="*/ 504 w 516"/>
                    <a:gd name="T65" fmla="*/ 180 h 513"/>
                    <a:gd name="T66" fmla="*/ 514 w 516"/>
                    <a:gd name="T67" fmla="*/ 230 h 5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16" h="513">
                      <a:moveTo>
                        <a:pt x="516" y="258"/>
                      </a:moveTo>
                      <a:lnTo>
                        <a:pt x="516" y="258"/>
                      </a:lnTo>
                      <a:lnTo>
                        <a:pt x="514" y="284"/>
                      </a:lnTo>
                      <a:lnTo>
                        <a:pt x="510" y="310"/>
                      </a:lnTo>
                      <a:lnTo>
                        <a:pt x="504" y="333"/>
                      </a:lnTo>
                      <a:lnTo>
                        <a:pt x="496" y="357"/>
                      </a:lnTo>
                      <a:lnTo>
                        <a:pt x="484" y="379"/>
                      </a:lnTo>
                      <a:lnTo>
                        <a:pt x="472" y="401"/>
                      </a:lnTo>
                      <a:lnTo>
                        <a:pt x="456" y="419"/>
                      </a:lnTo>
                      <a:lnTo>
                        <a:pt x="440" y="439"/>
                      </a:lnTo>
                      <a:lnTo>
                        <a:pt x="422" y="455"/>
                      </a:lnTo>
                      <a:lnTo>
                        <a:pt x="402" y="469"/>
                      </a:lnTo>
                      <a:lnTo>
                        <a:pt x="380" y="483"/>
                      </a:lnTo>
                      <a:lnTo>
                        <a:pt x="358" y="493"/>
                      </a:lnTo>
                      <a:lnTo>
                        <a:pt x="334" y="501"/>
                      </a:lnTo>
                      <a:lnTo>
                        <a:pt x="310" y="509"/>
                      </a:lnTo>
                      <a:lnTo>
                        <a:pt x="284" y="513"/>
                      </a:lnTo>
                      <a:lnTo>
                        <a:pt x="258" y="513"/>
                      </a:lnTo>
                      <a:lnTo>
                        <a:pt x="258" y="513"/>
                      </a:lnTo>
                      <a:lnTo>
                        <a:pt x="232" y="513"/>
                      </a:lnTo>
                      <a:lnTo>
                        <a:pt x="206" y="509"/>
                      </a:lnTo>
                      <a:lnTo>
                        <a:pt x="182" y="501"/>
                      </a:lnTo>
                      <a:lnTo>
                        <a:pt x="158" y="493"/>
                      </a:lnTo>
                      <a:lnTo>
                        <a:pt x="136" y="483"/>
                      </a:lnTo>
                      <a:lnTo>
                        <a:pt x="114" y="469"/>
                      </a:lnTo>
                      <a:lnTo>
                        <a:pt x="94" y="455"/>
                      </a:lnTo>
                      <a:lnTo>
                        <a:pt x="76" y="439"/>
                      </a:lnTo>
                      <a:lnTo>
                        <a:pt x="60" y="419"/>
                      </a:lnTo>
                      <a:lnTo>
                        <a:pt x="44" y="401"/>
                      </a:lnTo>
                      <a:lnTo>
                        <a:pt x="32" y="379"/>
                      </a:lnTo>
                      <a:lnTo>
                        <a:pt x="22" y="357"/>
                      </a:lnTo>
                      <a:lnTo>
                        <a:pt x="12" y="333"/>
                      </a:lnTo>
                      <a:lnTo>
                        <a:pt x="6" y="310"/>
                      </a:lnTo>
                      <a:lnTo>
                        <a:pt x="2" y="284"/>
                      </a:lnTo>
                      <a:lnTo>
                        <a:pt x="0" y="258"/>
                      </a:lnTo>
                      <a:lnTo>
                        <a:pt x="0" y="258"/>
                      </a:lnTo>
                      <a:lnTo>
                        <a:pt x="2" y="230"/>
                      </a:lnTo>
                      <a:lnTo>
                        <a:pt x="6" y="206"/>
                      </a:lnTo>
                      <a:lnTo>
                        <a:pt x="12" y="180"/>
                      </a:lnTo>
                      <a:lnTo>
                        <a:pt x="22" y="158"/>
                      </a:lnTo>
                      <a:lnTo>
                        <a:pt x="32" y="134"/>
                      </a:lnTo>
                      <a:lnTo>
                        <a:pt x="44" y="114"/>
                      </a:lnTo>
                      <a:lnTo>
                        <a:pt x="60" y="94"/>
                      </a:lnTo>
                      <a:lnTo>
                        <a:pt x="76" y="76"/>
                      </a:lnTo>
                      <a:lnTo>
                        <a:pt x="94" y="58"/>
                      </a:lnTo>
                      <a:lnTo>
                        <a:pt x="114" y="44"/>
                      </a:lnTo>
                      <a:lnTo>
                        <a:pt x="136" y="30"/>
                      </a:lnTo>
                      <a:lnTo>
                        <a:pt x="158" y="20"/>
                      </a:lnTo>
                      <a:lnTo>
                        <a:pt x="182" y="12"/>
                      </a:lnTo>
                      <a:lnTo>
                        <a:pt x="206" y="6"/>
                      </a:lnTo>
                      <a:lnTo>
                        <a:pt x="232" y="2"/>
                      </a:lnTo>
                      <a:lnTo>
                        <a:pt x="258" y="0"/>
                      </a:lnTo>
                      <a:lnTo>
                        <a:pt x="258" y="0"/>
                      </a:lnTo>
                      <a:lnTo>
                        <a:pt x="284" y="2"/>
                      </a:lnTo>
                      <a:lnTo>
                        <a:pt x="310" y="6"/>
                      </a:lnTo>
                      <a:lnTo>
                        <a:pt x="334" y="12"/>
                      </a:lnTo>
                      <a:lnTo>
                        <a:pt x="358" y="20"/>
                      </a:lnTo>
                      <a:lnTo>
                        <a:pt x="380" y="30"/>
                      </a:lnTo>
                      <a:lnTo>
                        <a:pt x="402" y="44"/>
                      </a:lnTo>
                      <a:lnTo>
                        <a:pt x="422" y="58"/>
                      </a:lnTo>
                      <a:lnTo>
                        <a:pt x="440" y="76"/>
                      </a:lnTo>
                      <a:lnTo>
                        <a:pt x="456" y="94"/>
                      </a:lnTo>
                      <a:lnTo>
                        <a:pt x="472" y="114"/>
                      </a:lnTo>
                      <a:lnTo>
                        <a:pt x="484" y="134"/>
                      </a:lnTo>
                      <a:lnTo>
                        <a:pt x="496" y="158"/>
                      </a:lnTo>
                      <a:lnTo>
                        <a:pt x="504" y="180"/>
                      </a:lnTo>
                      <a:lnTo>
                        <a:pt x="510" y="206"/>
                      </a:lnTo>
                      <a:lnTo>
                        <a:pt x="514" y="230"/>
                      </a:lnTo>
                      <a:lnTo>
                        <a:pt x="516" y="258"/>
                      </a:ln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id-ID"/>
                </a:p>
              </p:txBody>
            </p:sp>
          </p:grpSp>
          <p:sp>
            <p:nvSpPr>
              <p:cNvPr id="8" name="Freeform: Shape 7">
                <a:extLst>
                  <a:ext uri="{FF2B5EF4-FFF2-40B4-BE49-F238E27FC236}">
                    <a16:creationId xmlns:a16="http://schemas.microsoft.com/office/drawing/2014/main" id="{945AB57B-C13E-4259-942F-782881808977}"/>
                  </a:ext>
                </a:extLst>
              </p:cNvPr>
              <p:cNvSpPr/>
              <p:nvPr/>
            </p:nvSpPr>
            <p:spPr>
              <a:xfrm>
                <a:off x="1128190" y="5815415"/>
                <a:ext cx="305584" cy="305584"/>
              </a:xfrm>
              <a:custGeom>
                <a:avLst/>
                <a:gdLst>
                  <a:gd name="connsiteX0" fmla="*/ 152792 w 305584"/>
                  <a:gd name="connsiteY0" fmla="*/ 59791 h 305584"/>
                  <a:gd name="connsiteX1" fmla="*/ 59791 w 305584"/>
                  <a:gd name="connsiteY1" fmla="*/ 152790 h 305584"/>
                  <a:gd name="connsiteX2" fmla="*/ 152792 w 305584"/>
                  <a:gd name="connsiteY2" fmla="*/ 245789 h 305584"/>
                  <a:gd name="connsiteX3" fmla="*/ 245793 w 305584"/>
                  <a:gd name="connsiteY3" fmla="*/ 152790 h 305584"/>
                  <a:gd name="connsiteX4" fmla="*/ 152792 w 305584"/>
                  <a:gd name="connsiteY4" fmla="*/ 59791 h 305584"/>
                  <a:gd name="connsiteX5" fmla="*/ 152792 w 305584"/>
                  <a:gd name="connsiteY5" fmla="*/ 0 h 305584"/>
                  <a:gd name="connsiteX6" fmla="*/ 305584 w 305584"/>
                  <a:gd name="connsiteY6" fmla="*/ 152792 h 305584"/>
                  <a:gd name="connsiteX7" fmla="*/ 152792 w 305584"/>
                  <a:gd name="connsiteY7" fmla="*/ 305584 h 305584"/>
                  <a:gd name="connsiteX8" fmla="*/ 0 w 305584"/>
                  <a:gd name="connsiteY8" fmla="*/ 152792 h 305584"/>
                  <a:gd name="connsiteX9" fmla="*/ 152792 w 305584"/>
                  <a:gd name="connsiteY9" fmla="*/ 0 h 305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5584" h="305584">
                    <a:moveTo>
                      <a:pt x="152792" y="59791"/>
                    </a:moveTo>
                    <a:cubicBezTo>
                      <a:pt x="101429" y="59791"/>
                      <a:pt x="59791" y="101428"/>
                      <a:pt x="59791" y="152790"/>
                    </a:cubicBezTo>
                    <a:cubicBezTo>
                      <a:pt x="59791" y="204152"/>
                      <a:pt x="101429" y="245789"/>
                      <a:pt x="152792" y="245789"/>
                    </a:cubicBezTo>
                    <a:cubicBezTo>
                      <a:pt x="204155" y="245789"/>
                      <a:pt x="245793" y="204152"/>
                      <a:pt x="245793" y="152790"/>
                    </a:cubicBezTo>
                    <a:cubicBezTo>
                      <a:pt x="245793" y="101428"/>
                      <a:pt x="204155" y="59791"/>
                      <a:pt x="152792" y="59791"/>
                    </a:cubicBezTo>
                    <a:close/>
                    <a:moveTo>
                      <a:pt x="152792" y="0"/>
                    </a:moveTo>
                    <a:cubicBezTo>
                      <a:pt x="237177" y="0"/>
                      <a:pt x="305584" y="68407"/>
                      <a:pt x="305584" y="152792"/>
                    </a:cubicBezTo>
                    <a:cubicBezTo>
                      <a:pt x="305584" y="237177"/>
                      <a:pt x="237177" y="305584"/>
                      <a:pt x="152792" y="305584"/>
                    </a:cubicBezTo>
                    <a:cubicBezTo>
                      <a:pt x="68407" y="305584"/>
                      <a:pt x="0" y="237177"/>
                      <a:pt x="0" y="152792"/>
                    </a:cubicBezTo>
                    <a:cubicBezTo>
                      <a:pt x="0" y="68407"/>
                      <a:pt x="68407" y="0"/>
                      <a:pt x="152792"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a:p>
            </p:txBody>
          </p:sp>
        </p:grpSp>
      </p:grpSp>
      <p:sp>
        <p:nvSpPr>
          <p:cNvPr id="11" name="Freeform: Shape 10">
            <a:extLst>
              <a:ext uri="{FF2B5EF4-FFF2-40B4-BE49-F238E27FC236}">
                <a16:creationId xmlns:a16="http://schemas.microsoft.com/office/drawing/2014/main" id="{FDA021FD-C8BE-43A8-8237-8478ED08B886}"/>
              </a:ext>
            </a:extLst>
          </p:cNvPr>
          <p:cNvSpPr/>
          <p:nvPr userDrawn="1"/>
        </p:nvSpPr>
        <p:spPr>
          <a:xfrm flipH="1" flipV="1">
            <a:off x="9350476" y="0"/>
            <a:ext cx="10126561" cy="10972800"/>
          </a:xfrm>
          <a:custGeom>
            <a:avLst/>
            <a:gdLst>
              <a:gd name="connsiteX0" fmla="*/ 0 w 9515475"/>
              <a:gd name="connsiteY0" fmla="*/ 0 h 6858000"/>
              <a:gd name="connsiteX1" fmla="*/ 9515475 w 9515475"/>
              <a:gd name="connsiteY1" fmla="*/ 0 h 6858000"/>
              <a:gd name="connsiteX2" fmla="*/ 2676525 w 9515475"/>
              <a:gd name="connsiteY2" fmla="*/ 6858000 h 6858000"/>
              <a:gd name="connsiteX3" fmla="*/ 0 w 9515475"/>
              <a:gd name="connsiteY3" fmla="*/ 6858000 h 6858000"/>
              <a:gd name="connsiteX0" fmla="*/ 0 w 9515475"/>
              <a:gd name="connsiteY0" fmla="*/ 0 h 6858000"/>
              <a:gd name="connsiteX1" fmla="*/ 9515475 w 9515475"/>
              <a:gd name="connsiteY1" fmla="*/ 0 h 6858000"/>
              <a:gd name="connsiteX2" fmla="*/ 3471561 w 9515475"/>
              <a:gd name="connsiteY2" fmla="*/ 6858000 h 6858000"/>
              <a:gd name="connsiteX3" fmla="*/ 0 w 9515475"/>
              <a:gd name="connsiteY3" fmla="*/ 6858000 h 6858000"/>
              <a:gd name="connsiteX4" fmla="*/ 0 w 9515475"/>
              <a:gd name="connsiteY4" fmla="*/ 0 h 6858000"/>
              <a:gd name="connsiteX0" fmla="*/ 0 w 9515475"/>
              <a:gd name="connsiteY0" fmla="*/ 0 h 6858000"/>
              <a:gd name="connsiteX1" fmla="*/ 9515475 w 9515475"/>
              <a:gd name="connsiteY1" fmla="*/ 0 h 6858000"/>
              <a:gd name="connsiteX2" fmla="*/ 5033156 w 9515475"/>
              <a:gd name="connsiteY2" fmla="*/ 6858000 h 6858000"/>
              <a:gd name="connsiteX3" fmla="*/ 0 w 9515475"/>
              <a:gd name="connsiteY3" fmla="*/ 6858000 h 6858000"/>
              <a:gd name="connsiteX4" fmla="*/ 0 w 9515475"/>
              <a:gd name="connsiteY4" fmla="*/ 0 h 6858000"/>
              <a:gd name="connsiteX0" fmla="*/ 0 w 9515475"/>
              <a:gd name="connsiteY0" fmla="*/ 0 h 6858000"/>
              <a:gd name="connsiteX1" fmla="*/ 9515475 w 9515475"/>
              <a:gd name="connsiteY1" fmla="*/ 0 h 6858000"/>
              <a:gd name="connsiteX2" fmla="*/ 3591883 w 9515475"/>
              <a:gd name="connsiteY2" fmla="*/ 6858000 h 6858000"/>
              <a:gd name="connsiteX3" fmla="*/ 0 w 9515475"/>
              <a:gd name="connsiteY3" fmla="*/ 6858000 h 6858000"/>
              <a:gd name="connsiteX4" fmla="*/ 0 w 951547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15475" h="6858000">
                <a:moveTo>
                  <a:pt x="0" y="0"/>
                </a:moveTo>
                <a:lnTo>
                  <a:pt x="9515475" y="0"/>
                </a:lnTo>
                <a:lnTo>
                  <a:pt x="3591883" y="6858000"/>
                </a:lnTo>
                <a:lnTo>
                  <a:pt x="0" y="6858000"/>
                </a:lnTo>
                <a:lnTo>
                  <a:pt x="0" y="0"/>
                </a:lnTo>
                <a:close/>
              </a:path>
            </a:pathLst>
          </a:custGeom>
          <a:gradFill>
            <a:gsLst>
              <a:gs pos="100000">
                <a:schemeClr val="accent1">
                  <a:lumMod val="60000"/>
                  <a:lumOff val="40000"/>
                </a:schemeClr>
              </a:gs>
              <a:gs pos="0">
                <a:schemeClr val="accent1"/>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2" name="Group 11">
            <a:extLst>
              <a:ext uri="{FF2B5EF4-FFF2-40B4-BE49-F238E27FC236}">
                <a16:creationId xmlns:a16="http://schemas.microsoft.com/office/drawing/2014/main" id="{68044E26-F1D5-40DB-BC84-63C129DD03A2}"/>
              </a:ext>
            </a:extLst>
          </p:cNvPr>
          <p:cNvGrpSpPr/>
          <p:nvPr userDrawn="1"/>
        </p:nvGrpSpPr>
        <p:grpSpPr>
          <a:xfrm flipH="1">
            <a:off x="12345830" y="-400185"/>
            <a:ext cx="10264446" cy="11773170"/>
            <a:chOff x="6996011" y="-3824822"/>
            <a:chExt cx="14368086" cy="16479986"/>
          </a:xfrm>
        </p:grpSpPr>
        <p:sp>
          <p:nvSpPr>
            <p:cNvPr id="13" name="Freeform: Shape 12">
              <a:extLst>
                <a:ext uri="{FF2B5EF4-FFF2-40B4-BE49-F238E27FC236}">
                  <a16:creationId xmlns:a16="http://schemas.microsoft.com/office/drawing/2014/main" id="{760D2A8C-80FA-4043-A4BE-EA181F812E08}"/>
                </a:ext>
              </a:extLst>
            </p:cNvPr>
            <p:cNvSpPr/>
            <p:nvPr/>
          </p:nvSpPr>
          <p:spPr>
            <a:xfrm>
              <a:off x="6996011" y="-3824822"/>
              <a:ext cx="7817323" cy="8786407"/>
            </a:xfrm>
            <a:custGeom>
              <a:avLst/>
              <a:gdLst>
                <a:gd name="connsiteX0" fmla="*/ 1445618 w 2890837"/>
                <a:gd name="connsiteY0" fmla="*/ 0 h 3249205"/>
                <a:gd name="connsiteX1" fmla="*/ 1473092 w 2890837"/>
                <a:gd name="connsiteY1" fmla="*/ 1417 h 3249205"/>
                <a:gd name="connsiteX2" fmla="*/ 1501364 w 2890837"/>
                <a:gd name="connsiteY2" fmla="*/ 5872 h 3249205"/>
                <a:gd name="connsiteX3" fmla="*/ 1530431 w 2890837"/>
                <a:gd name="connsiteY3" fmla="*/ 12958 h 3249205"/>
                <a:gd name="connsiteX4" fmla="*/ 1560494 w 2890837"/>
                <a:gd name="connsiteY4" fmla="*/ 23081 h 3249205"/>
                <a:gd name="connsiteX5" fmla="*/ 1592350 w 2890837"/>
                <a:gd name="connsiteY5" fmla="*/ 36242 h 3249205"/>
                <a:gd name="connsiteX6" fmla="*/ 1626195 w 2890837"/>
                <a:gd name="connsiteY6" fmla="*/ 52034 h 3249205"/>
                <a:gd name="connsiteX7" fmla="*/ 1662430 w 2890837"/>
                <a:gd name="connsiteY7" fmla="*/ 70864 h 3249205"/>
                <a:gd name="connsiteX8" fmla="*/ 1701453 w 2890837"/>
                <a:gd name="connsiteY8" fmla="*/ 92325 h 3249205"/>
                <a:gd name="connsiteX9" fmla="*/ 1743660 w 2890837"/>
                <a:gd name="connsiteY9" fmla="*/ 117027 h 3249205"/>
                <a:gd name="connsiteX10" fmla="*/ 1789651 w 2890837"/>
                <a:gd name="connsiteY10" fmla="*/ 144360 h 3249205"/>
                <a:gd name="connsiteX11" fmla="*/ 1839624 w 2890837"/>
                <a:gd name="connsiteY11" fmla="*/ 174932 h 3249205"/>
                <a:gd name="connsiteX12" fmla="*/ 1894175 w 2890837"/>
                <a:gd name="connsiteY12" fmla="*/ 207935 h 3249205"/>
                <a:gd name="connsiteX13" fmla="*/ 1953505 w 2890837"/>
                <a:gd name="connsiteY13" fmla="*/ 244176 h 3249205"/>
                <a:gd name="connsiteX14" fmla="*/ 2018011 w 2890837"/>
                <a:gd name="connsiteY14" fmla="*/ 283050 h 3249205"/>
                <a:gd name="connsiteX15" fmla="*/ 2088291 w 2890837"/>
                <a:gd name="connsiteY15" fmla="*/ 325164 h 3249205"/>
                <a:gd name="connsiteX16" fmla="*/ 2164743 w 2890837"/>
                <a:gd name="connsiteY16" fmla="*/ 369706 h 3249205"/>
                <a:gd name="connsiteX17" fmla="*/ 2241195 w 2890837"/>
                <a:gd name="connsiteY17" fmla="*/ 414047 h 3249205"/>
                <a:gd name="connsiteX18" fmla="*/ 2312470 w 2890837"/>
                <a:gd name="connsiteY18" fmla="*/ 454338 h 3249205"/>
                <a:gd name="connsiteX19" fmla="*/ 2378171 w 2890837"/>
                <a:gd name="connsiteY19" fmla="*/ 491187 h 3249205"/>
                <a:gd name="connsiteX20" fmla="*/ 2439094 w 2890837"/>
                <a:gd name="connsiteY20" fmla="*/ 524999 h 3249205"/>
                <a:gd name="connsiteX21" fmla="*/ 2494641 w 2890837"/>
                <a:gd name="connsiteY21" fmla="*/ 555775 h 3249205"/>
                <a:gd name="connsiteX22" fmla="*/ 2545808 w 2890837"/>
                <a:gd name="connsiteY22" fmla="*/ 584323 h 3249205"/>
                <a:gd name="connsiteX23" fmla="*/ 2592396 w 2890837"/>
                <a:gd name="connsiteY23" fmla="*/ 610643 h 3249205"/>
                <a:gd name="connsiteX24" fmla="*/ 2634604 w 2890837"/>
                <a:gd name="connsiteY24" fmla="*/ 635142 h 3249205"/>
                <a:gd name="connsiteX25" fmla="*/ 2672830 w 2890837"/>
                <a:gd name="connsiteY25" fmla="*/ 658628 h 3249205"/>
                <a:gd name="connsiteX26" fmla="*/ 2707273 w 2890837"/>
                <a:gd name="connsiteY26" fmla="*/ 680697 h 3249205"/>
                <a:gd name="connsiteX27" fmla="*/ 2737535 w 2890837"/>
                <a:gd name="connsiteY27" fmla="*/ 702159 h 3249205"/>
                <a:gd name="connsiteX28" fmla="*/ 2764811 w 2890837"/>
                <a:gd name="connsiteY28" fmla="*/ 723620 h 3249205"/>
                <a:gd name="connsiteX29" fmla="*/ 2788702 w 2890837"/>
                <a:gd name="connsiteY29" fmla="*/ 744677 h 3249205"/>
                <a:gd name="connsiteX30" fmla="*/ 2809209 w 2890837"/>
                <a:gd name="connsiteY30" fmla="*/ 766341 h 3249205"/>
                <a:gd name="connsiteX31" fmla="*/ 2827127 w 2890837"/>
                <a:gd name="connsiteY31" fmla="*/ 788815 h 3249205"/>
                <a:gd name="connsiteX32" fmla="*/ 2842258 w 2890837"/>
                <a:gd name="connsiteY32" fmla="*/ 812301 h 3249205"/>
                <a:gd name="connsiteX33" fmla="*/ 2854801 w 2890837"/>
                <a:gd name="connsiteY33" fmla="*/ 837205 h 3249205"/>
                <a:gd name="connsiteX34" fmla="*/ 2865154 w 2890837"/>
                <a:gd name="connsiteY34" fmla="*/ 863931 h 3249205"/>
                <a:gd name="connsiteX35" fmla="*/ 2873516 w 2890837"/>
                <a:gd name="connsiteY35" fmla="*/ 892884 h 3249205"/>
                <a:gd name="connsiteX36" fmla="*/ 2879688 w 2890837"/>
                <a:gd name="connsiteY36" fmla="*/ 924266 h 3249205"/>
                <a:gd name="connsiteX37" fmla="*/ 2884665 w 2890837"/>
                <a:gd name="connsiteY37" fmla="*/ 958483 h 3249205"/>
                <a:gd name="connsiteX38" fmla="*/ 2887850 w 2890837"/>
                <a:gd name="connsiteY38" fmla="*/ 995940 h 3249205"/>
                <a:gd name="connsiteX39" fmla="*/ 2889842 w 2890837"/>
                <a:gd name="connsiteY39" fmla="*/ 1036838 h 3249205"/>
                <a:gd name="connsiteX40" fmla="*/ 2890638 w 2890837"/>
                <a:gd name="connsiteY40" fmla="*/ 1081786 h 3249205"/>
                <a:gd name="connsiteX41" fmla="*/ 2890837 w 2890837"/>
                <a:gd name="connsiteY41" fmla="*/ 1131188 h 3249205"/>
                <a:gd name="connsiteX42" fmla="*/ 2890240 w 2890837"/>
                <a:gd name="connsiteY42" fmla="*/ 1185045 h 3249205"/>
                <a:gd name="connsiteX43" fmla="*/ 2889045 w 2890837"/>
                <a:gd name="connsiteY43" fmla="*/ 1243558 h 3249205"/>
                <a:gd name="connsiteX44" fmla="*/ 2887850 w 2890837"/>
                <a:gd name="connsiteY44" fmla="*/ 1307740 h 3249205"/>
                <a:gd name="connsiteX45" fmla="*/ 2886457 w 2890837"/>
                <a:gd name="connsiteY45" fmla="*/ 1377592 h 3249205"/>
                <a:gd name="connsiteX46" fmla="*/ 2885262 w 2890837"/>
                <a:gd name="connsiteY46" fmla="*/ 1453315 h 3249205"/>
                <a:gd name="connsiteX47" fmla="*/ 2884267 w 2890837"/>
                <a:gd name="connsiteY47" fmla="*/ 1535719 h 3249205"/>
                <a:gd name="connsiteX48" fmla="*/ 2883869 w 2890837"/>
                <a:gd name="connsiteY48" fmla="*/ 1624603 h 3249205"/>
                <a:gd name="connsiteX49" fmla="*/ 2884267 w 2890837"/>
                <a:gd name="connsiteY49" fmla="*/ 1713486 h 3249205"/>
                <a:gd name="connsiteX50" fmla="*/ 2885262 w 2890837"/>
                <a:gd name="connsiteY50" fmla="*/ 1795891 h 3249205"/>
                <a:gd name="connsiteX51" fmla="*/ 2886457 w 2890837"/>
                <a:gd name="connsiteY51" fmla="*/ 1871614 h 3249205"/>
                <a:gd name="connsiteX52" fmla="*/ 2887850 w 2890837"/>
                <a:gd name="connsiteY52" fmla="*/ 1941465 h 3249205"/>
                <a:gd name="connsiteX53" fmla="*/ 2889045 w 2890837"/>
                <a:gd name="connsiteY53" fmla="*/ 2005647 h 3249205"/>
                <a:gd name="connsiteX54" fmla="*/ 2890240 w 2890837"/>
                <a:gd name="connsiteY54" fmla="*/ 2064161 h 3249205"/>
                <a:gd name="connsiteX55" fmla="*/ 2890837 w 2890837"/>
                <a:gd name="connsiteY55" fmla="*/ 2118017 h 3249205"/>
                <a:gd name="connsiteX56" fmla="*/ 2890638 w 2890837"/>
                <a:gd name="connsiteY56" fmla="*/ 2167419 h 3249205"/>
                <a:gd name="connsiteX57" fmla="*/ 2889842 w 2890837"/>
                <a:gd name="connsiteY57" fmla="*/ 2212367 h 3249205"/>
                <a:gd name="connsiteX58" fmla="*/ 2887850 w 2890837"/>
                <a:gd name="connsiteY58" fmla="*/ 2253265 h 3249205"/>
                <a:gd name="connsiteX59" fmla="*/ 2884665 w 2890837"/>
                <a:gd name="connsiteY59" fmla="*/ 2290722 h 3249205"/>
                <a:gd name="connsiteX60" fmla="*/ 2879887 w 2890837"/>
                <a:gd name="connsiteY60" fmla="*/ 2324939 h 3249205"/>
                <a:gd name="connsiteX61" fmla="*/ 2873516 w 2890837"/>
                <a:gd name="connsiteY61" fmla="*/ 2356322 h 3249205"/>
                <a:gd name="connsiteX62" fmla="*/ 2865154 w 2890837"/>
                <a:gd name="connsiteY62" fmla="*/ 2385275 h 3249205"/>
                <a:gd name="connsiteX63" fmla="*/ 2854801 w 2890837"/>
                <a:gd name="connsiteY63" fmla="*/ 2412000 h 3249205"/>
                <a:gd name="connsiteX64" fmla="*/ 2842258 w 2890837"/>
                <a:gd name="connsiteY64" fmla="*/ 2436904 h 3249205"/>
                <a:gd name="connsiteX65" fmla="*/ 2827127 w 2890837"/>
                <a:gd name="connsiteY65" fmla="*/ 2460390 h 3249205"/>
                <a:gd name="connsiteX66" fmla="*/ 2809209 w 2890837"/>
                <a:gd name="connsiteY66" fmla="*/ 2482864 h 3249205"/>
                <a:gd name="connsiteX67" fmla="*/ 2788702 w 2890837"/>
                <a:gd name="connsiteY67" fmla="*/ 2504528 h 3249205"/>
                <a:gd name="connsiteX68" fmla="*/ 2764811 w 2890837"/>
                <a:gd name="connsiteY68" fmla="*/ 2525585 h 3249205"/>
                <a:gd name="connsiteX69" fmla="*/ 2737734 w 2890837"/>
                <a:gd name="connsiteY69" fmla="*/ 2547046 h 3249205"/>
                <a:gd name="connsiteX70" fmla="*/ 2707273 w 2890837"/>
                <a:gd name="connsiteY70" fmla="*/ 2568508 h 3249205"/>
                <a:gd name="connsiteX71" fmla="*/ 2672830 w 2890837"/>
                <a:gd name="connsiteY71" fmla="*/ 2590779 h 3249205"/>
                <a:gd name="connsiteX72" fmla="*/ 2634803 w 2890837"/>
                <a:gd name="connsiteY72" fmla="*/ 2614063 h 3249205"/>
                <a:gd name="connsiteX73" fmla="*/ 2592396 w 2890837"/>
                <a:gd name="connsiteY73" fmla="*/ 2638562 h 3249205"/>
                <a:gd name="connsiteX74" fmla="*/ 2545808 w 2890837"/>
                <a:gd name="connsiteY74" fmla="*/ 2664883 h 3249205"/>
                <a:gd name="connsiteX75" fmla="*/ 2494641 w 2890837"/>
                <a:gd name="connsiteY75" fmla="*/ 2693431 h 3249205"/>
                <a:gd name="connsiteX76" fmla="*/ 2439094 w 2890837"/>
                <a:gd name="connsiteY76" fmla="*/ 2724408 h 3249205"/>
                <a:gd name="connsiteX77" fmla="*/ 2378171 w 2890837"/>
                <a:gd name="connsiteY77" fmla="*/ 2758220 h 3249205"/>
                <a:gd name="connsiteX78" fmla="*/ 2312470 w 2890837"/>
                <a:gd name="connsiteY78" fmla="*/ 2794867 h 3249205"/>
                <a:gd name="connsiteX79" fmla="*/ 2241195 w 2890837"/>
                <a:gd name="connsiteY79" fmla="*/ 2835158 h 3249205"/>
                <a:gd name="connsiteX80" fmla="*/ 2164743 w 2890837"/>
                <a:gd name="connsiteY80" fmla="*/ 2879499 h 3249205"/>
                <a:gd name="connsiteX81" fmla="*/ 2088291 w 2890837"/>
                <a:gd name="connsiteY81" fmla="*/ 2924042 h 3249205"/>
                <a:gd name="connsiteX82" fmla="*/ 2018011 w 2890837"/>
                <a:gd name="connsiteY82" fmla="*/ 2966155 h 3249205"/>
                <a:gd name="connsiteX83" fmla="*/ 1953505 w 2890837"/>
                <a:gd name="connsiteY83" fmla="*/ 3005029 h 3249205"/>
                <a:gd name="connsiteX84" fmla="*/ 1894175 w 2890837"/>
                <a:gd name="connsiteY84" fmla="*/ 3041271 h 3249205"/>
                <a:gd name="connsiteX85" fmla="*/ 1839624 w 2890837"/>
                <a:gd name="connsiteY85" fmla="*/ 3074273 h 3249205"/>
                <a:gd name="connsiteX86" fmla="*/ 1789651 w 2890837"/>
                <a:gd name="connsiteY86" fmla="*/ 3104846 h 3249205"/>
                <a:gd name="connsiteX87" fmla="*/ 1743660 w 2890837"/>
                <a:gd name="connsiteY87" fmla="*/ 3132179 h 3249205"/>
                <a:gd name="connsiteX88" fmla="*/ 1701453 w 2890837"/>
                <a:gd name="connsiteY88" fmla="*/ 3156880 h 3249205"/>
                <a:gd name="connsiteX89" fmla="*/ 1662430 w 2890837"/>
                <a:gd name="connsiteY89" fmla="*/ 3178341 h 3249205"/>
                <a:gd name="connsiteX90" fmla="*/ 1626195 w 2890837"/>
                <a:gd name="connsiteY90" fmla="*/ 3197171 h 3249205"/>
                <a:gd name="connsiteX91" fmla="*/ 1592350 w 2890837"/>
                <a:gd name="connsiteY91" fmla="*/ 3212963 h 3249205"/>
                <a:gd name="connsiteX92" fmla="*/ 1560494 w 2890837"/>
                <a:gd name="connsiteY92" fmla="*/ 3226124 h 3249205"/>
                <a:gd name="connsiteX93" fmla="*/ 1530431 w 2890837"/>
                <a:gd name="connsiteY93" fmla="*/ 3236247 h 3249205"/>
                <a:gd name="connsiteX94" fmla="*/ 1501364 w 2890837"/>
                <a:gd name="connsiteY94" fmla="*/ 3243334 h 3249205"/>
                <a:gd name="connsiteX95" fmla="*/ 1473092 w 2890837"/>
                <a:gd name="connsiteY95" fmla="*/ 3247788 h 3249205"/>
                <a:gd name="connsiteX96" fmla="*/ 1445618 w 2890837"/>
                <a:gd name="connsiteY96" fmla="*/ 3249205 h 3249205"/>
                <a:gd name="connsiteX97" fmla="*/ 1417744 w 2890837"/>
                <a:gd name="connsiteY97" fmla="*/ 3247788 h 3249205"/>
                <a:gd name="connsiteX98" fmla="*/ 1389473 w 2890837"/>
                <a:gd name="connsiteY98" fmla="*/ 3243334 h 3249205"/>
                <a:gd name="connsiteX99" fmla="*/ 1360406 w 2890837"/>
                <a:gd name="connsiteY99" fmla="*/ 3236247 h 3249205"/>
                <a:gd name="connsiteX100" fmla="*/ 1330342 w 2890837"/>
                <a:gd name="connsiteY100" fmla="*/ 3226124 h 3249205"/>
                <a:gd name="connsiteX101" fmla="*/ 1298488 w 2890837"/>
                <a:gd name="connsiteY101" fmla="*/ 3212963 h 3249205"/>
                <a:gd name="connsiteX102" fmla="*/ 1264642 w 2890837"/>
                <a:gd name="connsiteY102" fmla="*/ 3197171 h 3249205"/>
                <a:gd name="connsiteX103" fmla="*/ 1228407 w 2890837"/>
                <a:gd name="connsiteY103" fmla="*/ 3178341 h 3249205"/>
                <a:gd name="connsiteX104" fmla="*/ 1189384 w 2890837"/>
                <a:gd name="connsiteY104" fmla="*/ 3156880 h 3249205"/>
                <a:gd name="connsiteX105" fmla="*/ 1147176 w 2890837"/>
                <a:gd name="connsiteY105" fmla="*/ 3132179 h 3249205"/>
                <a:gd name="connsiteX106" fmla="*/ 1101186 w 2890837"/>
                <a:gd name="connsiteY106" fmla="*/ 3104846 h 3249205"/>
                <a:gd name="connsiteX107" fmla="*/ 1051214 w 2890837"/>
                <a:gd name="connsiteY107" fmla="*/ 3074273 h 3249205"/>
                <a:gd name="connsiteX108" fmla="*/ 996662 w 2890837"/>
                <a:gd name="connsiteY108" fmla="*/ 3041271 h 3249205"/>
                <a:gd name="connsiteX109" fmla="*/ 937332 w 2890837"/>
                <a:gd name="connsiteY109" fmla="*/ 3005029 h 3249205"/>
                <a:gd name="connsiteX110" fmla="*/ 872826 w 2890837"/>
                <a:gd name="connsiteY110" fmla="*/ 2966155 h 3249205"/>
                <a:gd name="connsiteX111" fmla="*/ 802546 w 2890837"/>
                <a:gd name="connsiteY111" fmla="*/ 2924042 h 3249205"/>
                <a:gd name="connsiteX112" fmla="*/ 726094 w 2890837"/>
                <a:gd name="connsiteY112" fmla="*/ 2879499 h 3249205"/>
                <a:gd name="connsiteX113" fmla="*/ 649642 w 2890837"/>
                <a:gd name="connsiteY113" fmla="*/ 2835158 h 3249205"/>
                <a:gd name="connsiteX114" fmla="*/ 578366 w 2890837"/>
                <a:gd name="connsiteY114" fmla="*/ 2794867 h 3249205"/>
                <a:gd name="connsiteX115" fmla="*/ 512666 w 2890837"/>
                <a:gd name="connsiteY115" fmla="*/ 2758018 h 3249205"/>
                <a:gd name="connsiteX116" fmla="*/ 451743 w 2890837"/>
                <a:gd name="connsiteY116" fmla="*/ 2724206 h 3249205"/>
                <a:gd name="connsiteX117" fmla="*/ 396196 w 2890837"/>
                <a:gd name="connsiteY117" fmla="*/ 2693431 h 3249205"/>
                <a:gd name="connsiteX118" fmla="*/ 345029 w 2890837"/>
                <a:gd name="connsiteY118" fmla="*/ 2664883 h 3249205"/>
                <a:gd name="connsiteX119" fmla="*/ 298441 w 2890837"/>
                <a:gd name="connsiteY119" fmla="*/ 2638562 h 3249205"/>
                <a:gd name="connsiteX120" fmla="*/ 256233 w 2890837"/>
                <a:gd name="connsiteY120" fmla="*/ 2614063 h 3249205"/>
                <a:gd name="connsiteX121" fmla="*/ 218007 w 2890837"/>
                <a:gd name="connsiteY121" fmla="*/ 2590577 h 3249205"/>
                <a:gd name="connsiteX122" fmla="*/ 183564 w 2890837"/>
                <a:gd name="connsiteY122" fmla="*/ 2568508 h 3249205"/>
                <a:gd name="connsiteX123" fmla="*/ 153302 w 2890837"/>
                <a:gd name="connsiteY123" fmla="*/ 2547046 h 3249205"/>
                <a:gd name="connsiteX124" fmla="*/ 126026 w 2890837"/>
                <a:gd name="connsiteY124" fmla="*/ 2525585 h 3249205"/>
                <a:gd name="connsiteX125" fmla="*/ 102135 w 2890837"/>
                <a:gd name="connsiteY125" fmla="*/ 2504528 h 3249205"/>
                <a:gd name="connsiteX126" fmla="*/ 81628 w 2890837"/>
                <a:gd name="connsiteY126" fmla="*/ 2482864 h 3249205"/>
                <a:gd name="connsiteX127" fmla="*/ 63710 w 2890837"/>
                <a:gd name="connsiteY127" fmla="*/ 2460390 h 3249205"/>
                <a:gd name="connsiteX128" fmla="*/ 48579 w 2890837"/>
                <a:gd name="connsiteY128" fmla="*/ 2436904 h 3249205"/>
                <a:gd name="connsiteX129" fmla="*/ 36036 w 2890837"/>
                <a:gd name="connsiteY129" fmla="*/ 2412000 h 3249205"/>
                <a:gd name="connsiteX130" fmla="*/ 25683 w 2890837"/>
                <a:gd name="connsiteY130" fmla="*/ 2385275 h 3249205"/>
                <a:gd name="connsiteX131" fmla="*/ 17321 w 2890837"/>
                <a:gd name="connsiteY131" fmla="*/ 2356322 h 3249205"/>
                <a:gd name="connsiteX132" fmla="*/ 11149 w 2890837"/>
                <a:gd name="connsiteY132" fmla="*/ 2324939 h 3249205"/>
                <a:gd name="connsiteX133" fmla="*/ 6172 w 2890837"/>
                <a:gd name="connsiteY133" fmla="*/ 2290722 h 3249205"/>
                <a:gd name="connsiteX134" fmla="*/ 2986 w 2890837"/>
                <a:gd name="connsiteY134" fmla="*/ 2253265 h 3249205"/>
                <a:gd name="connsiteX135" fmla="*/ 995 w 2890837"/>
                <a:gd name="connsiteY135" fmla="*/ 2212367 h 3249205"/>
                <a:gd name="connsiteX136" fmla="*/ 199 w 2890837"/>
                <a:gd name="connsiteY136" fmla="*/ 2167419 h 3249205"/>
                <a:gd name="connsiteX137" fmla="*/ 0 w 2890837"/>
                <a:gd name="connsiteY137" fmla="*/ 2118017 h 3249205"/>
                <a:gd name="connsiteX138" fmla="*/ 597 w 2890837"/>
                <a:gd name="connsiteY138" fmla="*/ 2064161 h 3249205"/>
                <a:gd name="connsiteX139" fmla="*/ 1792 w 2890837"/>
                <a:gd name="connsiteY139" fmla="*/ 2005647 h 3249205"/>
                <a:gd name="connsiteX140" fmla="*/ 2986 w 2890837"/>
                <a:gd name="connsiteY140" fmla="*/ 1941465 h 3249205"/>
                <a:gd name="connsiteX141" fmla="*/ 4380 w 2890837"/>
                <a:gd name="connsiteY141" fmla="*/ 1871614 h 3249205"/>
                <a:gd name="connsiteX142" fmla="*/ 5575 w 2890837"/>
                <a:gd name="connsiteY142" fmla="*/ 1795891 h 3249205"/>
                <a:gd name="connsiteX143" fmla="*/ 6570 w 2890837"/>
                <a:gd name="connsiteY143" fmla="*/ 1713486 h 3249205"/>
                <a:gd name="connsiteX144" fmla="*/ 6968 w 2890837"/>
                <a:gd name="connsiteY144" fmla="*/ 1624603 h 3249205"/>
                <a:gd name="connsiteX145" fmla="*/ 6570 w 2890837"/>
                <a:gd name="connsiteY145" fmla="*/ 1535719 h 3249205"/>
                <a:gd name="connsiteX146" fmla="*/ 5575 w 2890837"/>
                <a:gd name="connsiteY146" fmla="*/ 1453315 h 3249205"/>
                <a:gd name="connsiteX147" fmla="*/ 4380 w 2890837"/>
                <a:gd name="connsiteY147" fmla="*/ 1377592 h 3249205"/>
                <a:gd name="connsiteX148" fmla="*/ 2986 w 2890837"/>
                <a:gd name="connsiteY148" fmla="*/ 1307740 h 3249205"/>
                <a:gd name="connsiteX149" fmla="*/ 1792 w 2890837"/>
                <a:gd name="connsiteY149" fmla="*/ 1243558 h 3249205"/>
                <a:gd name="connsiteX150" fmla="*/ 597 w 2890837"/>
                <a:gd name="connsiteY150" fmla="*/ 1185045 h 3249205"/>
                <a:gd name="connsiteX151" fmla="*/ 0 w 2890837"/>
                <a:gd name="connsiteY151" fmla="*/ 1131188 h 3249205"/>
                <a:gd name="connsiteX152" fmla="*/ 199 w 2890837"/>
                <a:gd name="connsiteY152" fmla="*/ 1081786 h 3249205"/>
                <a:gd name="connsiteX153" fmla="*/ 995 w 2890837"/>
                <a:gd name="connsiteY153" fmla="*/ 1036838 h 3249205"/>
                <a:gd name="connsiteX154" fmla="*/ 2986 w 2890837"/>
                <a:gd name="connsiteY154" fmla="*/ 995940 h 3249205"/>
                <a:gd name="connsiteX155" fmla="*/ 6172 w 2890837"/>
                <a:gd name="connsiteY155" fmla="*/ 958483 h 3249205"/>
                <a:gd name="connsiteX156" fmla="*/ 10950 w 2890837"/>
                <a:gd name="connsiteY156" fmla="*/ 924266 h 3249205"/>
                <a:gd name="connsiteX157" fmla="*/ 17321 w 2890837"/>
                <a:gd name="connsiteY157" fmla="*/ 892884 h 3249205"/>
                <a:gd name="connsiteX158" fmla="*/ 25683 w 2890837"/>
                <a:gd name="connsiteY158" fmla="*/ 863931 h 3249205"/>
                <a:gd name="connsiteX159" fmla="*/ 36036 w 2890837"/>
                <a:gd name="connsiteY159" fmla="*/ 837205 h 3249205"/>
                <a:gd name="connsiteX160" fmla="*/ 48579 w 2890837"/>
                <a:gd name="connsiteY160" fmla="*/ 812301 h 3249205"/>
                <a:gd name="connsiteX161" fmla="*/ 63710 w 2890837"/>
                <a:gd name="connsiteY161" fmla="*/ 788815 h 3249205"/>
                <a:gd name="connsiteX162" fmla="*/ 81628 w 2890837"/>
                <a:gd name="connsiteY162" fmla="*/ 766341 h 3249205"/>
                <a:gd name="connsiteX163" fmla="*/ 102135 w 2890837"/>
                <a:gd name="connsiteY163" fmla="*/ 744677 h 3249205"/>
                <a:gd name="connsiteX164" fmla="*/ 126026 w 2890837"/>
                <a:gd name="connsiteY164" fmla="*/ 723620 h 3249205"/>
                <a:gd name="connsiteX165" fmla="*/ 153103 w 2890837"/>
                <a:gd name="connsiteY165" fmla="*/ 702159 h 3249205"/>
                <a:gd name="connsiteX166" fmla="*/ 183564 w 2890837"/>
                <a:gd name="connsiteY166" fmla="*/ 680697 h 3249205"/>
                <a:gd name="connsiteX167" fmla="*/ 218007 w 2890837"/>
                <a:gd name="connsiteY167" fmla="*/ 658426 h 3249205"/>
                <a:gd name="connsiteX168" fmla="*/ 256034 w 2890837"/>
                <a:gd name="connsiteY168" fmla="*/ 635142 h 3249205"/>
                <a:gd name="connsiteX169" fmla="*/ 298441 w 2890837"/>
                <a:gd name="connsiteY169" fmla="*/ 610643 h 3249205"/>
                <a:gd name="connsiteX170" fmla="*/ 345029 w 2890837"/>
                <a:gd name="connsiteY170" fmla="*/ 584323 h 3249205"/>
                <a:gd name="connsiteX171" fmla="*/ 396196 w 2890837"/>
                <a:gd name="connsiteY171" fmla="*/ 555775 h 3249205"/>
                <a:gd name="connsiteX172" fmla="*/ 451743 w 2890837"/>
                <a:gd name="connsiteY172" fmla="*/ 524797 h 3249205"/>
                <a:gd name="connsiteX173" fmla="*/ 512666 w 2890837"/>
                <a:gd name="connsiteY173" fmla="*/ 490985 h 3249205"/>
                <a:gd name="connsiteX174" fmla="*/ 578366 w 2890837"/>
                <a:gd name="connsiteY174" fmla="*/ 454338 h 3249205"/>
                <a:gd name="connsiteX175" fmla="*/ 649642 w 2890837"/>
                <a:gd name="connsiteY175" fmla="*/ 414047 h 3249205"/>
                <a:gd name="connsiteX176" fmla="*/ 726094 w 2890837"/>
                <a:gd name="connsiteY176" fmla="*/ 369706 h 3249205"/>
                <a:gd name="connsiteX177" fmla="*/ 802546 w 2890837"/>
                <a:gd name="connsiteY177" fmla="*/ 325164 h 3249205"/>
                <a:gd name="connsiteX178" fmla="*/ 872826 w 2890837"/>
                <a:gd name="connsiteY178" fmla="*/ 283050 h 3249205"/>
                <a:gd name="connsiteX179" fmla="*/ 937332 w 2890837"/>
                <a:gd name="connsiteY179" fmla="*/ 244176 h 3249205"/>
                <a:gd name="connsiteX180" fmla="*/ 996662 w 2890837"/>
                <a:gd name="connsiteY180" fmla="*/ 207935 h 3249205"/>
                <a:gd name="connsiteX181" fmla="*/ 1051214 w 2890837"/>
                <a:gd name="connsiteY181" fmla="*/ 174932 h 3249205"/>
                <a:gd name="connsiteX182" fmla="*/ 1101186 w 2890837"/>
                <a:gd name="connsiteY182" fmla="*/ 144360 h 3249205"/>
                <a:gd name="connsiteX183" fmla="*/ 1147176 w 2890837"/>
                <a:gd name="connsiteY183" fmla="*/ 117027 h 3249205"/>
                <a:gd name="connsiteX184" fmla="*/ 1189384 w 2890837"/>
                <a:gd name="connsiteY184" fmla="*/ 92325 h 3249205"/>
                <a:gd name="connsiteX185" fmla="*/ 1228407 w 2890837"/>
                <a:gd name="connsiteY185" fmla="*/ 70864 h 3249205"/>
                <a:gd name="connsiteX186" fmla="*/ 1264642 w 2890837"/>
                <a:gd name="connsiteY186" fmla="*/ 52034 h 3249205"/>
                <a:gd name="connsiteX187" fmla="*/ 1298488 w 2890837"/>
                <a:gd name="connsiteY187" fmla="*/ 36242 h 3249205"/>
                <a:gd name="connsiteX188" fmla="*/ 1330342 w 2890837"/>
                <a:gd name="connsiteY188" fmla="*/ 23081 h 3249205"/>
                <a:gd name="connsiteX189" fmla="*/ 1360406 w 2890837"/>
                <a:gd name="connsiteY189" fmla="*/ 12958 h 3249205"/>
                <a:gd name="connsiteX190" fmla="*/ 1389473 w 2890837"/>
                <a:gd name="connsiteY190" fmla="*/ 5872 h 3249205"/>
                <a:gd name="connsiteX191" fmla="*/ 1417744 w 2890837"/>
                <a:gd name="connsiteY191" fmla="*/ 1417 h 3249205"/>
                <a:gd name="connsiteX192" fmla="*/ 1445618 w 2890837"/>
                <a:gd name="connsiteY192" fmla="*/ 0 h 3249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2890837" h="3249205">
                  <a:moveTo>
                    <a:pt x="1445618" y="0"/>
                  </a:moveTo>
                  <a:lnTo>
                    <a:pt x="1473092" y="1417"/>
                  </a:lnTo>
                  <a:lnTo>
                    <a:pt x="1501364" y="5872"/>
                  </a:lnTo>
                  <a:lnTo>
                    <a:pt x="1530431" y="12958"/>
                  </a:lnTo>
                  <a:lnTo>
                    <a:pt x="1560494" y="23081"/>
                  </a:lnTo>
                  <a:lnTo>
                    <a:pt x="1592350" y="36242"/>
                  </a:lnTo>
                  <a:lnTo>
                    <a:pt x="1626195" y="52034"/>
                  </a:lnTo>
                  <a:lnTo>
                    <a:pt x="1662430" y="70864"/>
                  </a:lnTo>
                  <a:lnTo>
                    <a:pt x="1701453" y="92325"/>
                  </a:lnTo>
                  <a:lnTo>
                    <a:pt x="1743660" y="117027"/>
                  </a:lnTo>
                  <a:lnTo>
                    <a:pt x="1789651" y="144360"/>
                  </a:lnTo>
                  <a:lnTo>
                    <a:pt x="1839624" y="174932"/>
                  </a:lnTo>
                  <a:lnTo>
                    <a:pt x="1894175" y="207935"/>
                  </a:lnTo>
                  <a:lnTo>
                    <a:pt x="1953505" y="244176"/>
                  </a:lnTo>
                  <a:lnTo>
                    <a:pt x="2018011" y="283050"/>
                  </a:lnTo>
                  <a:lnTo>
                    <a:pt x="2088291" y="325164"/>
                  </a:lnTo>
                  <a:lnTo>
                    <a:pt x="2164743" y="369706"/>
                  </a:lnTo>
                  <a:lnTo>
                    <a:pt x="2241195" y="414047"/>
                  </a:lnTo>
                  <a:lnTo>
                    <a:pt x="2312470" y="454338"/>
                  </a:lnTo>
                  <a:lnTo>
                    <a:pt x="2378171" y="491187"/>
                  </a:lnTo>
                  <a:lnTo>
                    <a:pt x="2439094" y="524999"/>
                  </a:lnTo>
                  <a:lnTo>
                    <a:pt x="2494641" y="555775"/>
                  </a:lnTo>
                  <a:lnTo>
                    <a:pt x="2545808" y="584323"/>
                  </a:lnTo>
                  <a:lnTo>
                    <a:pt x="2592396" y="610643"/>
                  </a:lnTo>
                  <a:lnTo>
                    <a:pt x="2634604" y="635142"/>
                  </a:lnTo>
                  <a:lnTo>
                    <a:pt x="2672830" y="658628"/>
                  </a:lnTo>
                  <a:lnTo>
                    <a:pt x="2707273" y="680697"/>
                  </a:lnTo>
                  <a:lnTo>
                    <a:pt x="2737535" y="702159"/>
                  </a:lnTo>
                  <a:lnTo>
                    <a:pt x="2764811" y="723620"/>
                  </a:lnTo>
                  <a:lnTo>
                    <a:pt x="2788702" y="744677"/>
                  </a:lnTo>
                  <a:lnTo>
                    <a:pt x="2809209" y="766341"/>
                  </a:lnTo>
                  <a:lnTo>
                    <a:pt x="2827127" y="788815"/>
                  </a:lnTo>
                  <a:lnTo>
                    <a:pt x="2842258" y="812301"/>
                  </a:lnTo>
                  <a:lnTo>
                    <a:pt x="2854801" y="837205"/>
                  </a:lnTo>
                  <a:lnTo>
                    <a:pt x="2865154" y="863931"/>
                  </a:lnTo>
                  <a:lnTo>
                    <a:pt x="2873516" y="892884"/>
                  </a:lnTo>
                  <a:lnTo>
                    <a:pt x="2879688" y="924266"/>
                  </a:lnTo>
                  <a:lnTo>
                    <a:pt x="2884665" y="958483"/>
                  </a:lnTo>
                  <a:lnTo>
                    <a:pt x="2887850" y="995940"/>
                  </a:lnTo>
                  <a:lnTo>
                    <a:pt x="2889842" y="1036838"/>
                  </a:lnTo>
                  <a:lnTo>
                    <a:pt x="2890638" y="1081786"/>
                  </a:lnTo>
                  <a:lnTo>
                    <a:pt x="2890837" y="1131188"/>
                  </a:lnTo>
                  <a:lnTo>
                    <a:pt x="2890240" y="1185045"/>
                  </a:lnTo>
                  <a:lnTo>
                    <a:pt x="2889045" y="1243558"/>
                  </a:lnTo>
                  <a:lnTo>
                    <a:pt x="2887850" y="1307740"/>
                  </a:lnTo>
                  <a:lnTo>
                    <a:pt x="2886457" y="1377592"/>
                  </a:lnTo>
                  <a:lnTo>
                    <a:pt x="2885262" y="1453315"/>
                  </a:lnTo>
                  <a:lnTo>
                    <a:pt x="2884267" y="1535719"/>
                  </a:lnTo>
                  <a:lnTo>
                    <a:pt x="2883869" y="1624603"/>
                  </a:lnTo>
                  <a:lnTo>
                    <a:pt x="2884267" y="1713486"/>
                  </a:lnTo>
                  <a:lnTo>
                    <a:pt x="2885262" y="1795891"/>
                  </a:lnTo>
                  <a:lnTo>
                    <a:pt x="2886457" y="1871614"/>
                  </a:lnTo>
                  <a:lnTo>
                    <a:pt x="2887850" y="1941465"/>
                  </a:lnTo>
                  <a:lnTo>
                    <a:pt x="2889045" y="2005647"/>
                  </a:lnTo>
                  <a:lnTo>
                    <a:pt x="2890240" y="2064161"/>
                  </a:lnTo>
                  <a:lnTo>
                    <a:pt x="2890837" y="2118017"/>
                  </a:lnTo>
                  <a:lnTo>
                    <a:pt x="2890638" y="2167419"/>
                  </a:lnTo>
                  <a:lnTo>
                    <a:pt x="2889842" y="2212367"/>
                  </a:lnTo>
                  <a:lnTo>
                    <a:pt x="2887850" y="2253265"/>
                  </a:lnTo>
                  <a:lnTo>
                    <a:pt x="2884665" y="2290722"/>
                  </a:lnTo>
                  <a:lnTo>
                    <a:pt x="2879887" y="2324939"/>
                  </a:lnTo>
                  <a:lnTo>
                    <a:pt x="2873516" y="2356322"/>
                  </a:lnTo>
                  <a:lnTo>
                    <a:pt x="2865154" y="2385275"/>
                  </a:lnTo>
                  <a:lnTo>
                    <a:pt x="2854801" y="2412000"/>
                  </a:lnTo>
                  <a:lnTo>
                    <a:pt x="2842258" y="2436904"/>
                  </a:lnTo>
                  <a:lnTo>
                    <a:pt x="2827127" y="2460390"/>
                  </a:lnTo>
                  <a:lnTo>
                    <a:pt x="2809209" y="2482864"/>
                  </a:lnTo>
                  <a:lnTo>
                    <a:pt x="2788702" y="2504528"/>
                  </a:lnTo>
                  <a:lnTo>
                    <a:pt x="2764811" y="2525585"/>
                  </a:lnTo>
                  <a:lnTo>
                    <a:pt x="2737734" y="2547046"/>
                  </a:lnTo>
                  <a:lnTo>
                    <a:pt x="2707273" y="2568508"/>
                  </a:lnTo>
                  <a:lnTo>
                    <a:pt x="2672830" y="2590779"/>
                  </a:lnTo>
                  <a:lnTo>
                    <a:pt x="2634803" y="2614063"/>
                  </a:lnTo>
                  <a:lnTo>
                    <a:pt x="2592396" y="2638562"/>
                  </a:lnTo>
                  <a:lnTo>
                    <a:pt x="2545808" y="2664883"/>
                  </a:lnTo>
                  <a:lnTo>
                    <a:pt x="2494641" y="2693431"/>
                  </a:lnTo>
                  <a:lnTo>
                    <a:pt x="2439094" y="2724408"/>
                  </a:lnTo>
                  <a:lnTo>
                    <a:pt x="2378171" y="2758220"/>
                  </a:lnTo>
                  <a:lnTo>
                    <a:pt x="2312470" y="2794867"/>
                  </a:lnTo>
                  <a:lnTo>
                    <a:pt x="2241195" y="2835158"/>
                  </a:lnTo>
                  <a:lnTo>
                    <a:pt x="2164743" y="2879499"/>
                  </a:lnTo>
                  <a:lnTo>
                    <a:pt x="2088291" y="2924042"/>
                  </a:lnTo>
                  <a:lnTo>
                    <a:pt x="2018011" y="2966155"/>
                  </a:lnTo>
                  <a:lnTo>
                    <a:pt x="1953505" y="3005029"/>
                  </a:lnTo>
                  <a:lnTo>
                    <a:pt x="1894175" y="3041271"/>
                  </a:lnTo>
                  <a:lnTo>
                    <a:pt x="1839624" y="3074273"/>
                  </a:lnTo>
                  <a:lnTo>
                    <a:pt x="1789651" y="3104846"/>
                  </a:lnTo>
                  <a:lnTo>
                    <a:pt x="1743660" y="3132179"/>
                  </a:lnTo>
                  <a:lnTo>
                    <a:pt x="1701453" y="3156880"/>
                  </a:lnTo>
                  <a:lnTo>
                    <a:pt x="1662430" y="3178341"/>
                  </a:lnTo>
                  <a:lnTo>
                    <a:pt x="1626195" y="3197171"/>
                  </a:lnTo>
                  <a:lnTo>
                    <a:pt x="1592350" y="3212963"/>
                  </a:lnTo>
                  <a:lnTo>
                    <a:pt x="1560494" y="3226124"/>
                  </a:lnTo>
                  <a:lnTo>
                    <a:pt x="1530431" y="3236247"/>
                  </a:lnTo>
                  <a:lnTo>
                    <a:pt x="1501364" y="3243334"/>
                  </a:lnTo>
                  <a:lnTo>
                    <a:pt x="1473092" y="3247788"/>
                  </a:lnTo>
                  <a:lnTo>
                    <a:pt x="1445618" y="3249205"/>
                  </a:lnTo>
                  <a:lnTo>
                    <a:pt x="1417744" y="3247788"/>
                  </a:lnTo>
                  <a:lnTo>
                    <a:pt x="1389473" y="3243334"/>
                  </a:lnTo>
                  <a:lnTo>
                    <a:pt x="1360406" y="3236247"/>
                  </a:lnTo>
                  <a:lnTo>
                    <a:pt x="1330342" y="3226124"/>
                  </a:lnTo>
                  <a:lnTo>
                    <a:pt x="1298488" y="3212963"/>
                  </a:lnTo>
                  <a:lnTo>
                    <a:pt x="1264642" y="3197171"/>
                  </a:lnTo>
                  <a:lnTo>
                    <a:pt x="1228407" y="3178341"/>
                  </a:lnTo>
                  <a:lnTo>
                    <a:pt x="1189384" y="3156880"/>
                  </a:lnTo>
                  <a:lnTo>
                    <a:pt x="1147176" y="3132179"/>
                  </a:lnTo>
                  <a:lnTo>
                    <a:pt x="1101186" y="3104846"/>
                  </a:lnTo>
                  <a:lnTo>
                    <a:pt x="1051214" y="3074273"/>
                  </a:lnTo>
                  <a:lnTo>
                    <a:pt x="996662" y="3041271"/>
                  </a:lnTo>
                  <a:lnTo>
                    <a:pt x="937332" y="3005029"/>
                  </a:lnTo>
                  <a:lnTo>
                    <a:pt x="872826" y="2966155"/>
                  </a:lnTo>
                  <a:lnTo>
                    <a:pt x="802546" y="2924042"/>
                  </a:lnTo>
                  <a:lnTo>
                    <a:pt x="726094" y="2879499"/>
                  </a:lnTo>
                  <a:lnTo>
                    <a:pt x="649642" y="2835158"/>
                  </a:lnTo>
                  <a:lnTo>
                    <a:pt x="578366" y="2794867"/>
                  </a:lnTo>
                  <a:lnTo>
                    <a:pt x="512666" y="2758018"/>
                  </a:lnTo>
                  <a:lnTo>
                    <a:pt x="451743" y="2724206"/>
                  </a:lnTo>
                  <a:lnTo>
                    <a:pt x="396196" y="2693431"/>
                  </a:lnTo>
                  <a:lnTo>
                    <a:pt x="345029" y="2664883"/>
                  </a:lnTo>
                  <a:lnTo>
                    <a:pt x="298441" y="2638562"/>
                  </a:lnTo>
                  <a:lnTo>
                    <a:pt x="256233" y="2614063"/>
                  </a:lnTo>
                  <a:lnTo>
                    <a:pt x="218007" y="2590577"/>
                  </a:lnTo>
                  <a:lnTo>
                    <a:pt x="183564" y="2568508"/>
                  </a:lnTo>
                  <a:lnTo>
                    <a:pt x="153302" y="2547046"/>
                  </a:lnTo>
                  <a:lnTo>
                    <a:pt x="126026" y="2525585"/>
                  </a:lnTo>
                  <a:lnTo>
                    <a:pt x="102135" y="2504528"/>
                  </a:lnTo>
                  <a:lnTo>
                    <a:pt x="81628" y="2482864"/>
                  </a:lnTo>
                  <a:lnTo>
                    <a:pt x="63710" y="2460390"/>
                  </a:lnTo>
                  <a:lnTo>
                    <a:pt x="48579" y="2436904"/>
                  </a:lnTo>
                  <a:lnTo>
                    <a:pt x="36036" y="2412000"/>
                  </a:lnTo>
                  <a:lnTo>
                    <a:pt x="25683" y="2385275"/>
                  </a:lnTo>
                  <a:lnTo>
                    <a:pt x="17321" y="2356322"/>
                  </a:lnTo>
                  <a:lnTo>
                    <a:pt x="11149" y="2324939"/>
                  </a:lnTo>
                  <a:lnTo>
                    <a:pt x="6172" y="2290722"/>
                  </a:lnTo>
                  <a:lnTo>
                    <a:pt x="2986" y="2253265"/>
                  </a:lnTo>
                  <a:lnTo>
                    <a:pt x="995" y="2212367"/>
                  </a:lnTo>
                  <a:lnTo>
                    <a:pt x="199" y="2167419"/>
                  </a:lnTo>
                  <a:lnTo>
                    <a:pt x="0" y="2118017"/>
                  </a:lnTo>
                  <a:lnTo>
                    <a:pt x="597" y="2064161"/>
                  </a:lnTo>
                  <a:lnTo>
                    <a:pt x="1792" y="2005647"/>
                  </a:lnTo>
                  <a:lnTo>
                    <a:pt x="2986" y="1941465"/>
                  </a:lnTo>
                  <a:lnTo>
                    <a:pt x="4380" y="1871614"/>
                  </a:lnTo>
                  <a:lnTo>
                    <a:pt x="5575" y="1795891"/>
                  </a:lnTo>
                  <a:lnTo>
                    <a:pt x="6570" y="1713486"/>
                  </a:lnTo>
                  <a:lnTo>
                    <a:pt x="6968" y="1624603"/>
                  </a:lnTo>
                  <a:lnTo>
                    <a:pt x="6570" y="1535719"/>
                  </a:lnTo>
                  <a:lnTo>
                    <a:pt x="5575" y="1453315"/>
                  </a:lnTo>
                  <a:lnTo>
                    <a:pt x="4380" y="1377592"/>
                  </a:lnTo>
                  <a:lnTo>
                    <a:pt x="2986" y="1307740"/>
                  </a:lnTo>
                  <a:lnTo>
                    <a:pt x="1792" y="1243558"/>
                  </a:lnTo>
                  <a:lnTo>
                    <a:pt x="597" y="1185045"/>
                  </a:lnTo>
                  <a:lnTo>
                    <a:pt x="0" y="1131188"/>
                  </a:lnTo>
                  <a:lnTo>
                    <a:pt x="199" y="1081786"/>
                  </a:lnTo>
                  <a:lnTo>
                    <a:pt x="995" y="1036838"/>
                  </a:lnTo>
                  <a:lnTo>
                    <a:pt x="2986" y="995940"/>
                  </a:lnTo>
                  <a:lnTo>
                    <a:pt x="6172" y="958483"/>
                  </a:lnTo>
                  <a:lnTo>
                    <a:pt x="10950" y="924266"/>
                  </a:lnTo>
                  <a:lnTo>
                    <a:pt x="17321" y="892884"/>
                  </a:lnTo>
                  <a:lnTo>
                    <a:pt x="25683" y="863931"/>
                  </a:lnTo>
                  <a:lnTo>
                    <a:pt x="36036" y="837205"/>
                  </a:lnTo>
                  <a:lnTo>
                    <a:pt x="48579" y="812301"/>
                  </a:lnTo>
                  <a:lnTo>
                    <a:pt x="63710" y="788815"/>
                  </a:lnTo>
                  <a:lnTo>
                    <a:pt x="81628" y="766341"/>
                  </a:lnTo>
                  <a:lnTo>
                    <a:pt x="102135" y="744677"/>
                  </a:lnTo>
                  <a:lnTo>
                    <a:pt x="126026" y="723620"/>
                  </a:lnTo>
                  <a:lnTo>
                    <a:pt x="153103" y="702159"/>
                  </a:lnTo>
                  <a:lnTo>
                    <a:pt x="183564" y="680697"/>
                  </a:lnTo>
                  <a:lnTo>
                    <a:pt x="218007" y="658426"/>
                  </a:lnTo>
                  <a:lnTo>
                    <a:pt x="256034" y="635142"/>
                  </a:lnTo>
                  <a:lnTo>
                    <a:pt x="298441" y="610643"/>
                  </a:lnTo>
                  <a:lnTo>
                    <a:pt x="345029" y="584323"/>
                  </a:lnTo>
                  <a:lnTo>
                    <a:pt x="396196" y="555775"/>
                  </a:lnTo>
                  <a:lnTo>
                    <a:pt x="451743" y="524797"/>
                  </a:lnTo>
                  <a:lnTo>
                    <a:pt x="512666" y="490985"/>
                  </a:lnTo>
                  <a:lnTo>
                    <a:pt x="578366" y="454338"/>
                  </a:lnTo>
                  <a:lnTo>
                    <a:pt x="649642" y="414047"/>
                  </a:lnTo>
                  <a:lnTo>
                    <a:pt x="726094" y="369706"/>
                  </a:lnTo>
                  <a:lnTo>
                    <a:pt x="802546" y="325164"/>
                  </a:lnTo>
                  <a:lnTo>
                    <a:pt x="872826" y="283050"/>
                  </a:lnTo>
                  <a:lnTo>
                    <a:pt x="937332" y="244176"/>
                  </a:lnTo>
                  <a:lnTo>
                    <a:pt x="996662" y="207935"/>
                  </a:lnTo>
                  <a:lnTo>
                    <a:pt x="1051214" y="174932"/>
                  </a:lnTo>
                  <a:lnTo>
                    <a:pt x="1101186" y="144360"/>
                  </a:lnTo>
                  <a:lnTo>
                    <a:pt x="1147176" y="117027"/>
                  </a:lnTo>
                  <a:lnTo>
                    <a:pt x="1189384" y="92325"/>
                  </a:lnTo>
                  <a:lnTo>
                    <a:pt x="1228407" y="70864"/>
                  </a:lnTo>
                  <a:lnTo>
                    <a:pt x="1264642" y="52034"/>
                  </a:lnTo>
                  <a:lnTo>
                    <a:pt x="1298488" y="36242"/>
                  </a:lnTo>
                  <a:lnTo>
                    <a:pt x="1330342" y="23081"/>
                  </a:lnTo>
                  <a:lnTo>
                    <a:pt x="1360406" y="12958"/>
                  </a:lnTo>
                  <a:lnTo>
                    <a:pt x="1389473" y="5872"/>
                  </a:lnTo>
                  <a:lnTo>
                    <a:pt x="1417744" y="1417"/>
                  </a:lnTo>
                  <a:lnTo>
                    <a:pt x="1445618" y="0"/>
                  </a:lnTo>
                  <a:close/>
                </a:path>
              </a:pathLst>
            </a:custGeom>
            <a:gradFill>
              <a:gsLst>
                <a:gs pos="100000">
                  <a:schemeClr val="bg1">
                    <a:alpha val="3000"/>
                  </a:schemeClr>
                </a:gs>
                <a:gs pos="0">
                  <a:schemeClr val="bg1">
                    <a:alpha val="0"/>
                  </a:schemeClr>
                </a:gs>
              </a:gsLst>
              <a:lin ang="0" scaled="0"/>
            </a:gradFill>
            <a:ln w="952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Freeform: Shape 13">
              <a:extLst>
                <a:ext uri="{FF2B5EF4-FFF2-40B4-BE49-F238E27FC236}">
                  <a16:creationId xmlns:a16="http://schemas.microsoft.com/office/drawing/2014/main" id="{25DD3319-7381-49D6-9315-B6E73B7BADEE}"/>
                </a:ext>
              </a:extLst>
            </p:cNvPr>
            <p:cNvSpPr/>
            <p:nvPr/>
          </p:nvSpPr>
          <p:spPr>
            <a:xfrm flipH="1">
              <a:off x="13546775" y="3868757"/>
              <a:ext cx="7817322" cy="8786407"/>
            </a:xfrm>
            <a:custGeom>
              <a:avLst/>
              <a:gdLst>
                <a:gd name="connsiteX0" fmla="*/ 1445618 w 2890837"/>
                <a:gd name="connsiteY0" fmla="*/ 0 h 3249205"/>
                <a:gd name="connsiteX1" fmla="*/ 1473092 w 2890837"/>
                <a:gd name="connsiteY1" fmla="*/ 1417 h 3249205"/>
                <a:gd name="connsiteX2" fmla="*/ 1501364 w 2890837"/>
                <a:gd name="connsiteY2" fmla="*/ 5872 h 3249205"/>
                <a:gd name="connsiteX3" fmla="*/ 1530431 w 2890837"/>
                <a:gd name="connsiteY3" fmla="*/ 12958 h 3249205"/>
                <a:gd name="connsiteX4" fmla="*/ 1560494 w 2890837"/>
                <a:gd name="connsiteY4" fmla="*/ 23081 h 3249205"/>
                <a:gd name="connsiteX5" fmla="*/ 1592350 w 2890837"/>
                <a:gd name="connsiteY5" fmla="*/ 36242 h 3249205"/>
                <a:gd name="connsiteX6" fmla="*/ 1626195 w 2890837"/>
                <a:gd name="connsiteY6" fmla="*/ 52034 h 3249205"/>
                <a:gd name="connsiteX7" fmla="*/ 1662430 w 2890837"/>
                <a:gd name="connsiteY7" fmla="*/ 70864 h 3249205"/>
                <a:gd name="connsiteX8" fmla="*/ 1701453 w 2890837"/>
                <a:gd name="connsiteY8" fmla="*/ 92325 h 3249205"/>
                <a:gd name="connsiteX9" fmla="*/ 1743660 w 2890837"/>
                <a:gd name="connsiteY9" fmla="*/ 117027 h 3249205"/>
                <a:gd name="connsiteX10" fmla="*/ 1789651 w 2890837"/>
                <a:gd name="connsiteY10" fmla="*/ 144360 h 3249205"/>
                <a:gd name="connsiteX11" fmla="*/ 1839624 w 2890837"/>
                <a:gd name="connsiteY11" fmla="*/ 174932 h 3249205"/>
                <a:gd name="connsiteX12" fmla="*/ 1894175 w 2890837"/>
                <a:gd name="connsiteY12" fmla="*/ 207935 h 3249205"/>
                <a:gd name="connsiteX13" fmla="*/ 1953505 w 2890837"/>
                <a:gd name="connsiteY13" fmla="*/ 244176 h 3249205"/>
                <a:gd name="connsiteX14" fmla="*/ 2018011 w 2890837"/>
                <a:gd name="connsiteY14" fmla="*/ 283050 h 3249205"/>
                <a:gd name="connsiteX15" fmla="*/ 2088291 w 2890837"/>
                <a:gd name="connsiteY15" fmla="*/ 325164 h 3249205"/>
                <a:gd name="connsiteX16" fmla="*/ 2164743 w 2890837"/>
                <a:gd name="connsiteY16" fmla="*/ 369706 h 3249205"/>
                <a:gd name="connsiteX17" fmla="*/ 2241195 w 2890837"/>
                <a:gd name="connsiteY17" fmla="*/ 414047 h 3249205"/>
                <a:gd name="connsiteX18" fmla="*/ 2312470 w 2890837"/>
                <a:gd name="connsiteY18" fmla="*/ 454338 h 3249205"/>
                <a:gd name="connsiteX19" fmla="*/ 2378171 w 2890837"/>
                <a:gd name="connsiteY19" fmla="*/ 491187 h 3249205"/>
                <a:gd name="connsiteX20" fmla="*/ 2439094 w 2890837"/>
                <a:gd name="connsiteY20" fmla="*/ 524999 h 3249205"/>
                <a:gd name="connsiteX21" fmla="*/ 2494641 w 2890837"/>
                <a:gd name="connsiteY21" fmla="*/ 555775 h 3249205"/>
                <a:gd name="connsiteX22" fmla="*/ 2545808 w 2890837"/>
                <a:gd name="connsiteY22" fmla="*/ 584323 h 3249205"/>
                <a:gd name="connsiteX23" fmla="*/ 2592396 w 2890837"/>
                <a:gd name="connsiteY23" fmla="*/ 610643 h 3249205"/>
                <a:gd name="connsiteX24" fmla="*/ 2634604 w 2890837"/>
                <a:gd name="connsiteY24" fmla="*/ 635142 h 3249205"/>
                <a:gd name="connsiteX25" fmla="*/ 2672830 w 2890837"/>
                <a:gd name="connsiteY25" fmla="*/ 658628 h 3249205"/>
                <a:gd name="connsiteX26" fmla="*/ 2707273 w 2890837"/>
                <a:gd name="connsiteY26" fmla="*/ 680697 h 3249205"/>
                <a:gd name="connsiteX27" fmla="*/ 2737535 w 2890837"/>
                <a:gd name="connsiteY27" fmla="*/ 702159 h 3249205"/>
                <a:gd name="connsiteX28" fmla="*/ 2764811 w 2890837"/>
                <a:gd name="connsiteY28" fmla="*/ 723620 h 3249205"/>
                <a:gd name="connsiteX29" fmla="*/ 2788702 w 2890837"/>
                <a:gd name="connsiteY29" fmla="*/ 744677 h 3249205"/>
                <a:gd name="connsiteX30" fmla="*/ 2809209 w 2890837"/>
                <a:gd name="connsiteY30" fmla="*/ 766341 h 3249205"/>
                <a:gd name="connsiteX31" fmla="*/ 2827127 w 2890837"/>
                <a:gd name="connsiteY31" fmla="*/ 788815 h 3249205"/>
                <a:gd name="connsiteX32" fmla="*/ 2842258 w 2890837"/>
                <a:gd name="connsiteY32" fmla="*/ 812301 h 3249205"/>
                <a:gd name="connsiteX33" fmla="*/ 2854801 w 2890837"/>
                <a:gd name="connsiteY33" fmla="*/ 837205 h 3249205"/>
                <a:gd name="connsiteX34" fmla="*/ 2865154 w 2890837"/>
                <a:gd name="connsiteY34" fmla="*/ 863931 h 3249205"/>
                <a:gd name="connsiteX35" fmla="*/ 2873516 w 2890837"/>
                <a:gd name="connsiteY35" fmla="*/ 892884 h 3249205"/>
                <a:gd name="connsiteX36" fmla="*/ 2879688 w 2890837"/>
                <a:gd name="connsiteY36" fmla="*/ 924266 h 3249205"/>
                <a:gd name="connsiteX37" fmla="*/ 2884665 w 2890837"/>
                <a:gd name="connsiteY37" fmla="*/ 958483 h 3249205"/>
                <a:gd name="connsiteX38" fmla="*/ 2887850 w 2890837"/>
                <a:gd name="connsiteY38" fmla="*/ 995940 h 3249205"/>
                <a:gd name="connsiteX39" fmla="*/ 2889842 w 2890837"/>
                <a:gd name="connsiteY39" fmla="*/ 1036838 h 3249205"/>
                <a:gd name="connsiteX40" fmla="*/ 2890638 w 2890837"/>
                <a:gd name="connsiteY40" fmla="*/ 1081786 h 3249205"/>
                <a:gd name="connsiteX41" fmla="*/ 2890837 w 2890837"/>
                <a:gd name="connsiteY41" fmla="*/ 1131188 h 3249205"/>
                <a:gd name="connsiteX42" fmla="*/ 2890240 w 2890837"/>
                <a:gd name="connsiteY42" fmla="*/ 1185045 h 3249205"/>
                <a:gd name="connsiteX43" fmla="*/ 2889045 w 2890837"/>
                <a:gd name="connsiteY43" fmla="*/ 1243558 h 3249205"/>
                <a:gd name="connsiteX44" fmla="*/ 2887850 w 2890837"/>
                <a:gd name="connsiteY44" fmla="*/ 1307740 h 3249205"/>
                <a:gd name="connsiteX45" fmla="*/ 2886457 w 2890837"/>
                <a:gd name="connsiteY45" fmla="*/ 1377592 h 3249205"/>
                <a:gd name="connsiteX46" fmla="*/ 2885262 w 2890837"/>
                <a:gd name="connsiteY46" fmla="*/ 1453315 h 3249205"/>
                <a:gd name="connsiteX47" fmla="*/ 2884267 w 2890837"/>
                <a:gd name="connsiteY47" fmla="*/ 1535719 h 3249205"/>
                <a:gd name="connsiteX48" fmla="*/ 2883869 w 2890837"/>
                <a:gd name="connsiteY48" fmla="*/ 1624603 h 3249205"/>
                <a:gd name="connsiteX49" fmla="*/ 2884267 w 2890837"/>
                <a:gd name="connsiteY49" fmla="*/ 1713486 h 3249205"/>
                <a:gd name="connsiteX50" fmla="*/ 2885262 w 2890837"/>
                <a:gd name="connsiteY50" fmla="*/ 1795891 h 3249205"/>
                <a:gd name="connsiteX51" fmla="*/ 2886457 w 2890837"/>
                <a:gd name="connsiteY51" fmla="*/ 1871614 h 3249205"/>
                <a:gd name="connsiteX52" fmla="*/ 2887850 w 2890837"/>
                <a:gd name="connsiteY52" fmla="*/ 1941465 h 3249205"/>
                <a:gd name="connsiteX53" fmla="*/ 2889045 w 2890837"/>
                <a:gd name="connsiteY53" fmla="*/ 2005647 h 3249205"/>
                <a:gd name="connsiteX54" fmla="*/ 2890240 w 2890837"/>
                <a:gd name="connsiteY54" fmla="*/ 2064161 h 3249205"/>
                <a:gd name="connsiteX55" fmla="*/ 2890837 w 2890837"/>
                <a:gd name="connsiteY55" fmla="*/ 2118017 h 3249205"/>
                <a:gd name="connsiteX56" fmla="*/ 2890638 w 2890837"/>
                <a:gd name="connsiteY56" fmla="*/ 2167419 h 3249205"/>
                <a:gd name="connsiteX57" fmla="*/ 2889842 w 2890837"/>
                <a:gd name="connsiteY57" fmla="*/ 2212367 h 3249205"/>
                <a:gd name="connsiteX58" fmla="*/ 2887850 w 2890837"/>
                <a:gd name="connsiteY58" fmla="*/ 2253265 h 3249205"/>
                <a:gd name="connsiteX59" fmla="*/ 2884665 w 2890837"/>
                <a:gd name="connsiteY59" fmla="*/ 2290722 h 3249205"/>
                <a:gd name="connsiteX60" fmla="*/ 2879887 w 2890837"/>
                <a:gd name="connsiteY60" fmla="*/ 2324939 h 3249205"/>
                <a:gd name="connsiteX61" fmla="*/ 2873516 w 2890837"/>
                <a:gd name="connsiteY61" fmla="*/ 2356322 h 3249205"/>
                <a:gd name="connsiteX62" fmla="*/ 2865154 w 2890837"/>
                <a:gd name="connsiteY62" fmla="*/ 2385275 h 3249205"/>
                <a:gd name="connsiteX63" fmla="*/ 2854801 w 2890837"/>
                <a:gd name="connsiteY63" fmla="*/ 2412000 h 3249205"/>
                <a:gd name="connsiteX64" fmla="*/ 2842258 w 2890837"/>
                <a:gd name="connsiteY64" fmla="*/ 2436904 h 3249205"/>
                <a:gd name="connsiteX65" fmla="*/ 2827127 w 2890837"/>
                <a:gd name="connsiteY65" fmla="*/ 2460390 h 3249205"/>
                <a:gd name="connsiteX66" fmla="*/ 2809209 w 2890837"/>
                <a:gd name="connsiteY66" fmla="*/ 2482864 h 3249205"/>
                <a:gd name="connsiteX67" fmla="*/ 2788702 w 2890837"/>
                <a:gd name="connsiteY67" fmla="*/ 2504528 h 3249205"/>
                <a:gd name="connsiteX68" fmla="*/ 2764811 w 2890837"/>
                <a:gd name="connsiteY68" fmla="*/ 2525585 h 3249205"/>
                <a:gd name="connsiteX69" fmla="*/ 2737734 w 2890837"/>
                <a:gd name="connsiteY69" fmla="*/ 2547046 h 3249205"/>
                <a:gd name="connsiteX70" fmla="*/ 2707273 w 2890837"/>
                <a:gd name="connsiteY70" fmla="*/ 2568508 h 3249205"/>
                <a:gd name="connsiteX71" fmla="*/ 2672830 w 2890837"/>
                <a:gd name="connsiteY71" fmla="*/ 2590779 h 3249205"/>
                <a:gd name="connsiteX72" fmla="*/ 2634803 w 2890837"/>
                <a:gd name="connsiteY72" fmla="*/ 2614063 h 3249205"/>
                <a:gd name="connsiteX73" fmla="*/ 2592396 w 2890837"/>
                <a:gd name="connsiteY73" fmla="*/ 2638562 h 3249205"/>
                <a:gd name="connsiteX74" fmla="*/ 2545808 w 2890837"/>
                <a:gd name="connsiteY74" fmla="*/ 2664883 h 3249205"/>
                <a:gd name="connsiteX75" fmla="*/ 2494641 w 2890837"/>
                <a:gd name="connsiteY75" fmla="*/ 2693431 h 3249205"/>
                <a:gd name="connsiteX76" fmla="*/ 2439094 w 2890837"/>
                <a:gd name="connsiteY76" fmla="*/ 2724408 h 3249205"/>
                <a:gd name="connsiteX77" fmla="*/ 2378171 w 2890837"/>
                <a:gd name="connsiteY77" fmla="*/ 2758220 h 3249205"/>
                <a:gd name="connsiteX78" fmla="*/ 2312470 w 2890837"/>
                <a:gd name="connsiteY78" fmla="*/ 2794867 h 3249205"/>
                <a:gd name="connsiteX79" fmla="*/ 2241195 w 2890837"/>
                <a:gd name="connsiteY79" fmla="*/ 2835158 h 3249205"/>
                <a:gd name="connsiteX80" fmla="*/ 2164743 w 2890837"/>
                <a:gd name="connsiteY80" fmla="*/ 2879499 h 3249205"/>
                <a:gd name="connsiteX81" fmla="*/ 2088291 w 2890837"/>
                <a:gd name="connsiteY81" fmla="*/ 2924042 h 3249205"/>
                <a:gd name="connsiteX82" fmla="*/ 2018011 w 2890837"/>
                <a:gd name="connsiteY82" fmla="*/ 2966155 h 3249205"/>
                <a:gd name="connsiteX83" fmla="*/ 1953505 w 2890837"/>
                <a:gd name="connsiteY83" fmla="*/ 3005029 h 3249205"/>
                <a:gd name="connsiteX84" fmla="*/ 1894175 w 2890837"/>
                <a:gd name="connsiteY84" fmla="*/ 3041271 h 3249205"/>
                <a:gd name="connsiteX85" fmla="*/ 1839624 w 2890837"/>
                <a:gd name="connsiteY85" fmla="*/ 3074273 h 3249205"/>
                <a:gd name="connsiteX86" fmla="*/ 1789651 w 2890837"/>
                <a:gd name="connsiteY86" fmla="*/ 3104846 h 3249205"/>
                <a:gd name="connsiteX87" fmla="*/ 1743660 w 2890837"/>
                <a:gd name="connsiteY87" fmla="*/ 3132179 h 3249205"/>
                <a:gd name="connsiteX88" fmla="*/ 1701453 w 2890837"/>
                <a:gd name="connsiteY88" fmla="*/ 3156880 h 3249205"/>
                <a:gd name="connsiteX89" fmla="*/ 1662430 w 2890837"/>
                <a:gd name="connsiteY89" fmla="*/ 3178341 h 3249205"/>
                <a:gd name="connsiteX90" fmla="*/ 1626195 w 2890837"/>
                <a:gd name="connsiteY90" fmla="*/ 3197171 h 3249205"/>
                <a:gd name="connsiteX91" fmla="*/ 1592350 w 2890837"/>
                <a:gd name="connsiteY91" fmla="*/ 3212963 h 3249205"/>
                <a:gd name="connsiteX92" fmla="*/ 1560494 w 2890837"/>
                <a:gd name="connsiteY92" fmla="*/ 3226124 h 3249205"/>
                <a:gd name="connsiteX93" fmla="*/ 1530431 w 2890837"/>
                <a:gd name="connsiteY93" fmla="*/ 3236247 h 3249205"/>
                <a:gd name="connsiteX94" fmla="*/ 1501364 w 2890837"/>
                <a:gd name="connsiteY94" fmla="*/ 3243334 h 3249205"/>
                <a:gd name="connsiteX95" fmla="*/ 1473092 w 2890837"/>
                <a:gd name="connsiteY95" fmla="*/ 3247788 h 3249205"/>
                <a:gd name="connsiteX96" fmla="*/ 1445618 w 2890837"/>
                <a:gd name="connsiteY96" fmla="*/ 3249205 h 3249205"/>
                <a:gd name="connsiteX97" fmla="*/ 1417744 w 2890837"/>
                <a:gd name="connsiteY97" fmla="*/ 3247788 h 3249205"/>
                <a:gd name="connsiteX98" fmla="*/ 1389473 w 2890837"/>
                <a:gd name="connsiteY98" fmla="*/ 3243334 h 3249205"/>
                <a:gd name="connsiteX99" fmla="*/ 1360406 w 2890837"/>
                <a:gd name="connsiteY99" fmla="*/ 3236247 h 3249205"/>
                <a:gd name="connsiteX100" fmla="*/ 1330342 w 2890837"/>
                <a:gd name="connsiteY100" fmla="*/ 3226124 h 3249205"/>
                <a:gd name="connsiteX101" fmla="*/ 1298488 w 2890837"/>
                <a:gd name="connsiteY101" fmla="*/ 3212963 h 3249205"/>
                <a:gd name="connsiteX102" fmla="*/ 1264642 w 2890837"/>
                <a:gd name="connsiteY102" fmla="*/ 3197171 h 3249205"/>
                <a:gd name="connsiteX103" fmla="*/ 1228407 w 2890837"/>
                <a:gd name="connsiteY103" fmla="*/ 3178341 h 3249205"/>
                <a:gd name="connsiteX104" fmla="*/ 1189384 w 2890837"/>
                <a:gd name="connsiteY104" fmla="*/ 3156880 h 3249205"/>
                <a:gd name="connsiteX105" fmla="*/ 1147176 w 2890837"/>
                <a:gd name="connsiteY105" fmla="*/ 3132179 h 3249205"/>
                <a:gd name="connsiteX106" fmla="*/ 1101186 w 2890837"/>
                <a:gd name="connsiteY106" fmla="*/ 3104846 h 3249205"/>
                <a:gd name="connsiteX107" fmla="*/ 1051214 w 2890837"/>
                <a:gd name="connsiteY107" fmla="*/ 3074273 h 3249205"/>
                <a:gd name="connsiteX108" fmla="*/ 996662 w 2890837"/>
                <a:gd name="connsiteY108" fmla="*/ 3041271 h 3249205"/>
                <a:gd name="connsiteX109" fmla="*/ 937332 w 2890837"/>
                <a:gd name="connsiteY109" fmla="*/ 3005029 h 3249205"/>
                <a:gd name="connsiteX110" fmla="*/ 872826 w 2890837"/>
                <a:gd name="connsiteY110" fmla="*/ 2966155 h 3249205"/>
                <a:gd name="connsiteX111" fmla="*/ 802546 w 2890837"/>
                <a:gd name="connsiteY111" fmla="*/ 2924042 h 3249205"/>
                <a:gd name="connsiteX112" fmla="*/ 726094 w 2890837"/>
                <a:gd name="connsiteY112" fmla="*/ 2879499 h 3249205"/>
                <a:gd name="connsiteX113" fmla="*/ 649642 w 2890837"/>
                <a:gd name="connsiteY113" fmla="*/ 2835158 h 3249205"/>
                <a:gd name="connsiteX114" fmla="*/ 578366 w 2890837"/>
                <a:gd name="connsiteY114" fmla="*/ 2794867 h 3249205"/>
                <a:gd name="connsiteX115" fmla="*/ 512666 w 2890837"/>
                <a:gd name="connsiteY115" fmla="*/ 2758018 h 3249205"/>
                <a:gd name="connsiteX116" fmla="*/ 451743 w 2890837"/>
                <a:gd name="connsiteY116" fmla="*/ 2724206 h 3249205"/>
                <a:gd name="connsiteX117" fmla="*/ 396196 w 2890837"/>
                <a:gd name="connsiteY117" fmla="*/ 2693431 h 3249205"/>
                <a:gd name="connsiteX118" fmla="*/ 345029 w 2890837"/>
                <a:gd name="connsiteY118" fmla="*/ 2664883 h 3249205"/>
                <a:gd name="connsiteX119" fmla="*/ 298441 w 2890837"/>
                <a:gd name="connsiteY119" fmla="*/ 2638562 h 3249205"/>
                <a:gd name="connsiteX120" fmla="*/ 256233 w 2890837"/>
                <a:gd name="connsiteY120" fmla="*/ 2614063 h 3249205"/>
                <a:gd name="connsiteX121" fmla="*/ 218007 w 2890837"/>
                <a:gd name="connsiteY121" fmla="*/ 2590577 h 3249205"/>
                <a:gd name="connsiteX122" fmla="*/ 183564 w 2890837"/>
                <a:gd name="connsiteY122" fmla="*/ 2568508 h 3249205"/>
                <a:gd name="connsiteX123" fmla="*/ 153302 w 2890837"/>
                <a:gd name="connsiteY123" fmla="*/ 2547046 h 3249205"/>
                <a:gd name="connsiteX124" fmla="*/ 126026 w 2890837"/>
                <a:gd name="connsiteY124" fmla="*/ 2525585 h 3249205"/>
                <a:gd name="connsiteX125" fmla="*/ 102135 w 2890837"/>
                <a:gd name="connsiteY125" fmla="*/ 2504528 h 3249205"/>
                <a:gd name="connsiteX126" fmla="*/ 81628 w 2890837"/>
                <a:gd name="connsiteY126" fmla="*/ 2482864 h 3249205"/>
                <a:gd name="connsiteX127" fmla="*/ 63710 w 2890837"/>
                <a:gd name="connsiteY127" fmla="*/ 2460390 h 3249205"/>
                <a:gd name="connsiteX128" fmla="*/ 48579 w 2890837"/>
                <a:gd name="connsiteY128" fmla="*/ 2436904 h 3249205"/>
                <a:gd name="connsiteX129" fmla="*/ 36036 w 2890837"/>
                <a:gd name="connsiteY129" fmla="*/ 2412000 h 3249205"/>
                <a:gd name="connsiteX130" fmla="*/ 25683 w 2890837"/>
                <a:gd name="connsiteY130" fmla="*/ 2385275 h 3249205"/>
                <a:gd name="connsiteX131" fmla="*/ 17321 w 2890837"/>
                <a:gd name="connsiteY131" fmla="*/ 2356322 h 3249205"/>
                <a:gd name="connsiteX132" fmla="*/ 11149 w 2890837"/>
                <a:gd name="connsiteY132" fmla="*/ 2324939 h 3249205"/>
                <a:gd name="connsiteX133" fmla="*/ 6172 w 2890837"/>
                <a:gd name="connsiteY133" fmla="*/ 2290722 h 3249205"/>
                <a:gd name="connsiteX134" fmla="*/ 2986 w 2890837"/>
                <a:gd name="connsiteY134" fmla="*/ 2253265 h 3249205"/>
                <a:gd name="connsiteX135" fmla="*/ 995 w 2890837"/>
                <a:gd name="connsiteY135" fmla="*/ 2212367 h 3249205"/>
                <a:gd name="connsiteX136" fmla="*/ 199 w 2890837"/>
                <a:gd name="connsiteY136" fmla="*/ 2167419 h 3249205"/>
                <a:gd name="connsiteX137" fmla="*/ 0 w 2890837"/>
                <a:gd name="connsiteY137" fmla="*/ 2118017 h 3249205"/>
                <a:gd name="connsiteX138" fmla="*/ 597 w 2890837"/>
                <a:gd name="connsiteY138" fmla="*/ 2064161 h 3249205"/>
                <a:gd name="connsiteX139" fmla="*/ 1792 w 2890837"/>
                <a:gd name="connsiteY139" fmla="*/ 2005647 h 3249205"/>
                <a:gd name="connsiteX140" fmla="*/ 2986 w 2890837"/>
                <a:gd name="connsiteY140" fmla="*/ 1941465 h 3249205"/>
                <a:gd name="connsiteX141" fmla="*/ 4380 w 2890837"/>
                <a:gd name="connsiteY141" fmla="*/ 1871614 h 3249205"/>
                <a:gd name="connsiteX142" fmla="*/ 5575 w 2890837"/>
                <a:gd name="connsiteY142" fmla="*/ 1795891 h 3249205"/>
                <a:gd name="connsiteX143" fmla="*/ 6570 w 2890837"/>
                <a:gd name="connsiteY143" fmla="*/ 1713486 h 3249205"/>
                <a:gd name="connsiteX144" fmla="*/ 6968 w 2890837"/>
                <a:gd name="connsiteY144" fmla="*/ 1624603 h 3249205"/>
                <a:gd name="connsiteX145" fmla="*/ 6570 w 2890837"/>
                <a:gd name="connsiteY145" fmla="*/ 1535719 h 3249205"/>
                <a:gd name="connsiteX146" fmla="*/ 5575 w 2890837"/>
                <a:gd name="connsiteY146" fmla="*/ 1453315 h 3249205"/>
                <a:gd name="connsiteX147" fmla="*/ 4380 w 2890837"/>
                <a:gd name="connsiteY147" fmla="*/ 1377592 h 3249205"/>
                <a:gd name="connsiteX148" fmla="*/ 2986 w 2890837"/>
                <a:gd name="connsiteY148" fmla="*/ 1307740 h 3249205"/>
                <a:gd name="connsiteX149" fmla="*/ 1792 w 2890837"/>
                <a:gd name="connsiteY149" fmla="*/ 1243558 h 3249205"/>
                <a:gd name="connsiteX150" fmla="*/ 597 w 2890837"/>
                <a:gd name="connsiteY150" fmla="*/ 1185045 h 3249205"/>
                <a:gd name="connsiteX151" fmla="*/ 0 w 2890837"/>
                <a:gd name="connsiteY151" fmla="*/ 1131188 h 3249205"/>
                <a:gd name="connsiteX152" fmla="*/ 199 w 2890837"/>
                <a:gd name="connsiteY152" fmla="*/ 1081786 h 3249205"/>
                <a:gd name="connsiteX153" fmla="*/ 995 w 2890837"/>
                <a:gd name="connsiteY153" fmla="*/ 1036838 h 3249205"/>
                <a:gd name="connsiteX154" fmla="*/ 2986 w 2890837"/>
                <a:gd name="connsiteY154" fmla="*/ 995940 h 3249205"/>
                <a:gd name="connsiteX155" fmla="*/ 6172 w 2890837"/>
                <a:gd name="connsiteY155" fmla="*/ 958483 h 3249205"/>
                <a:gd name="connsiteX156" fmla="*/ 10950 w 2890837"/>
                <a:gd name="connsiteY156" fmla="*/ 924266 h 3249205"/>
                <a:gd name="connsiteX157" fmla="*/ 17321 w 2890837"/>
                <a:gd name="connsiteY157" fmla="*/ 892884 h 3249205"/>
                <a:gd name="connsiteX158" fmla="*/ 25683 w 2890837"/>
                <a:gd name="connsiteY158" fmla="*/ 863931 h 3249205"/>
                <a:gd name="connsiteX159" fmla="*/ 36036 w 2890837"/>
                <a:gd name="connsiteY159" fmla="*/ 837205 h 3249205"/>
                <a:gd name="connsiteX160" fmla="*/ 48579 w 2890837"/>
                <a:gd name="connsiteY160" fmla="*/ 812301 h 3249205"/>
                <a:gd name="connsiteX161" fmla="*/ 63710 w 2890837"/>
                <a:gd name="connsiteY161" fmla="*/ 788815 h 3249205"/>
                <a:gd name="connsiteX162" fmla="*/ 81628 w 2890837"/>
                <a:gd name="connsiteY162" fmla="*/ 766341 h 3249205"/>
                <a:gd name="connsiteX163" fmla="*/ 102135 w 2890837"/>
                <a:gd name="connsiteY163" fmla="*/ 744677 h 3249205"/>
                <a:gd name="connsiteX164" fmla="*/ 126026 w 2890837"/>
                <a:gd name="connsiteY164" fmla="*/ 723620 h 3249205"/>
                <a:gd name="connsiteX165" fmla="*/ 153103 w 2890837"/>
                <a:gd name="connsiteY165" fmla="*/ 702159 h 3249205"/>
                <a:gd name="connsiteX166" fmla="*/ 183564 w 2890837"/>
                <a:gd name="connsiteY166" fmla="*/ 680697 h 3249205"/>
                <a:gd name="connsiteX167" fmla="*/ 218007 w 2890837"/>
                <a:gd name="connsiteY167" fmla="*/ 658426 h 3249205"/>
                <a:gd name="connsiteX168" fmla="*/ 256034 w 2890837"/>
                <a:gd name="connsiteY168" fmla="*/ 635142 h 3249205"/>
                <a:gd name="connsiteX169" fmla="*/ 298441 w 2890837"/>
                <a:gd name="connsiteY169" fmla="*/ 610643 h 3249205"/>
                <a:gd name="connsiteX170" fmla="*/ 345029 w 2890837"/>
                <a:gd name="connsiteY170" fmla="*/ 584323 h 3249205"/>
                <a:gd name="connsiteX171" fmla="*/ 396196 w 2890837"/>
                <a:gd name="connsiteY171" fmla="*/ 555775 h 3249205"/>
                <a:gd name="connsiteX172" fmla="*/ 451743 w 2890837"/>
                <a:gd name="connsiteY172" fmla="*/ 524797 h 3249205"/>
                <a:gd name="connsiteX173" fmla="*/ 512666 w 2890837"/>
                <a:gd name="connsiteY173" fmla="*/ 490985 h 3249205"/>
                <a:gd name="connsiteX174" fmla="*/ 578366 w 2890837"/>
                <a:gd name="connsiteY174" fmla="*/ 454338 h 3249205"/>
                <a:gd name="connsiteX175" fmla="*/ 649642 w 2890837"/>
                <a:gd name="connsiteY175" fmla="*/ 414047 h 3249205"/>
                <a:gd name="connsiteX176" fmla="*/ 726094 w 2890837"/>
                <a:gd name="connsiteY176" fmla="*/ 369706 h 3249205"/>
                <a:gd name="connsiteX177" fmla="*/ 802546 w 2890837"/>
                <a:gd name="connsiteY177" fmla="*/ 325164 h 3249205"/>
                <a:gd name="connsiteX178" fmla="*/ 872826 w 2890837"/>
                <a:gd name="connsiteY178" fmla="*/ 283050 h 3249205"/>
                <a:gd name="connsiteX179" fmla="*/ 937332 w 2890837"/>
                <a:gd name="connsiteY179" fmla="*/ 244176 h 3249205"/>
                <a:gd name="connsiteX180" fmla="*/ 996662 w 2890837"/>
                <a:gd name="connsiteY180" fmla="*/ 207935 h 3249205"/>
                <a:gd name="connsiteX181" fmla="*/ 1051214 w 2890837"/>
                <a:gd name="connsiteY181" fmla="*/ 174932 h 3249205"/>
                <a:gd name="connsiteX182" fmla="*/ 1101186 w 2890837"/>
                <a:gd name="connsiteY182" fmla="*/ 144360 h 3249205"/>
                <a:gd name="connsiteX183" fmla="*/ 1147176 w 2890837"/>
                <a:gd name="connsiteY183" fmla="*/ 117027 h 3249205"/>
                <a:gd name="connsiteX184" fmla="*/ 1189384 w 2890837"/>
                <a:gd name="connsiteY184" fmla="*/ 92325 h 3249205"/>
                <a:gd name="connsiteX185" fmla="*/ 1228407 w 2890837"/>
                <a:gd name="connsiteY185" fmla="*/ 70864 h 3249205"/>
                <a:gd name="connsiteX186" fmla="*/ 1264642 w 2890837"/>
                <a:gd name="connsiteY186" fmla="*/ 52034 h 3249205"/>
                <a:gd name="connsiteX187" fmla="*/ 1298488 w 2890837"/>
                <a:gd name="connsiteY187" fmla="*/ 36242 h 3249205"/>
                <a:gd name="connsiteX188" fmla="*/ 1330342 w 2890837"/>
                <a:gd name="connsiteY188" fmla="*/ 23081 h 3249205"/>
                <a:gd name="connsiteX189" fmla="*/ 1360406 w 2890837"/>
                <a:gd name="connsiteY189" fmla="*/ 12958 h 3249205"/>
                <a:gd name="connsiteX190" fmla="*/ 1389473 w 2890837"/>
                <a:gd name="connsiteY190" fmla="*/ 5872 h 3249205"/>
                <a:gd name="connsiteX191" fmla="*/ 1417744 w 2890837"/>
                <a:gd name="connsiteY191" fmla="*/ 1417 h 3249205"/>
                <a:gd name="connsiteX192" fmla="*/ 1445618 w 2890837"/>
                <a:gd name="connsiteY192" fmla="*/ 0 h 3249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2890837" h="3249205">
                  <a:moveTo>
                    <a:pt x="1445618" y="0"/>
                  </a:moveTo>
                  <a:lnTo>
                    <a:pt x="1473092" y="1417"/>
                  </a:lnTo>
                  <a:lnTo>
                    <a:pt x="1501364" y="5872"/>
                  </a:lnTo>
                  <a:lnTo>
                    <a:pt x="1530431" y="12958"/>
                  </a:lnTo>
                  <a:lnTo>
                    <a:pt x="1560494" y="23081"/>
                  </a:lnTo>
                  <a:lnTo>
                    <a:pt x="1592350" y="36242"/>
                  </a:lnTo>
                  <a:lnTo>
                    <a:pt x="1626195" y="52034"/>
                  </a:lnTo>
                  <a:lnTo>
                    <a:pt x="1662430" y="70864"/>
                  </a:lnTo>
                  <a:lnTo>
                    <a:pt x="1701453" y="92325"/>
                  </a:lnTo>
                  <a:lnTo>
                    <a:pt x="1743660" y="117027"/>
                  </a:lnTo>
                  <a:lnTo>
                    <a:pt x="1789651" y="144360"/>
                  </a:lnTo>
                  <a:lnTo>
                    <a:pt x="1839624" y="174932"/>
                  </a:lnTo>
                  <a:lnTo>
                    <a:pt x="1894175" y="207935"/>
                  </a:lnTo>
                  <a:lnTo>
                    <a:pt x="1953505" y="244176"/>
                  </a:lnTo>
                  <a:lnTo>
                    <a:pt x="2018011" y="283050"/>
                  </a:lnTo>
                  <a:lnTo>
                    <a:pt x="2088291" y="325164"/>
                  </a:lnTo>
                  <a:lnTo>
                    <a:pt x="2164743" y="369706"/>
                  </a:lnTo>
                  <a:lnTo>
                    <a:pt x="2241195" y="414047"/>
                  </a:lnTo>
                  <a:lnTo>
                    <a:pt x="2312470" y="454338"/>
                  </a:lnTo>
                  <a:lnTo>
                    <a:pt x="2378171" y="491187"/>
                  </a:lnTo>
                  <a:lnTo>
                    <a:pt x="2439094" y="524999"/>
                  </a:lnTo>
                  <a:lnTo>
                    <a:pt x="2494641" y="555775"/>
                  </a:lnTo>
                  <a:lnTo>
                    <a:pt x="2545808" y="584323"/>
                  </a:lnTo>
                  <a:lnTo>
                    <a:pt x="2592396" y="610643"/>
                  </a:lnTo>
                  <a:lnTo>
                    <a:pt x="2634604" y="635142"/>
                  </a:lnTo>
                  <a:lnTo>
                    <a:pt x="2672830" y="658628"/>
                  </a:lnTo>
                  <a:lnTo>
                    <a:pt x="2707273" y="680697"/>
                  </a:lnTo>
                  <a:lnTo>
                    <a:pt x="2737535" y="702159"/>
                  </a:lnTo>
                  <a:lnTo>
                    <a:pt x="2764811" y="723620"/>
                  </a:lnTo>
                  <a:lnTo>
                    <a:pt x="2788702" y="744677"/>
                  </a:lnTo>
                  <a:lnTo>
                    <a:pt x="2809209" y="766341"/>
                  </a:lnTo>
                  <a:lnTo>
                    <a:pt x="2827127" y="788815"/>
                  </a:lnTo>
                  <a:lnTo>
                    <a:pt x="2842258" y="812301"/>
                  </a:lnTo>
                  <a:lnTo>
                    <a:pt x="2854801" y="837205"/>
                  </a:lnTo>
                  <a:lnTo>
                    <a:pt x="2865154" y="863931"/>
                  </a:lnTo>
                  <a:lnTo>
                    <a:pt x="2873516" y="892884"/>
                  </a:lnTo>
                  <a:lnTo>
                    <a:pt x="2879688" y="924266"/>
                  </a:lnTo>
                  <a:lnTo>
                    <a:pt x="2884665" y="958483"/>
                  </a:lnTo>
                  <a:lnTo>
                    <a:pt x="2887850" y="995940"/>
                  </a:lnTo>
                  <a:lnTo>
                    <a:pt x="2889842" y="1036838"/>
                  </a:lnTo>
                  <a:lnTo>
                    <a:pt x="2890638" y="1081786"/>
                  </a:lnTo>
                  <a:lnTo>
                    <a:pt x="2890837" y="1131188"/>
                  </a:lnTo>
                  <a:lnTo>
                    <a:pt x="2890240" y="1185045"/>
                  </a:lnTo>
                  <a:lnTo>
                    <a:pt x="2889045" y="1243558"/>
                  </a:lnTo>
                  <a:lnTo>
                    <a:pt x="2887850" y="1307740"/>
                  </a:lnTo>
                  <a:lnTo>
                    <a:pt x="2886457" y="1377592"/>
                  </a:lnTo>
                  <a:lnTo>
                    <a:pt x="2885262" y="1453315"/>
                  </a:lnTo>
                  <a:lnTo>
                    <a:pt x="2884267" y="1535719"/>
                  </a:lnTo>
                  <a:lnTo>
                    <a:pt x="2883869" y="1624603"/>
                  </a:lnTo>
                  <a:lnTo>
                    <a:pt x="2884267" y="1713486"/>
                  </a:lnTo>
                  <a:lnTo>
                    <a:pt x="2885262" y="1795891"/>
                  </a:lnTo>
                  <a:lnTo>
                    <a:pt x="2886457" y="1871614"/>
                  </a:lnTo>
                  <a:lnTo>
                    <a:pt x="2887850" y="1941465"/>
                  </a:lnTo>
                  <a:lnTo>
                    <a:pt x="2889045" y="2005647"/>
                  </a:lnTo>
                  <a:lnTo>
                    <a:pt x="2890240" y="2064161"/>
                  </a:lnTo>
                  <a:lnTo>
                    <a:pt x="2890837" y="2118017"/>
                  </a:lnTo>
                  <a:lnTo>
                    <a:pt x="2890638" y="2167419"/>
                  </a:lnTo>
                  <a:lnTo>
                    <a:pt x="2889842" y="2212367"/>
                  </a:lnTo>
                  <a:lnTo>
                    <a:pt x="2887850" y="2253265"/>
                  </a:lnTo>
                  <a:lnTo>
                    <a:pt x="2884665" y="2290722"/>
                  </a:lnTo>
                  <a:lnTo>
                    <a:pt x="2879887" y="2324939"/>
                  </a:lnTo>
                  <a:lnTo>
                    <a:pt x="2873516" y="2356322"/>
                  </a:lnTo>
                  <a:lnTo>
                    <a:pt x="2865154" y="2385275"/>
                  </a:lnTo>
                  <a:lnTo>
                    <a:pt x="2854801" y="2412000"/>
                  </a:lnTo>
                  <a:lnTo>
                    <a:pt x="2842258" y="2436904"/>
                  </a:lnTo>
                  <a:lnTo>
                    <a:pt x="2827127" y="2460390"/>
                  </a:lnTo>
                  <a:lnTo>
                    <a:pt x="2809209" y="2482864"/>
                  </a:lnTo>
                  <a:lnTo>
                    <a:pt x="2788702" y="2504528"/>
                  </a:lnTo>
                  <a:lnTo>
                    <a:pt x="2764811" y="2525585"/>
                  </a:lnTo>
                  <a:lnTo>
                    <a:pt x="2737734" y="2547046"/>
                  </a:lnTo>
                  <a:lnTo>
                    <a:pt x="2707273" y="2568508"/>
                  </a:lnTo>
                  <a:lnTo>
                    <a:pt x="2672830" y="2590779"/>
                  </a:lnTo>
                  <a:lnTo>
                    <a:pt x="2634803" y="2614063"/>
                  </a:lnTo>
                  <a:lnTo>
                    <a:pt x="2592396" y="2638562"/>
                  </a:lnTo>
                  <a:lnTo>
                    <a:pt x="2545808" y="2664883"/>
                  </a:lnTo>
                  <a:lnTo>
                    <a:pt x="2494641" y="2693431"/>
                  </a:lnTo>
                  <a:lnTo>
                    <a:pt x="2439094" y="2724408"/>
                  </a:lnTo>
                  <a:lnTo>
                    <a:pt x="2378171" y="2758220"/>
                  </a:lnTo>
                  <a:lnTo>
                    <a:pt x="2312470" y="2794867"/>
                  </a:lnTo>
                  <a:lnTo>
                    <a:pt x="2241195" y="2835158"/>
                  </a:lnTo>
                  <a:lnTo>
                    <a:pt x="2164743" y="2879499"/>
                  </a:lnTo>
                  <a:lnTo>
                    <a:pt x="2088291" y="2924042"/>
                  </a:lnTo>
                  <a:lnTo>
                    <a:pt x="2018011" y="2966155"/>
                  </a:lnTo>
                  <a:lnTo>
                    <a:pt x="1953505" y="3005029"/>
                  </a:lnTo>
                  <a:lnTo>
                    <a:pt x="1894175" y="3041271"/>
                  </a:lnTo>
                  <a:lnTo>
                    <a:pt x="1839624" y="3074273"/>
                  </a:lnTo>
                  <a:lnTo>
                    <a:pt x="1789651" y="3104846"/>
                  </a:lnTo>
                  <a:lnTo>
                    <a:pt x="1743660" y="3132179"/>
                  </a:lnTo>
                  <a:lnTo>
                    <a:pt x="1701453" y="3156880"/>
                  </a:lnTo>
                  <a:lnTo>
                    <a:pt x="1662430" y="3178341"/>
                  </a:lnTo>
                  <a:lnTo>
                    <a:pt x="1626195" y="3197171"/>
                  </a:lnTo>
                  <a:lnTo>
                    <a:pt x="1592350" y="3212963"/>
                  </a:lnTo>
                  <a:lnTo>
                    <a:pt x="1560494" y="3226124"/>
                  </a:lnTo>
                  <a:lnTo>
                    <a:pt x="1530431" y="3236247"/>
                  </a:lnTo>
                  <a:lnTo>
                    <a:pt x="1501364" y="3243334"/>
                  </a:lnTo>
                  <a:lnTo>
                    <a:pt x="1473092" y="3247788"/>
                  </a:lnTo>
                  <a:lnTo>
                    <a:pt x="1445618" y="3249205"/>
                  </a:lnTo>
                  <a:lnTo>
                    <a:pt x="1417744" y="3247788"/>
                  </a:lnTo>
                  <a:lnTo>
                    <a:pt x="1389473" y="3243334"/>
                  </a:lnTo>
                  <a:lnTo>
                    <a:pt x="1360406" y="3236247"/>
                  </a:lnTo>
                  <a:lnTo>
                    <a:pt x="1330342" y="3226124"/>
                  </a:lnTo>
                  <a:lnTo>
                    <a:pt x="1298488" y="3212963"/>
                  </a:lnTo>
                  <a:lnTo>
                    <a:pt x="1264642" y="3197171"/>
                  </a:lnTo>
                  <a:lnTo>
                    <a:pt x="1228407" y="3178341"/>
                  </a:lnTo>
                  <a:lnTo>
                    <a:pt x="1189384" y="3156880"/>
                  </a:lnTo>
                  <a:lnTo>
                    <a:pt x="1147176" y="3132179"/>
                  </a:lnTo>
                  <a:lnTo>
                    <a:pt x="1101186" y="3104846"/>
                  </a:lnTo>
                  <a:lnTo>
                    <a:pt x="1051214" y="3074273"/>
                  </a:lnTo>
                  <a:lnTo>
                    <a:pt x="996662" y="3041271"/>
                  </a:lnTo>
                  <a:lnTo>
                    <a:pt x="937332" y="3005029"/>
                  </a:lnTo>
                  <a:lnTo>
                    <a:pt x="872826" y="2966155"/>
                  </a:lnTo>
                  <a:lnTo>
                    <a:pt x="802546" y="2924042"/>
                  </a:lnTo>
                  <a:lnTo>
                    <a:pt x="726094" y="2879499"/>
                  </a:lnTo>
                  <a:lnTo>
                    <a:pt x="649642" y="2835158"/>
                  </a:lnTo>
                  <a:lnTo>
                    <a:pt x="578366" y="2794867"/>
                  </a:lnTo>
                  <a:lnTo>
                    <a:pt x="512666" y="2758018"/>
                  </a:lnTo>
                  <a:lnTo>
                    <a:pt x="451743" y="2724206"/>
                  </a:lnTo>
                  <a:lnTo>
                    <a:pt x="396196" y="2693431"/>
                  </a:lnTo>
                  <a:lnTo>
                    <a:pt x="345029" y="2664883"/>
                  </a:lnTo>
                  <a:lnTo>
                    <a:pt x="298441" y="2638562"/>
                  </a:lnTo>
                  <a:lnTo>
                    <a:pt x="256233" y="2614063"/>
                  </a:lnTo>
                  <a:lnTo>
                    <a:pt x="218007" y="2590577"/>
                  </a:lnTo>
                  <a:lnTo>
                    <a:pt x="183564" y="2568508"/>
                  </a:lnTo>
                  <a:lnTo>
                    <a:pt x="153302" y="2547046"/>
                  </a:lnTo>
                  <a:lnTo>
                    <a:pt x="126026" y="2525585"/>
                  </a:lnTo>
                  <a:lnTo>
                    <a:pt x="102135" y="2504528"/>
                  </a:lnTo>
                  <a:lnTo>
                    <a:pt x="81628" y="2482864"/>
                  </a:lnTo>
                  <a:lnTo>
                    <a:pt x="63710" y="2460390"/>
                  </a:lnTo>
                  <a:lnTo>
                    <a:pt x="48579" y="2436904"/>
                  </a:lnTo>
                  <a:lnTo>
                    <a:pt x="36036" y="2412000"/>
                  </a:lnTo>
                  <a:lnTo>
                    <a:pt x="25683" y="2385275"/>
                  </a:lnTo>
                  <a:lnTo>
                    <a:pt x="17321" y="2356322"/>
                  </a:lnTo>
                  <a:lnTo>
                    <a:pt x="11149" y="2324939"/>
                  </a:lnTo>
                  <a:lnTo>
                    <a:pt x="6172" y="2290722"/>
                  </a:lnTo>
                  <a:lnTo>
                    <a:pt x="2986" y="2253265"/>
                  </a:lnTo>
                  <a:lnTo>
                    <a:pt x="995" y="2212367"/>
                  </a:lnTo>
                  <a:lnTo>
                    <a:pt x="199" y="2167419"/>
                  </a:lnTo>
                  <a:lnTo>
                    <a:pt x="0" y="2118017"/>
                  </a:lnTo>
                  <a:lnTo>
                    <a:pt x="597" y="2064161"/>
                  </a:lnTo>
                  <a:lnTo>
                    <a:pt x="1792" y="2005647"/>
                  </a:lnTo>
                  <a:lnTo>
                    <a:pt x="2986" y="1941465"/>
                  </a:lnTo>
                  <a:lnTo>
                    <a:pt x="4380" y="1871614"/>
                  </a:lnTo>
                  <a:lnTo>
                    <a:pt x="5575" y="1795891"/>
                  </a:lnTo>
                  <a:lnTo>
                    <a:pt x="6570" y="1713486"/>
                  </a:lnTo>
                  <a:lnTo>
                    <a:pt x="6968" y="1624603"/>
                  </a:lnTo>
                  <a:lnTo>
                    <a:pt x="6570" y="1535719"/>
                  </a:lnTo>
                  <a:lnTo>
                    <a:pt x="5575" y="1453315"/>
                  </a:lnTo>
                  <a:lnTo>
                    <a:pt x="4380" y="1377592"/>
                  </a:lnTo>
                  <a:lnTo>
                    <a:pt x="2986" y="1307740"/>
                  </a:lnTo>
                  <a:lnTo>
                    <a:pt x="1792" y="1243558"/>
                  </a:lnTo>
                  <a:lnTo>
                    <a:pt x="597" y="1185045"/>
                  </a:lnTo>
                  <a:lnTo>
                    <a:pt x="0" y="1131188"/>
                  </a:lnTo>
                  <a:lnTo>
                    <a:pt x="199" y="1081786"/>
                  </a:lnTo>
                  <a:lnTo>
                    <a:pt x="995" y="1036838"/>
                  </a:lnTo>
                  <a:lnTo>
                    <a:pt x="2986" y="995940"/>
                  </a:lnTo>
                  <a:lnTo>
                    <a:pt x="6172" y="958483"/>
                  </a:lnTo>
                  <a:lnTo>
                    <a:pt x="10950" y="924266"/>
                  </a:lnTo>
                  <a:lnTo>
                    <a:pt x="17321" y="892884"/>
                  </a:lnTo>
                  <a:lnTo>
                    <a:pt x="25683" y="863931"/>
                  </a:lnTo>
                  <a:lnTo>
                    <a:pt x="36036" y="837205"/>
                  </a:lnTo>
                  <a:lnTo>
                    <a:pt x="48579" y="812301"/>
                  </a:lnTo>
                  <a:lnTo>
                    <a:pt x="63710" y="788815"/>
                  </a:lnTo>
                  <a:lnTo>
                    <a:pt x="81628" y="766341"/>
                  </a:lnTo>
                  <a:lnTo>
                    <a:pt x="102135" y="744677"/>
                  </a:lnTo>
                  <a:lnTo>
                    <a:pt x="126026" y="723620"/>
                  </a:lnTo>
                  <a:lnTo>
                    <a:pt x="153103" y="702159"/>
                  </a:lnTo>
                  <a:lnTo>
                    <a:pt x="183564" y="680697"/>
                  </a:lnTo>
                  <a:lnTo>
                    <a:pt x="218007" y="658426"/>
                  </a:lnTo>
                  <a:lnTo>
                    <a:pt x="256034" y="635142"/>
                  </a:lnTo>
                  <a:lnTo>
                    <a:pt x="298441" y="610643"/>
                  </a:lnTo>
                  <a:lnTo>
                    <a:pt x="345029" y="584323"/>
                  </a:lnTo>
                  <a:lnTo>
                    <a:pt x="396196" y="555775"/>
                  </a:lnTo>
                  <a:lnTo>
                    <a:pt x="451743" y="524797"/>
                  </a:lnTo>
                  <a:lnTo>
                    <a:pt x="512666" y="490985"/>
                  </a:lnTo>
                  <a:lnTo>
                    <a:pt x="578366" y="454338"/>
                  </a:lnTo>
                  <a:lnTo>
                    <a:pt x="649642" y="414047"/>
                  </a:lnTo>
                  <a:lnTo>
                    <a:pt x="726094" y="369706"/>
                  </a:lnTo>
                  <a:lnTo>
                    <a:pt x="802546" y="325164"/>
                  </a:lnTo>
                  <a:lnTo>
                    <a:pt x="872826" y="283050"/>
                  </a:lnTo>
                  <a:lnTo>
                    <a:pt x="937332" y="244176"/>
                  </a:lnTo>
                  <a:lnTo>
                    <a:pt x="996662" y="207935"/>
                  </a:lnTo>
                  <a:lnTo>
                    <a:pt x="1051214" y="174932"/>
                  </a:lnTo>
                  <a:lnTo>
                    <a:pt x="1101186" y="144360"/>
                  </a:lnTo>
                  <a:lnTo>
                    <a:pt x="1147176" y="117027"/>
                  </a:lnTo>
                  <a:lnTo>
                    <a:pt x="1189384" y="92325"/>
                  </a:lnTo>
                  <a:lnTo>
                    <a:pt x="1228407" y="70864"/>
                  </a:lnTo>
                  <a:lnTo>
                    <a:pt x="1264642" y="52034"/>
                  </a:lnTo>
                  <a:lnTo>
                    <a:pt x="1298488" y="36242"/>
                  </a:lnTo>
                  <a:lnTo>
                    <a:pt x="1330342" y="23081"/>
                  </a:lnTo>
                  <a:lnTo>
                    <a:pt x="1360406" y="12958"/>
                  </a:lnTo>
                  <a:lnTo>
                    <a:pt x="1389473" y="5872"/>
                  </a:lnTo>
                  <a:lnTo>
                    <a:pt x="1417744" y="1417"/>
                  </a:lnTo>
                  <a:lnTo>
                    <a:pt x="1445618" y="0"/>
                  </a:lnTo>
                  <a:close/>
                </a:path>
              </a:pathLst>
            </a:custGeom>
            <a:gradFill>
              <a:gsLst>
                <a:gs pos="100000">
                  <a:schemeClr val="bg1">
                    <a:alpha val="3000"/>
                  </a:schemeClr>
                </a:gs>
                <a:gs pos="0">
                  <a:schemeClr val="bg1">
                    <a:alpha val="0"/>
                  </a:schemeClr>
                </a:gs>
              </a:gsLst>
              <a:lin ang="0" scaled="0"/>
            </a:gradFill>
            <a:ln w="952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pic>
        <p:nvPicPr>
          <p:cNvPr id="15" name="Picture 4" descr="NUS Identity - Logo Colour and Background">
            <a:extLst>
              <a:ext uri="{FF2B5EF4-FFF2-40B4-BE49-F238E27FC236}">
                <a16:creationId xmlns:a16="http://schemas.microsoft.com/office/drawing/2014/main" id="{6EB6DA4B-358F-F20B-2138-DA2E82ECAA01}"/>
              </a:ext>
            </a:extLst>
          </p:cNvPr>
          <p:cNvPicPr>
            <a:picLocks noChangeAspect="1" noChangeArrowheads="1"/>
          </p:cNvPicPr>
          <p:nvPr userDrawn="1"/>
        </p:nvPicPr>
        <p:blipFill>
          <a:blip r:embed="rId2">
            <a:extLst>
              <a:ext uri="{BEBA8EAE-BF5A-486C-A8C5-ECC9F3942E4B}">
                <a14:imgProps xmlns:a14="http://schemas.microsoft.com/office/drawing/2010/main">
                  <a14:imgLayer r:embed="rId3">
                    <a14:imgEffect>
                      <a14:backgroundRemoval t="10000" b="90000" l="10000" r="90000">
                        <a14:foregroundMark x1="21942" y1="48840" x2="23885" y2="54640"/>
                        <a14:foregroundMark x1="23885" y1="54640" x2="29353" y2="50812"/>
                        <a14:foregroundMark x1="29353" y1="50812" x2="33094" y2="54292"/>
                        <a14:foregroundMark x1="33094" y1="54292" x2="33309" y2="56032"/>
                        <a14:foregroundMark x1="44245" y1="42691" x2="44317" y2="29698"/>
                        <a14:foregroundMark x1="45156" y1="30125" x2="49784" y2="32483"/>
                        <a14:foregroundMark x1="44317" y1="29698" x2="44952" y2="30022"/>
                        <a14:foregroundMark x1="51222" y1="37030" x2="51655" y2="38399"/>
                        <a14:foregroundMark x1="49784" y1="32483" x2="51105" y2="36659"/>
                        <a14:foregroundMark x1="54052" y1="35963" x2="54964" y2="35035"/>
                        <a14:foregroundMark x1="51655" y1="38399" x2="52388" y2="37653"/>
                        <a14:foregroundMark x1="60504" y1="30974" x2="61007" y2="44200"/>
                        <a14:foregroundMark x1="61007" y1="44200" x2="64317" y2="46636"/>
                        <a14:foregroundMark x1="64317" y1="46636" x2="69065" y2="44316"/>
                        <a14:foregroundMark x1="69065" y1="44316" x2="70216" y2="38863"/>
                        <a14:foregroundMark x1="70216" y1="38863" x2="70288" y2="38747"/>
                        <a14:foregroundMark x1="76187" y1="27842" x2="77266" y2="34803"/>
                        <a14:foregroundMark x1="77266" y1="34803" x2="82158" y2="37935"/>
                        <a14:foregroundMark x1="82158" y1="37935" x2="83022" y2="44548"/>
                        <a14:foregroundMark x1="83022" y1="44548" x2="81007" y2="47796"/>
                        <a14:foregroundMark x1="32878" y1="43968" x2="33741" y2="44200"/>
                        <a14:foregroundMark x1="35612" y1="43503" x2="35252" y2="43271"/>
                        <a14:foregroundMark x1="30000" y1="43735" x2="31871" y2="43619"/>
                        <a14:foregroundMark x1="17266" y1="46404" x2="17770" y2="44548"/>
                        <a14:foregroundMark x1="22194" y1="62819" x2="22878" y2="62181"/>
                        <a14:foregroundMark x1="31295" y1="63457" x2="31942" y2="64849"/>
                        <a14:foregroundMark x1="33094" y1="62645" x2="33309" y2="61949"/>
                        <a14:foregroundMark x1="28633" y1="62297" x2="28417" y2="61949"/>
                        <a14:foregroundMark x1="34714" y1="46357" x2="34892" y2="46288"/>
                        <a14:foregroundMark x1="33801" y1="46710" x2="34289" y2="46521"/>
                        <a14:foregroundMark x1="33094" y1="46984" x2="33265" y2="46918"/>
                        <a14:foregroundMark x1="43309" y1="57309" x2="43309" y2="56961"/>
                        <a14:foregroundMark x1="45324" y1="58121" x2="45396" y2="57657"/>
                        <a14:foregroundMark x1="47410" y1="55220" x2="47986" y2="55568"/>
                        <a14:foregroundMark x1="49209" y1="55220" x2="49568" y2="55220"/>
                        <a14:foregroundMark x1="51151" y1="55916" x2="51223" y2="56497"/>
                        <a14:foregroundMark x1="51151" y1="53480" x2="51151" y2="53480"/>
                        <a14:foregroundMark x1="52302" y1="56613" x2="52446" y2="56032"/>
                        <a14:foregroundMark x1="55324" y1="55336" x2="55324" y2="56032"/>
                        <a14:foregroundMark x1="59065" y1="55220" x2="59466" y2="55544"/>
                        <a14:foregroundMark x1="60863" y1="56381" x2="60863" y2="55800"/>
                        <a14:foregroundMark x1="63381" y1="55336" x2="63381" y2="56265"/>
                        <a14:foregroundMark x1="66619" y1="55568" x2="66691" y2="56148"/>
                        <a14:foregroundMark x1="69568" y1="56032" x2="69568" y2="57077"/>
                        <a14:foregroundMark x1="69568" y1="53480" x2="69568" y2="53480"/>
                        <a14:foregroundMark x1="70935" y1="56148" x2="71079" y2="57193"/>
                        <a14:foregroundMark x1="73022" y1="55916" x2="73094" y2="57309"/>
                        <a14:foregroundMark x1="77410" y1="55568" x2="77338" y2="56381"/>
                        <a14:foregroundMark x1="79424" y1="55916" x2="79424" y2="56381"/>
                        <a14:foregroundMark x1="79712" y1="53480" x2="79568" y2="53480"/>
                        <a14:foregroundMark x1="80935" y1="55452" x2="80935" y2="56032"/>
                        <a14:foregroundMark x1="82734" y1="57077" x2="82806" y2="57425"/>
                        <a14:foregroundMark x1="44820" y1="64617" x2="44892" y2="64849"/>
                        <a14:foregroundMark x1="46259" y1="64037" x2="46475" y2="64037"/>
                        <a14:foregroundMark x1="49065" y1="63225" x2="49065" y2="63573"/>
                        <a14:foregroundMark x1="51583" y1="64385" x2="51583" y2="64501"/>
                        <a14:foregroundMark x1="51583" y1="62645" x2="51655" y2="62413"/>
                        <a14:foregroundMark x1="51655" y1="62413" x2="51655" y2="62413"/>
                        <a14:foregroundMark x1="52950" y1="64733" x2="52878" y2="64849"/>
                        <a14:foregroundMark x1="55612" y1="65429" x2="55540" y2="66009"/>
                        <a14:foregroundMark x1="59784" y1="65081" x2="59784" y2="65313"/>
                        <a14:foregroundMark x1="61367" y1="64965" x2="61367" y2="64965"/>
                        <a14:foregroundMark x1="63957" y1="65197" x2="63957" y2="65777"/>
                        <a14:foregroundMark x1="66978" y1="65081" x2="66978" y2="65197"/>
                        <a14:foregroundMark x1="68561" y1="65429" x2="68633" y2="65777"/>
                        <a14:foregroundMark x1="43986" y1="54872" x2="44245" y2="55220"/>
                        <a14:foregroundMark x1="43576" y1="54322" x2="43899" y2="54756"/>
                        <a14:foregroundMark x1="43381" y1="54060" x2="43506" y2="54228"/>
                        <a14:foregroundMark x1="69568" y1="65661" x2="70360" y2="65545"/>
                        <a14:foregroundMark x1="68849" y1="66937" x2="69209" y2="67169"/>
                        <a14:foregroundMark x1="80360" y1="55220" x2="80288" y2="55220"/>
                        <a14:foregroundMark x1="73597" y1="55104" x2="73957" y2="55104"/>
                        <a14:foregroundMark x1="74532" y1="58469" x2="74604" y2="58469"/>
                        <a14:foregroundMark x1="74604" y1="58353" x2="74676" y2="58237"/>
                        <a14:foregroundMark x1="74532" y1="58121" x2="74676" y2="58353"/>
                        <a14:foregroundMark x1="74676" y1="58353" x2="74676" y2="58237"/>
                        <a14:foregroundMark x1="74820" y1="58237" x2="74820" y2="58237"/>
                        <a14:foregroundMark x1="74820" y1="58237" x2="74748" y2="58353"/>
                        <a14:backgroundMark x1="34676" y1="51160" x2="34892" y2="50928"/>
                        <a14:backgroundMark x1="31727" y1="61717" x2="32374" y2="60557"/>
                        <a14:backgroundMark x1="22374" y1="62181" x2="22446" y2="62181"/>
                        <a14:backgroundMark x1="22374" y1="62297" x2="22446" y2="62413"/>
                        <a14:backgroundMark x1="22374" y1="62297" x2="22518" y2="62297"/>
                        <a14:backgroundMark x1="53381" y1="39559" x2="52950" y2="37123"/>
                        <a14:backgroundMark x1="52374" y1="37703" x2="53381" y2="36543"/>
                        <a14:backgroundMark x1="53597" y1="36891" x2="53597" y2="36195"/>
                        <a14:backgroundMark x1="53669" y1="36195" x2="53669" y2="36775"/>
                        <a14:backgroundMark x1="52662" y1="37471" x2="52518" y2="37587"/>
                        <a14:backgroundMark x1="53669" y1="35963" x2="53669" y2="36659"/>
                        <a14:backgroundMark x1="45324" y1="31903" x2="45324" y2="30974"/>
                        <a14:backgroundMark x1="33453" y1="46288" x2="34101" y2="45708"/>
                        <a14:backgroundMark x1="34748" y1="45360" x2="35108" y2="45360"/>
                        <a14:backgroundMark x1="47266" y1="57773" x2="47410" y2="57657"/>
                        <a14:backgroundMark x1="53022" y1="56497" x2="53525" y2="56961"/>
                        <a14:backgroundMark x1="58705" y1="57773" x2="58993" y2="57657"/>
                        <a14:backgroundMark x1="73741" y1="56032" x2="73957" y2="56032"/>
                        <a14:backgroundMark x1="78849" y1="56381" x2="78849" y2="56961"/>
                        <a14:backgroundMark x1="77050" y1="57193" x2="77050" y2="56729"/>
                        <a14:backgroundMark x1="77050" y1="56845" x2="77050" y2="56613"/>
                        <a14:backgroundMark x1="44388" y1="65893" x2="44317" y2="65661"/>
                        <a14:backgroundMark x1="56619" y1="65893" x2="56547" y2="65313"/>
                        <a14:backgroundMark x1="58993" y1="66705" x2="59209" y2="66589"/>
                        <a14:backgroundMark x1="62014" y1="66357" x2="61942" y2="65429"/>
                        <a14:backgroundMark x1="64964" y1="65893" x2="65036" y2="65429"/>
                        <a14:backgroundMark x1="69424" y1="64849" x2="69712" y2="64849"/>
                        <a14:backgroundMark x1="43813" y1="55684" x2="43741" y2="55104"/>
                        <a14:backgroundMark x1="43669" y1="54756" x2="43669" y2="54872"/>
                        <a14:backgroundMark x1="58561" y1="64965" x2="59568" y2="64849"/>
                        <a14:backgroundMark x1="59568" y1="64965" x2="59640" y2="64965"/>
                        <a14:backgroundMark x1="69137" y1="66357" x2="68993" y2="66125"/>
                        <a14:backgroundMark x1="77122" y1="56613" x2="77122" y2="56613"/>
                        <a14:backgroundMark x1="73597" y1="57425" x2="74820" y2="57425"/>
                        <a14:backgroundMark x1="75036" y1="58353" x2="74964" y2="58121"/>
                      </a14:backgroundRemoval>
                    </a14:imgEffect>
                  </a14:imgLayer>
                </a14:imgProps>
              </a:ext>
              <a:ext uri="{28A0092B-C50C-407E-A947-70E740481C1C}">
                <a14:useLocalDpi xmlns:a14="http://schemas.microsoft.com/office/drawing/2010/main" val="0"/>
              </a:ext>
            </a:extLst>
          </a:blip>
          <a:srcRect/>
          <a:stretch>
            <a:fillRect/>
          </a:stretch>
        </p:blipFill>
        <p:spPr bwMode="auto">
          <a:xfrm>
            <a:off x="9525" y="12928"/>
            <a:ext cx="2238916" cy="1388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1216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29_Title Slide">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A5AD79B-724D-42AC-A61B-E5026879D632}"/>
              </a:ext>
            </a:extLst>
          </p:cNvPr>
          <p:cNvSpPr txBox="1"/>
          <p:nvPr userDrawn="1"/>
        </p:nvSpPr>
        <p:spPr>
          <a:xfrm rot="16200000">
            <a:off x="-1206149" y="5317123"/>
            <a:ext cx="3794375" cy="338554"/>
          </a:xfrm>
          <a:prstGeom prst="rect">
            <a:avLst/>
          </a:prstGeom>
          <a:noFill/>
        </p:spPr>
        <p:txBody>
          <a:bodyPr wrap="square" rtlCol="0">
            <a:spAutoFit/>
          </a:bodyPr>
          <a:lstStyle/>
          <a:p>
            <a:pPr algn="ctr"/>
            <a:r>
              <a:rPr lang="id-ID" sz="1600" strike="noStrike" spc="600">
                <a:solidFill>
                  <a:schemeClr val="bg1">
                    <a:lumMod val="85000"/>
                  </a:schemeClr>
                </a:solidFill>
                <a:latin typeface="Geomanist Regular" panose="02000503000000020004" pitchFamily="50" charset="0"/>
                <a:ea typeface="Roboto Condensed" panose="02000000000000000000" pitchFamily="2" charset="0"/>
                <a:cs typeface="Segoe UI" panose="020B0502040204020203" pitchFamily="34" charset="0"/>
              </a:rPr>
              <a:t>WWW.WEBSITE.COM</a:t>
            </a:r>
          </a:p>
        </p:txBody>
      </p:sp>
      <p:sp>
        <p:nvSpPr>
          <p:cNvPr id="2" name="Freeform: Shape 1">
            <a:extLst>
              <a:ext uri="{FF2B5EF4-FFF2-40B4-BE49-F238E27FC236}">
                <a16:creationId xmlns:a16="http://schemas.microsoft.com/office/drawing/2014/main" id="{C8EFAE9C-B61E-4A0A-ABBB-FCE6276B5F43}"/>
              </a:ext>
            </a:extLst>
          </p:cNvPr>
          <p:cNvSpPr/>
          <p:nvPr userDrawn="1"/>
        </p:nvSpPr>
        <p:spPr>
          <a:xfrm flipV="1">
            <a:off x="0" y="0"/>
            <a:ext cx="10126561" cy="10972800"/>
          </a:xfrm>
          <a:custGeom>
            <a:avLst/>
            <a:gdLst>
              <a:gd name="connsiteX0" fmla="*/ 0 w 9515475"/>
              <a:gd name="connsiteY0" fmla="*/ 0 h 6858000"/>
              <a:gd name="connsiteX1" fmla="*/ 9515475 w 9515475"/>
              <a:gd name="connsiteY1" fmla="*/ 0 h 6858000"/>
              <a:gd name="connsiteX2" fmla="*/ 2676525 w 9515475"/>
              <a:gd name="connsiteY2" fmla="*/ 6858000 h 6858000"/>
              <a:gd name="connsiteX3" fmla="*/ 0 w 9515475"/>
              <a:gd name="connsiteY3" fmla="*/ 6858000 h 6858000"/>
              <a:gd name="connsiteX0" fmla="*/ 0 w 9515475"/>
              <a:gd name="connsiteY0" fmla="*/ 0 h 6858000"/>
              <a:gd name="connsiteX1" fmla="*/ 9515475 w 9515475"/>
              <a:gd name="connsiteY1" fmla="*/ 0 h 6858000"/>
              <a:gd name="connsiteX2" fmla="*/ 3471561 w 9515475"/>
              <a:gd name="connsiteY2" fmla="*/ 6858000 h 6858000"/>
              <a:gd name="connsiteX3" fmla="*/ 0 w 9515475"/>
              <a:gd name="connsiteY3" fmla="*/ 6858000 h 6858000"/>
              <a:gd name="connsiteX4" fmla="*/ 0 w 9515475"/>
              <a:gd name="connsiteY4" fmla="*/ 0 h 6858000"/>
              <a:gd name="connsiteX0" fmla="*/ 0 w 9515475"/>
              <a:gd name="connsiteY0" fmla="*/ 0 h 6858000"/>
              <a:gd name="connsiteX1" fmla="*/ 9515475 w 9515475"/>
              <a:gd name="connsiteY1" fmla="*/ 0 h 6858000"/>
              <a:gd name="connsiteX2" fmla="*/ 5033156 w 9515475"/>
              <a:gd name="connsiteY2" fmla="*/ 6858000 h 6858000"/>
              <a:gd name="connsiteX3" fmla="*/ 0 w 9515475"/>
              <a:gd name="connsiteY3" fmla="*/ 6858000 h 6858000"/>
              <a:gd name="connsiteX4" fmla="*/ 0 w 9515475"/>
              <a:gd name="connsiteY4" fmla="*/ 0 h 6858000"/>
              <a:gd name="connsiteX0" fmla="*/ 0 w 9515475"/>
              <a:gd name="connsiteY0" fmla="*/ 0 h 6858000"/>
              <a:gd name="connsiteX1" fmla="*/ 9515475 w 9515475"/>
              <a:gd name="connsiteY1" fmla="*/ 0 h 6858000"/>
              <a:gd name="connsiteX2" fmla="*/ 3591883 w 9515475"/>
              <a:gd name="connsiteY2" fmla="*/ 6858000 h 6858000"/>
              <a:gd name="connsiteX3" fmla="*/ 0 w 9515475"/>
              <a:gd name="connsiteY3" fmla="*/ 6858000 h 6858000"/>
              <a:gd name="connsiteX4" fmla="*/ 0 w 951547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15475" h="6858000">
                <a:moveTo>
                  <a:pt x="0" y="0"/>
                </a:moveTo>
                <a:lnTo>
                  <a:pt x="9515475" y="0"/>
                </a:lnTo>
                <a:lnTo>
                  <a:pt x="3591883" y="6858000"/>
                </a:lnTo>
                <a:lnTo>
                  <a:pt x="0" y="6858000"/>
                </a:lnTo>
                <a:lnTo>
                  <a:pt x="0" y="0"/>
                </a:lnTo>
                <a:close/>
              </a:path>
            </a:pathLst>
          </a:custGeom>
          <a:gradFill>
            <a:gsLst>
              <a:gs pos="100000">
                <a:schemeClr val="accent1">
                  <a:lumMod val="60000"/>
                  <a:lumOff val="40000"/>
                </a:schemeClr>
              </a:gs>
              <a:gs pos="0">
                <a:schemeClr val="accent1"/>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3" name="Group 2">
            <a:extLst>
              <a:ext uri="{FF2B5EF4-FFF2-40B4-BE49-F238E27FC236}">
                <a16:creationId xmlns:a16="http://schemas.microsoft.com/office/drawing/2014/main" id="{89642B55-10DA-44EB-B11F-EF73E7A001E5}"/>
              </a:ext>
            </a:extLst>
          </p:cNvPr>
          <p:cNvGrpSpPr/>
          <p:nvPr userDrawn="1"/>
        </p:nvGrpSpPr>
        <p:grpSpPr>
          <a:xfrm>
            <a:off x="-2314067" y="-400185"/>
            <a:ext cx="10264446" cy="11773170"/>
            <a:chOff x="6996011" y="-3824822"/>
            <a:chExt cx="14368086" cy="16479986"/>
          </a:xfrm>
        </p:grpSpPr>
        <p:sp>
          <p:nvSpPr>
            <p:cNvPr id="4" name="Freeform: Shape 3">
              <a:extLst>
                <a:ext uri="{FF2B5EF4-FFF2-40B4-BE49-F238E27FC236}">
                  <a16:creationId xmlns:a16="http://schemas.microsoft.com/office/drawing/2014/main" id="{5FF7C43A-97C8-49C8-BB5B-A681B1CB8040}"/>
                </a:ext>
              </a:extLst>
            </p:cNvPr>
            <p:cNvSpPr/>
            <p:nvPr/>
          </p:nvSpPr>
          <p:spPr>
            <a:xfrm>
              <a:off x="6996011" y="-3824822"/>
              <a:ext cx="7817323" cy="8786407"/>
            </a:xfrm>
            <a:custGeom>
              <a:avLst/>
              <a:gdLst>
                <a:gd name="connsiteX0" fmla="*/ 1445618 w 2890837"/>
                <a:gd name="connsiteY0" fmla="*/ 0 h 3249205"/>
                <a:gd name="connsiteX1" fmla="*/ 1473092 w 2890837"/>
                <a:gd name="connsiteY1" fmla="*/ 1417 h 3249205"/>
                <a:gd name="connsiteX2" fmla="*/ 1501364 w 2890837"/>
                <a:gd name="connsiteY2" fmla="*/ 5872 h 3249205"/>
                <a:gd name="connsiteX3" fmla="*/ 1530431 w 2890837"/>
                <a:gd name="connsiteY3" fmla="*/ 12958 h 3249205"/>
                <a:gd name="connsiteX4" fmla="*/ 1560494 w 2890837"/>
                <a:gd name="connsiteY4" fmla="*/ 23081 h 3249205"/>
                <a:gd name="connsiteX5" fmla="*/ 1592350 w 2890837"/>
                <a:gd name="connsiteY5" fmla="*/ 36242 h 3249205"/>
                <a:gd name="connsiteX6" fmla="*/ 1626195 w 2890837"/>
                <a:gd name="connsiteY6" fmla="*/ 52034 h 3249205"/>
                <a:gd name="connsiteX7" fmla="*/ 1662430 w 2890837"/>
                <a:gd name="connsiteY7" fmla="*/ 70864 h 3249205"/>
                <a:gd name="connsiteX8" fmla="*/ 1701453 w 2890837"/>
                <a:gd name="connsiteY8" fmla="*/ 92325 h 3249205"/>
                <a:gd name="connsiteX9" fmla="*/ 1743660 w 2890837"/>
                <a:gd name="connsiteY9" fmla="*/ 117027 h 3249205"/>
                <a:gd name="connsiteX10" fmla="*/ 1789651 w 2890837"/>
                <a:gd name="connsiteY10" fmla="*/ 144360 h 3249205"/>
                <a:gd name="connsiteX11" fmla="*/ 1839624 w 2890837"/>
                <a:gd name="connsiteY11" fmla="*/ 174932 h 3249205"/>
                <a:gd name="connsiteX12" fmla="*/ 1894175 w 2890837"/>
                <a:gd name="connsiteY12" fmla="*/ 207935 h 3249205"/>
                <a:gd name="connsiteX13" fmla="*/ 1953505 w 2890837"/>
                <a:gd name="connsiteY13" fmla="*/ 244176 h 3249205"/>
                <a:gd name="connsiteX14" fmla="*/ 2018011 w 2890837"/>
                <a:gd name="connsiteY14" fmla="*/ 283050 h 3249205"/>
                <a:gd name="connsiteX15" fmla="*/ 2088291 w 2890837"/>
                <a:gd name="connsiteY15" fmla="*/ 325164 h 3249205"/>
                <a:gd name="connsiteX16" fmla="*/ 2164743 w 2890837"/>
                <a:gd name="connsiteY16" fmla="*/ 369706 h 3249205"/>
                <a:gd name="connsiteX17" fmla="*/ 2241195 w 2890837"/>
                <a:gd name="connsiteY17" fmla="*/ 414047 h 3249205"/>
                <a:gd name="connsiteX18" fmla="*/ 2312470 w 2890837"/>
                <a:gd name="connsiteY18" fmla="*/ 454338 h 3249205"/>
                <a:gd name="connsiteX19" fmla="*/ 2378171 w 2890837"/>
                <a:gd name="connsiteY19" fmla="*/ 491187 h 3249205"/>
                <a:gd name="connsiteX20" fmla="*/ 2439094 w 2890837"/>
                <a:gd name="connsiteY20" fmla="*/ 524999 h 3249205"/>
                <a:gd name="connsiteX21" fmla="*/ 2494641 w 2890837"/>
                <a:gd name="connsiteY21" fmla="*/ 555775 h 3249205"/>
                <a:gd name="connsiteX22" fmla="*/ 2545808 w 2890837"/>
                <a:gd name="connsiteY22" fmla="*/ 584323 h 3249205"/>
                <a:gd name="connsiteX23" fmla="*/ 2592396 w 2890837"/>
                <a:gd name="connsiteY23" fmla="*/ 610643 h 3249205"/>
                <a:gd name="connsiteX24" fmla="*/ 2634604 w 2890837"/>
                <a:gd name="connsiteY24" fmla="*/ 635142 h 3249205"/>
                <a:gd name="connsiteX25" fmla="*/ 2672830 w 2890837"/>
                <a:gd name="connsiteY25" fmla="*/ 658628 h 3249205"/>
                <a:gd name="connsiteX26" fmla="*/ 2707273 w 2890837"/>
                <a:gd name="connsiteY26" fmla="*/ 680697 h 3249205"/>
                <a:gd name="connsiteX27" fmla="*/ 2737535 w 2890837"/>
                <a:gd name="connsiteY27" fmla="*/ 702159 h 3249205"/>
                <a:gd name="connsiteX28" fmla="*/ 2764811 w 2890837"/>
                <a:gd name="connsiteY28" fmla="*/ 723620 h 3249205"/>
                <a:gd name="connsiteX29" fmla="*/ 2788702 w 2890837"/>
                <a:gd name="connsiteY29" fmla="*/ 744677 h 3249205"/>
                <a:gd name="connsiteX30" fmla="*/ 2809209 w 2890837"/>
                <a:gd name="connsiteY30" fmla="*/ 766341 h 3249205"/>
                <a:gd name="connsiteX31" fmla="*/ 2827127 w 2890837"/>
                <a:gd name="connsiteY31" fmla="*/ 788815 h 3249205"/>
                <a:gd name="connsiteX32" fmla="*/ 2842258 w 2890837"/>
                <a:gd name="connsiteY32" fmla="*/ 812301 h 3249205"/>
                <a:gd name="connsiteX33" fmla="*/ 2854801 w 2890837"/>
                <a:gd name="connsiteY33" fmla="*/ 837205 h 3249205"/>
                <a:gd name="connsiteX34" fmla="*/ 2865154 w 2890837"/>
                <a:gd name="connsiteY34" fmla="*/ 863931 h 3249205"/>
                <a:gd name="connsiteX35" fmla="*/ 2873516 w 2890837"/>
                <a:gd name="connsiteY35" fmla="*/ 892884 h 3249205"/>
                <a:gd name="connsiteX36" fmla="*/ 2879688 w 2890837"/>
                <a:gd name="connsiteY36" fmla="*/ 924266 h 3249205"/>
                <a:gd name="connsiteX37" fmla="*/ 2884665 w 2890837"/>
                <a:gd name="connsiteY37" fmla="*/ 958483 h 3249205"/>
                <a:gd name="connsiteX38" fmla="*/ 2887850 w 2890837"/>
                <a:gd name="connsiteY38" fmla="*/ 995940 h 3249205"/>
                <a:gd name="connsiteX39" fmla="*/ 2889842 w 2890837"/>
                <a:gd name="connsiteY39" fmla="*/ 1036838 h 3249205"/>
                <a:gd name="connsiteX40" fmla="*/ 2890638 w 2890837"/>
                <a:gd name="connsiteY40" fmla="*/ 1081786 h 3249205"/>
                <a:gd name="connsiteX41" fmla="*/ 2890837 w 2890837"/>
                <a:gd name="connsiteY41" fmla="*/ 1131188 h 3249205"/>
                <a:gd name="connsiteX42" fmla="*/ 2890240 w 2890837"/>
                <a:gd name="connsiteY42" fmla="*/ 1185045 h 3249205"/>
                <a:gd name="connsiteX43" fmla="*/ 2889045 w 2890837"/>
                <a:gd name="connsiteY43" fmla="*/ 1243558 h 3249205"/>
                <a:gd name="connsiteX44" fmla="*/ 2887850 w 2890837"/>
                <a:gd name="connsiteY44" fmla="*/ 1307740 h 3249205"/>
                <a:gd name="connsiteX45" fmla="*/ 2886457 w 2890837"/>
                <a:gd name="connsiteY45" fmla="*/ 1377592 h 3249205"/>
                <a:gd name="connsiteX46" fmla="*/ 2885262 w 2890837"/>
                <a:gd name="connsiteY46" fmla="*/ 1453315 h 3249205"/>
                <a:gd name="connsiteX47" fmla="*/ 2884267 w 2890837"/>
                <a:gd name="connsiteY47" fmla="*/ 1535719 h 3249205"/>
                <a:gd name="connsiteX48" fmla="*/ 2883869 w 2890837"/>
                <a:gd name="connsiteY48" fmla="*/ 1624603 h 3249205"/>
                <a:gd name="connsiteX49" fmla="*/ 2884267 w 2890837"/>
                <a:gd name="connsiteY49" fmla="*/ 1713486 h 3249205"/>
                <a:gd name="connsiteX50" fmla="*/ 2885262 w 2890837"/>
                <a:gd name="connsiteY50" fmla="*/ 1795891 h 3249205"/>
                <a:gd name="connsiteX51" fmla="*/ 2886457 w 2890837"/>
                <a:gd name="connsiteY51" fmla="*/ 1871614 h 3249205"/>
                <a:gd name="connsiteX52" fmla="*/ 2887850 w 2890837"/>
                <a:gd name="connsiteY52" fmla="*/ 1941465 h 3249205"/>
                <a:gd name="connsiteX53" fmla="*/ 2889045 w 2890837"/>
                <a:gd name="connsiteY53" fmla="*/ 2005647 h 3249205"/>
                <a:gd name="connsiteX54" fmla="*/ 2890240 w 2890837"/>
                <a:gd name="connsiteY54" fmla="*/ 2064161 h 3249205"/>
                <a:gd name="connsiteX55" fmla="*/ 2890837 w 2890837"/>
                <a:gd name="connsiteY55" fmla="*/ 2118017 h 3249205"/>
                <a:gd name="connsiteX56" fmla="*/ 2890638 w 2890837"/>
                <a:gd name="connsiteY56" fmla="*/ 2167419 h 3249205"/>
                <a:gd name="connsiteX57" fmla="*/ 2889842 w 2890837"/>
                <a:gd name="connsiteY57" fmla="*/ 2212367 h 3249205"/>
                <a:gd name="connsiteX58" fmla="*/ 2887850 w 2890837"/>
                <a:gd name="connsiteY58" fmla="*/ 2253265 h 3249205"/>
                <a:gd name="connsiteX59" fmla="*/ 2884665 w 2890837"/>
                <a:gd name="connsiteY59" fmla="*/ 2290722 h 3249205"/>
                <a:gd name="connsiteX60" fmla="*/ 2879887 w 2890837"/>
                <a:gd name="connsiteY60" fmla="*/ 2324939 h 3249205"/>
                <a:gd name="connsiteX61" fmla="*/ 2873516 w 2890837"/>
                <a:gd name="connsiteY61" fmla="*/ 2356322 h 3249205"/>
                <a:gd name="connsiteX62" fmla="*/ 2865154 w 2890837"/>
                <a:gd name="connsiteY62" fmla="*/ 2385275 h 3249205"/>
                <a:gd name="connsiteX63" fmla="*/ 2854801 w 2890837"/>
                <a:gd name="connsiteY63" fmla="*/ 2412000 h 3249205"/>
                <a:gd name="connsiteX64" fmla="*/ 2842258 w 2890837"/>
                <a:gd name="connsiteY64" fmla="*/ 2436904 h 3249205"/>
                <a:gd name="connsiteX65" fmla="*/ 2827127 w 2890837"/>
                <a:gd name="connsiteY65" fmla="*/ 2460390 h 3249205"/>
                <a:gd name="connsiteX66" fmla="*/ 2809209 w 2890837"/>
                <a:gd name="connsiteY66" fmla="*/ 2482864 h 3249205"/>
                <a:gd name="connsiteX67" fmla="*/ 2788702 w 2890837"/>
                <a:gd name="connsiteY67" fmla="*/ 2504528 h 3249205"/>
                <a:gd name="connsiteX68" fmla="*/ 2764811 w 2890837"/>
                <a:gd name="connsiteY68" fmla="*/ 2525585 h 3249205"/>
                <a:gd name="connsiteX69" fmla="*/ 2737734 w 2890837"/>
                <a:gd name="connsiteY69" fmla="*/ 2547046 h 3249205"/>
                <a:gd name="connsiteX70" fmla="*/ 2707273 w 2890837"/>
                <a:gd name="connsiteY70" fmla="*/ 2568508 h 3249205"/>
                <a:gd name="connsiteX71" fmla="*/ 2672830 w 2890837"/>
                <a:gd name="connsiteY71" fmla="*/ 2590779 h 3249205"/>
                <a:gd name="connsiteX72" fmla="*/ 2634803 w 2890837"/>
                <a:gd name="connsiteY72" fmla="*/ 2614063 h 3249205"/>
                <a:gd name="connsiteX73" fmla="*/ 2592396 w 2890837"/>
                <a:gd name="connsiteY73" fmla="*/ 2638562 h 3249205"/>
                <a:gd name="connsiteX74" fmla="*/ 2545808 w 2890837"/>
                <a:gd name="connsiteY74" fmla="*/ 2664883 h 3249205"/>
                <a:gd name="connsiteX75" fmla="*/ 2494641 w 2890837"/>
                <a:gd name="connsiteY75" fmla="*/ 2693431 h 3249205"/>
                <a:gd name="connsiteX76" fmla="*/ 2439094 w 2890837"/>
                <a:gd name="connsiteY76" fmla="*/ 2724408 h 3249205"/>
                <a:gd name="connsiteX77" fmla="*/ 2378171 w 2890837"/>
                <a:gd name="connsiteY77" fmla="*/ 2758220 h 3249205"/>
                <a:gd name="connsiteX78" fmla="*/ 2312470 w 2890837"/>
                <a:gd name="connsiteY78" fmla="*/ 2794867 h 3249205"/>
                <a:gd name="connsiteX79" fmla="*/ 2241195 w 2890837"/>
                <a:gd name="connsiteY79" fmla="*/ 2835158 h 3249205"/>
                <a:gd name="connsiteX80" fmla="*/ 2164743 w 2890837"/>
                <a:gd name="connsiteY80" fmla="*/ 2879499 h 3249205"/>
                <a:gd name="connsiteX81" fmla="*/ 2088291 w 2890837"/>
                <a:gd name="connsiteY81" fmla="*/ 2924042 h 3249205"/>
                <a:gd name="connsiteX82" fmla="*/ 2018011 w 2890837"/>
                <a:gd name="connsiteY82" fmla="*/ 2966155 h 3249205"/>
                <a:gd name="connsiteX83" fmla="*/ 1953505 w 2890837"/>
                <a:gd name="connsiteY83" fmla="*/ 3005029 h 3249205"/>
                <a:gd name="connsiteX84" fmla="*/ 1894175 w 2890837"/>
                <a:gd name="connsiteY84" fmla="*/ 3041271 h 3249205"/>
                <a:gd name="connsiteX85" fmla="*/ 1839624 w 2890837"/>
                <a:gd name="connsiteY85" fmla="*/ 3074273 h 3249205"/>
                <a:gd name="connsiteX86" fmla="*/ 1789651 w 2890837"/>
                <a:gd name="connsiteY86" fmla="*/ 3104846 h 3249205"/>
                <a:gd name="connsiteX87" fmla="*/ 1743660 w 2890837"/>
                <a:gd name="connsiteY87" fmla="*/ 3132179 h 3249205"/>
                <a:gd name="connsiteX88" fmla="*/ 1701453 w 2890837"/>
                <a:gd name="connsiteY88" fmla="*/ 3156880 h 3249205"/>
                <a:gd name="connsiteX89" fmla="*/ 1662430 w 2890837"/>
                <a:gd name="connsiteY89" fmla="*/ 3178341 h 3249205"/>
                <a:gd name="connsiteX90" fmla="*/ 1626195 w 2890837"/>
                <a:gd name="connsiteY90" fmla="*/ 3197171 h 3249205"/>
                <a:gd name="connsiteX91" fmla="*/ 1592350 w 2890837"/>
                <a:gd name="connsiteY91" fmla="*/ 3212963 h 3249205"/>
                <a:gd name="connsiteX92" fmla="*/ 1560494 w 2890837"/>
                <a:gd name="connsiteY92" fmla="*/ 3226124 h 3249205"/>
                <a:gd name="connsiteX93" fmla="*/ 1530431 w 2890837"/>
                <a:gd name="connsiteY93" fmla="*/ 3236247 h 3249205"/>
                <a:gd name="connsiteX94" fmla="*/ 1501364 w 2890837"/>
                <a:gd name="connsiteY94" fmla="*/ 3243334 h 3249205"/>
                <a:gd name="connsiteX95" fmla="*/ 1473092 w 2890837"/>
                <a:gd name="connsiteY95" fmla="*/ 3247788 h 3249205"/>
                <a:gd name="connsiteX96" fmla="*/ 1445618 w 2890837"/>
                <a:gd name="connsiteY96" fmla="*/ 3249205 h 3249205"/>
                <a:gd name="connsiteX97" fmla="*/ 1417744 w 2890837"/>
                <a:gd name="connsiteY97" fmla="*/ 3247788 h 3249205"/>
                <a:gd name="connsiteX98" fmla="*/ 1389473 w 2890837"/>
                <a:gd name="connsiteY98" fmla="*/ 3243334 h 3249205"/>
                <a:gd name="connsiteX99" fmla="*/ 1360406 w 2890837"/>
                <a:gd name="connsiteY99" fmla="*/ 3236247 h 3249205"/>
                <a:gd name="connsiteX100" fmla="*/ 1330342 w 2890837"/>
                <a:gd name="connsiteY100" fmla="*/ 3226124 h 3249205"/>
                <a:gd name="connsiteX101" fmla="*/ 1298488 w 2890837"/>
                <a:gd name="connsiteY101" fmla="*/ 3212963 h 3249205"/>
                <a:gd name="connsiteX102" fmla="*/ 1264642 w 2890837"/>
                <a:gd name="connsiteY102" fmla="*/ 3197171 h 3249205"/>
                <a:gd name="connsiteX103" fmla="*/ 1228407 w 2890837"/>
                <a:gd name="connsiteY103" fmla="*/ 3178341 h 3249205"/>
                <a:gd name="connsiteX104" fmla="*/ 1189384 w 2890837"/>
                <a:gd name="connsiteY104" fmla="*/ 3156880 h 3249205"/>
                <a:gd name="connsiteX105" fmla="*/ 1147176 w 2890837"/>
                <a:gd name="connsiteY105" fmla="*/ 3132179 h 3249205"/>
                <a:gd name="connsiteX106" fmla="*/ 1101186 w 2890837"/>
                <a:gd name="connsiteY106" fmla="*/ 3104846 h 3249205"/>
                <a:gd name="connsiteX107" fmla="*/ 1051214 w 2890837"/>
                <a:gd name="connsiteY107" fmla="*/ 3074273 h 3249205"/>
                <a:gd name="connsiteX108" fmla="*/ 996662 w 2890837"/>
                <a:gd name="connsiteY108" fmla="*/ 3041271 h 3249205"/>
                <a:gd name="connsiteX109" fmla="*/ 937332 w 2890837"/>
                <a:gd name="connsiteY109" fmla="*/ 3005029 h 3249205"/>
                <a:gd name="connsiteX110" fmla="*/ 872826 w 2890837"/>
                <a:gd name="connsiteY110" fmla="*/ 2966155 h 3249205"/>
                <a:gd name="connsiteX111" fmla="*/ 802546 w 2890837"/>
                <a:gd name="connsiteY111" fmla="*/ 2924042 h 3249205"/>
                <a:gd name="connsiteX112" fmla="*/ 726094 w 2890837"/>
                <a:gd name="connsiteY112" fmla="*/ 2879499 h 3249205"/>
                <a:gd name="connsiteX113" fmla="*/ 649642 w 2890837"/>
                <a:gd name="connsiteY113" fmla="*/ 2835158 h 3249205"/>
                <a:gd name="connsiteX114" fmla="*/ 578366 w 2890837"/>
                <a:gd name="connsiteY114" fmla="*/ 2794867 h 3249205"/>
                <a:gd name="connsiteX115" fmla="*/ 512666 w 2890837"/>
                <a:gd name="connsiteY115" fmla="*/ 2758018 h 3249205"/>
                <a:gd name="connsiteX116" fmla="*/ 451743 w 2890837"/>
                <a:gd name="connsiteY116" fmla="*/ 2724206 h 3249205"/>
                <a:gd name="connsiteX117" fmla="*/ 396196 w 2890837"/>
                <a:gd name="connsiteY117" fmla="*/ 2693431 h 3249205"/>
                <a:gd name="connsiteX118" fmla="*/ 345029 w 2890837"/>
                <a:gd name="connsiteY118" fmla="*/ 2664883 h 3249205"/>
                <a:gd name="connsiteX119" fmla="*/ 298441 w 2890837"/>
                <a:gd name="connsiteY119" fmla="*/ 2638562 h 3249205"/>
                <a:gd name="connsiteX120" fmla="*/ 256233 w 2890837"/>
                <a:gd name="connsiteY120" fmla="*/ 2614063 h 3249205"/>
                <a:gd name="connsiteX121" fmla="*/ 218007 w 2890837"/>
                <a:gd name="connsiteY121" fmla="*/ 2590577 h 3249205"/>
                <a:gd name="connsiteX122" fmla="*/ 183564 w 2890837"/>
                <a:gd name="connsiteY122" fmla="*/ 2568508 h 3249205"/>
                <a:gd name="connsiteX123" fmla="*/ 153302 w 2890837"/>
                <a:gd name="connsiteY123" fmla="*/ 2547046 h 3249205"/>
                <a:gd name="connsiteX124" fmla="*/ 126026 w 2890837"/>
                <a:gd name="connsiteY124" fmla="*/ 2525585 h 3249205"/>
                <a:gd name="connsiteX125" fmla="*/ 102135 w 2890837"/>
                <a:gd name="connsiteY125" fmla="*/ 2504528 h 3249205"/>
                <a:gd name="connsiteX126" fmla="*/ 81628 w 2890837"/>
                <a:gd name="connsiteY126" fmla="*/ 2482864 h 3249205"/>
                <a:gd name="connsiteX127" fmla="*/ 63710 w 2890837"/>
                <a:gd name="connsiteY127" fmla="*/ 2460390 h 3249205"/>
                <a:gd name="connsiteX128" fmla="*/ 48579 w 2890837"/>
                <a:gd name="connsiteY128" fmla="*/ 2436904 h 3249205"/>
                <a:gd name="connsiteX129" fmla="*/ 36036 w 2890837"/>
                <a:gd name="connsiteY129" fmla="*/ 2412000 h 3249205"/>
                <a:gd name="connsiteX130" fmla="*/ 25683 w 2890837"/>
                <a:gd name="connsiteY130" fmla="*/ 2385275 h 3249205"/>
                <a:gd name="connsiteX131" fmla="*/ 17321 w 2890837"/>
                <a:gd name="connsiteY131" fmla="*/ 2356322 h 3249205"/>
                <a:gd name="connsiteX132" fmla="*/ 11149 w 2890837"/>
                <a:gd name="connsiteY132" fmla="*/ 2324939 h 3249205"/>
                <a:gd name="connsiteX133" fmla="*/ 6172 w 2890837"/>
                <a:gd name="connsiteY133" fmla="*/ 2290722 h 3249205"/>
                <a:gd name="connsiteX134" fmla="*/ 2986 w 2890837"/>
                <a:gd name="connsiteY134" fmla="*/ 2253265 h 3249205"/>
                <a:gd name="connsiteX135" fmla="*/ 995 w 2890837"/>
                <a:gd name="connsiteY135" fmla="*/ 2212367 h 3249205"/>
                <a:gd name="connsiteX136" fmla="*/ 199 w 2890837"/>
                <a:gd name="connsiteY136" fmla="*/ 2167419 h 3249205"/>
                <a:gd name="connsiteX137" fmla="*/ 0 w 2890837"/>
                <a:gd name="connsiteY137" fmla="*/ 2118017 h 3249205"/>
                <a:gd name="connsiteX138" fmla="*/ 597 w 2890837"/>
                <a:gd name="connsiteY138" fmla="*/ 2064161 h 3249205"/>
                <a:gd name="connsiteX139" fmla="*/ 1792 w 2890837"/>
                <a:gd name="connsiteY139" fmla="*/ 2005647 h 3249205"/>
                <a:gd name="connsiteX140" fmla="*/ 2986 w 2890837"/>
                <a:gd name="connsiteY140" fmla="*/ 1941465 h 3249205"/>
                <a:gd name="connsiteX141" fmla="*/ 4380 w 2890837"/>
                <a:gd name="connsiteY141" fmla="*/ 1871614 h 3249205"/>
                <a:gd name="connsiteX142" fmla="*/ 5575 w 2890837"/>
                <a:gd name="connsiteY142" fmla="*/ 1795891 h 3249205"/>
                <a:gd name="connsiteX143" fmla="*/ 6570 w 2890837"/>
                <a:gd name="connsiteY143" fmla="*/ 1713486 h 3249205"/>
                <a:gd name="connsiteX144" fmla="*/ 6968 w 2890837"/>
                <a:gd name="connsiteY144" fmla="*/ 1624603 h 3249205"/>
                <a:gd name="connsiteX145" fmla="*/ 6570 w 2890837"/>
                <a:gd name="connsiteY145" fmla="*/ 1535719 h 3249205"/>
                <a:gd name="connsiteX146" fmla="*/ 5575 w 2890837"/>
                <a:gd name="connsiteY146" fmla="*/ 1453315 h 3249205"/>
                <a:gd name="connsiteX147" fmla="*/ 4380 w 2890837"/>
                <a:gd name="connsiteY147" fmla="*/ 1377592 h 3249205"/>
                <a:gd name="connsiteX148" fmla="*/ 2986 w 2890837"/>
                <a:gd name="connsiteY148" fmla="*/ 1307740 h 3249205"/>
                <a:gd name="connsiteX149" fmla="*/ 1792 w 2890837"/>
                <a:gd name="connsiteY149" fmla="*/ 1243558 h 3249205"/>
                <a:gd name="connsiteX150" fmla="*/ 597 w 2890837"/>
                <a:gd name="connsiteY150" fmla="*/ 1185045 h 3249205"/>
                <a:gd name="connsiteX151" fmla="*/ 0 w 2890837"/>
                <a:gd name="connsiteY151" fmla="*/ 1131188 h 3249205"/>
                <a:gd name="connsiteX152" fmla="*/ 199 w 2890837"/>
                <a:gd name="connsiteY152" fmla="*/ 1081786 h 3249205"/>
                <a:gd name="connsiteX153" fmla="*/ 995 w 2890837"/>
                <a:gd name="connsiteY153" fmla="*/ 1036838 h 3249205"/>
                <a:gd name="connsiteX154" fmla="*/ 2986 w 2890837"/>
                <a:gd name="connsiteY154" fmla="*/ 995940 h 3249205"/>
                <a:gd name="connsiteX155" fmla="*/ 6172 w 2890837"/>
                <a:gd name="connsiteY155" fmla="*/ 958483 h 3249205"/>
                <a:gd name="connsiteX156" fmla="*/ 10950 w 2890837"/>
                <a:gd name="connsiteY156" fmla="*/ 924266 h 3249205"/>
                <a:gd name="connsiteX157" fmla="*/ 17321 w 2890837"/>
                <a:gd name="connsiteY157" fmla="*/ 892884 h 3249205"/>
                <a:gd name="connsiteX158" fmla="*/ 25683 w 2890837"/>
                <a:gd name="connsiteY158" fmla="*/ 863931 h 3249205"/>
                <a:gd name="connsiteX159" fmla="*/ 36036 w 2890837"/>
                <a:gd name="connsiteY159" fmla="*/ 837205 h 3249205"/>
                <a:gd name="connsiteX160" fmla="*/ 48579 w 2890837"/>
                <a:gd name="connsiteY160" fmla="*/ 812301 h 3249205"/>
                <a:gd name="connsiteX161" fmla="*/ 63710 w 2890837"/>
                <a:gd name="connsiteY161" fmla="*/ 788815 h 3249205"/>
                <a:gd name="connsiteX162" fmla="*/ 81628 w 2890837"/>
                <a:gd name="connsiteY162" fmla="*/ 766341 h 3249205"/>
                <a:gd name="connsiteX163" fmla="*/ 102135 w 2890837"/>
                <a:gd name="connsiteY163" fmla="*/ 744677 h 3249205"/>
                <a:gd name="connsiteX164" fmla="*/ 126026 w 2890837"/>
                <a:gd name="connsiteY164" fmla="*/ 723620 h 3249205"/>
                <a:gd name="connsiteX165" fmla="*/ 153103 w 2890837"/>
                <a:gd name="connsiteY165" fmla="*/ 702159 h 3249205"/>
                <a:gd name="connsiteX166" fmla="*/ 183564 w 2890837"/>
                <a:gd name="connsiteY166" fmla="*/ 680697 h 3249205"/>
                <a:gd name="connsiteX167" fmla="*/ 218007 w 2890837"/>
                <a:gd name="connsiteY167" fmla="*/ 658426 h 3249205"/>
                <a:gd name="connsiteX168" fmla="*/ 256034 w 2890837"/>
                <a:gd name="connsiteY168" fmla="*/ 635142 h 3249205"/>
                <a:gd name="connsiteX169" fmla="*/ 298441 w 2890837"/>
                <a:gd name="connsiteY169" fmla="*/ 610643 h 3249205"/>
                <a:gd name="connsiteX170" fmla="*/ 345029 w 2890837"/>
                <a:gd name="connsiteY170" fmla="*/ 584323 h 3249205"/>
                <a:gd name="connsiteX171" fmla="*/ 396196 w 2890837"/>
                <a:gd name="connsiteY171" fmla="*/ 555775 h 3249205"/>
                <a:gd name="connsiteX172" fmla="*/ 451743 w 2890837"/>
                <a:gd name="connsiteY172" fmla="*/ 524797 h 3249205"/>
                <a:gd name="connsiteX173" fmla="*/ 512666 w 2890837"/>
                <a:gd name="connsiteY173" fmla="*/ 490985 h 3249205"/>
                <a:gd name="connsiteX174" fmla="*/ 578366 w 2890837"/>
                <a:gd name="connsiteY174" fmla="*/ 454338 h 3249205"/>
                <a:gd name="connsiteX175" fmla="*/ 649642 w 2890837"/>
                <a:gd name="connsiteY175" fmla="*/ 414047 h 3249205"/>
                <a:gd name="connsiteX176" fmla="*/ 726094 w 2890837"/>
                <a:gd name="connsiteY176" fmla="*/ 369706 h 3249205"/>
                <a:gd name="connsiteX177" fmla="*/ 802546 w 2890837"/>
                <a:gd name="connsiteY177" fmla="*/ 325164 h 3249205"/>
                <a:gd name="connsiteX178" fmla="*/ 872826 w 2890837"/>
                <a:gd name="connsiteY178" fmla="*/ 283050 h 3249205"/>
                <a:gd name="connsiteX179" fmla="*/ 937332 w 2890837"/>
                <a:gd name="connsiteY179" fmla="*/ 244176 h 3249205"/>
                <a:gd name="connsiteX180" fmla="*/ 996662 w 2890837"/>
                <a:gd name="connsiteY180" fmla="*/ 207935 h 3249205"/>
                <a:gd name="connsiteX181" fmla="*/ 1051214 w 2890837"/>
                <a:gd name="connsiteY181" fmla="*/ 174932 h 3249205"/>
                <a:gd name="connsiteX182" fmla="*/ 1101186 w 2890837"/>
                <a:gd name="connsiteY182" fmla="*/ 144360 h 3249205"/>
                <a:gd name="connsiteX183" fmla="*/ 1147176 w 2890837"/>
                <a:gd name="connsiteY183" fmla="*/ 117027 h 3249205"/>
                <a:gd name="connsiteX184" fmla="*/ 1189384 w 2890837"/>
                <a:gd name="connsiteY184" fmla="*/ 92325 h 3249205"/>
                <a:gd name="connsiteX185" fmla="*/ 1228407 w 2890837"/>
                <a:gd name="connsiteY185" fmla="*/ 70864 h 3249205"/>
                <a:gd name="connsiteX186" fmla="*/ 1264642 w 2890837"/>
                <a:gd name="connsiteY186" fmla="*/ 52034 h 3249205"/>
                <a:gd name="connsiteX187" fmla="*/ 1298488 w 2890837"/>
                <a:gd name="connsiteY187" fmla="*/ 36242 h 3249205"/>
                <a:gd name="connsiteX188" fmla="*/ 1330342 w 2890837"/>
                <a:gd name="connsiteY188" fmla="*/ 23081 h 3249205"/>
                <a:gd name="connsiteX189" fmla="*/ 1360406 w 2890837"/>
                <a:gd name="connsiteY189" fmla="*/ 12958 h 3249205"/>
                <a:gd name="connsiteX190" fmla="*/ 1389473 w 2890837"/>
                <a:gd name="connsiteY190" fmla="*/ 5872 h 3249205"/>
                <a:gd name="connsiteX191" fmla="*/ 1417744 w 2890837"/>
                <a:gd name="connsiteY191" fmla="*/ 1417 h 3249205"/>
                <a:gd name="connsiteX192" fmla="*/ 1445618 w 2890837"/>
                <a:gd name="connsiteY192" fmla="*/ 0 h 3249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2890837" h="3249205">
                  <a:moveTo>
                    <a:pt x="1445618" y="0"/>
                  </a:moveTo>
                  <a:lnTo>
                    <a:pt x="1473092" y="1417"/>
                  </a:lnTo>
                  <a:lnTo>
                    <a:pt x="1501364" y="5872"/>
                  </a:lnTo>
                  <a:lnTo>
                    <a:pt x="1530431" y="12958"/>
                  </a:lnTo>
                  <a:lnTo>
                    <a:pt x="1560494" y="23081"/>
                  </a:lnTo>
                  <a:lnTo>
                    <a:pt x="1592350" y="36242"/>
                  </a:lnTo>
                  <a:lnTo>
                    <a:pt x="1626195" y="52034"/>
                  </a:lnTo>
                  <a:lnTo>
                    <a:pt x="1662430" y="70864"/>
                  </a:lnTo>
                  <a:lnTo>
                    <a:pt x="1701453" y="92325"/>
                  </a:lnTo>
                  <a:lnTo>
                    <a:pt x="1743660" y="117027"/>
                  </a:lnTo>
                  <a:lnTo>
                    <a:pt x="1789651" y="144360"/>
                  </a:lnTo>
                  <a:lnTo>
                    <a:pt x="1839624" y="174932"/>
                  </a:lnTo>
                  <a:lnTo>
                    <a:pt x="1894175" y="207935"/>
                  </a:lnTo>
                  <a:lnTo>
                    <a:pt x="1953505" y="244176"/>
                  </a:lnTo>
                  <a:lnTo>
                    <a:pt x="2018011" y="283050"/>
                  </a:lnTo>
                  <a:lnTo>
                    <a:pt x="2088291" y="325164"/>
                  </a:lnTo>
                  <a:lnTo>
                    <a:pt x="2164743" y="369706"/>
                  </a:lnTo>
                  <a:lnTo>
                    <a:pt x="2241195" y="414047"/>
                  </a:lnTo>
                  <a:lnTo>
                    <a:pt x="2312470" y="454338"/>
                  </a:lnTo>
                  <a:lnTo>
                    <a:pt x="2378171" y="491187"/>
                  </a:lnTo>
                  <a:lnTo>
                    <a:pt x="2439094" y="524999"/>
                  </a:lnTo>
                  <a:lnTo>
                    <a:pt x="2494641" y="555775"/>
                  </a:lnTo>
                  <a:lnTo>
                    <a:pt x="2545808" y="584323"/>
                  </a:lnTo>
                  <a:lnTo>
                    <a:pt x="2592396" y="610643"/>
                  </a:lnTo>
                  <a:lnTo>
                    <a:pt x="2634604" y="635142"/>
                  </a:lnTo>
                  <a:lnTo>
                    <a:pt x="2672830" y="658628"/>
                  </a:lnTo>
                  <a:lnTo>
                    <a:pt x="2707273" y="680697"/>
                  </a:lnTo>
                  <a:lnTo>
                    <a:pt x="2737535" y="702159"/>
                  </a:lnTo>
                  <a:lnTo>
                    <a:pt x="2764811" y="723620"/>
                  </a:lnTo>
                  <a:lnTo>
                    <a:pt x="2788702" y="744677"/>
                  </a:lnTo>
                  <a:lnTo>
                    <a:pt x="2809209" y="766341"/>
                  </a:lnTo>
                  <a:lnTo>
                    <a:pt x="2827127" y="788815"/>
                  </a:lnTo>
                  <a:lnTo>
                    <a:pt x="2842258" y="812301"/>
                  </a:lnTo>
                  <a:lnTo>
                    <a:pt x="2854801" y="837205"/>
                  </a:lnTo>
                  <a:lnTo>
                    <a:pt x="2865154" y="863931"/>
                  </a:lnTo>
                  <a:lnTo>
                    <a:pt x="2873516" y="892884"/>
                  </a:lnTo>
                  <a:lnTo>
                    <a:pt x="2879688" y="924266"/>
                  </a:lnTo>
                  <a:lnTo>
                    <a:pt x="2884665" y="958483"/>
                  </a:lnTo>
                  <a:lnTo>
                    <a:pt x="2887850" y="995940"/>
                  </a:lnTo>
                  <a:lnTo>
                    <a:pt x="2889842" y="1036838"/>
                  </a:lnTo>
                  <a:lnTo>
                    <a:pt x="2890638" y="1081786"/>
                  </a:lnTo>
                  <a:lnTo>
                    <a:pt x="2890837" y="1131188"/>
                  </a:lnTo>
                  <a:lnTo>
                    <a:pt x="2890240" y="1185045"/>
                  </a:lnTo>
                  <a:lnTo>
                    <a:pt x="2889045" y="1243558"/>
                  </a:lnTo>
                  <a:lnTo>
                    <a:pt x="2887850" y="1307740"/>
                  </a:lnTo>
                  <a:lnTo>
                    <a:pt x="2886457" y="1377592"/>
                  </a:lnTo>
                  <a:lnTo>
                    <a:pt x="2885262" y="1453315"/>
                  </a:lnTo>
                  <a:lnTo>
                    <a:pt x="2884267" y="1535719"/>
                  </a:lnTo>
                  <a:lnTo>
                    <a:pt x="2883869" y="1624603"/>
                  </a:lnTo>
                  <a:lnTo>
                    <a:pt x="2884267" y="1713486"/>
                  </a:lnTo>
                  <a:lnTo>
                    <a:pt x="2885262" y="1795891"/>
                  </a:lnTo>
                  <a:lnTo>
                    <a:pt x="2886457" y="1871614"/>
                  </a:lnTo>
                  <a:lnTo>
                    <a:pt x="2887850" y="1941465"/>
                  </a:lnTo>
                  <a:lnTo>
                    <a:pt x="2889045" y="2005647"/>
                  </a:lnTo>
                  <a:lnTo>
                    <a:pt x="2890240" y="2064161"/>
                  </a:lnTo>
                  <a:lnTo>
                    <a:pt x="2890837" y="2118017"/>
                  </a:lnTo>
                  <a:lnTo>
                    <a:pt x="2890638" y="2167419"/>
                  </a:lnTo>
                  <a:lnTo>
                    <a:pt x="2889842" y="2212367"/>
                  </a:lnTo>
                  <a:lnTo>
                    <a:pt x="2887850" y="2253265"/>
                  </a:lnTo>
                  <a:lnTo>
                    <a:pt x="2884665" y="2290722"/>
                  </a:lnTo>
                  <a:lnTo>
                    <a:pt x="2879887" y="2324939"/>
                  </a:lnTo>
                  <a:lnTo>
                    <a:pt x="2873516" y="2356322"/>
                  </a:lnTo>
                  <a:lnTo>
                    <a:pt x="2865154" y="2385275"/>
                  </a:lnTo>
                  <a:lnTo>
                    <a:pt x="2854801" y="2412000"/>
                  </a:lnTo>
                  <a:lnTo>
                    <a:pt x="2842258" y="2436904"/>
                  </a:lnTo>
                  <a:lnTo>
                    <a:pt x="2827127" y="2460390"/>
                  </a:lnTo>
                  <a:lnTo>
                    <a:pt x="2809209" y="2482864"/>
                  </a:lnTo>
                  <a:lnTo>
                    <a:pt x="2788702" y="2504528"/>
                  </a:lnTo>
                  <a:lnTo>
                    <a:pt x="2764811" y="2525585"/>
                  </a:lnTo>
                  <a:lnTo>
                    <a:pt x="2737734" y="2547046"/>
                  </a:lnTo>
                  <a:lnTo>
                    <a:pt x="2707273" y="2568508"/>
                  </a:lnTo>
                  <a:lnTo>
                    <a:pt x="2672830" y="2590779"/>
                  </a:lnTo>
                  <a:lnTo>
                    <a:pt x="2634803" y="2614063"/>
                  </a:lnTo>
                  <a:lnTo>
                    <a:pt x="2592396" y="2638562"/>
                  </a:lnTo>
                  <a:lnTo>
                    <a:pt x="2545808" y="2664883"/>
                  </a:lnTo>
                  <a:lnTo>
                    <a:pt x="2494641" y="2693431"/>
                  </a:lnTo>
                  <a:lnTo>
                    <a:pt x="2439094" y="2724408"/>
                  </a:lnTo>
                  <a:lnTo>
                    <a:pt x="2378171" y="2758220"/>
                  </a:lnTo>
                  <a:lnTo>
                    <a:pt x="2312470" y="2794867"/>
                  </a:lnTo>
                  <a:lnTo>
                    <a:pt x="2241195" y="2835158"/>
                  </a:lnTo>
                  <a:lnTo>
                    <a:pt x="2164743" y="2879499"/>
                  </a:lnTo>
                  <a:lnTo>
                    <a:pt x="2088291" y="2924042"/>
                  </a:lnTo>
                  <a:lnTo>
                    <a:pt x="2018011" y="2966155"/>
                  </a:lnTo>
                  <a:lnTo>
                    <a:pt x="1953505" y="3005029"/>
                  </a:lnTo>
                  <a:lnTo>
                    <a:pt x="1894175" y="3041271"/>
                  </a:lnTo>
                  <a:lnTo>
                    <a:pt x="1839624" y="3074273"/>
                  </a:lnTo>
                  <a:lnTo>
                    <a:pt x="1789651" y="3104846"/>
                  </a:lnTo>
                  <a:lnTo>
                    <a:pt x="1743660" y="3132179"/>
                  </a:lnTo>
                  <a:lnTo>
                    <a:pt x="1701453" y="3156880"/>
                  </a:lnTo>
                  <a:lnTo>
                    <a:pt x="1662430" y="3178341"/>
                  </a:lnTo>
                  <a:lnTo>
                    <a:pt x="1626195" y="3197171"/>
                  </a:lnTo>
                  <a:lnTo>
                    <a:pt x="1592350" y="3212963"/>
                  </a:lnTo>
                  <a:lnTo>
                    <a:pt x="1560494" y="3226124"/>
                  </a:lnTo>
                  <a:lnTo>
                    <a:pt x="1530431" y="3236247"/>
                  </a:lnTo>
                  <a:lnTo>
                    <a:pt x="1501364" y="3243334"/>
                  </a:lnTo>
                  <a:lnTo>
                    <a:pt x="1473092" y="3247788"/>
                  </a:lnTo>
                  <a:lnTo>
                    <a:pt x="1445618" y="3249205"/>
                  </a:lnTo>
                  <a:lnTo>
                    <a:pt x="1417744" y="3247788"/>
                  </a:lnTo>
                  <a:lnTo>
                    <a:pt x="1389473" y="3243334"/>
                  </a:lnTo>
                  <a:lnTo>
                    <a:pt x="1360406" y="3236247"/>
                  </a:lnTo>
                  <a:lnTo>
                    <a:pt x="1330342" y="3226124"/>
                  </a:lnTo>
                  <a:lnTo>
                    <a:pt x="1298488" y="3212963"/>
                  </a:lnTo>
                  <a:lnTo>
                    <a:pt x="1264642" y="3197171"/>
                  </a:lnTo>
                  <a:lnTo>
                    <a:pt x="1228407" y="3178341"/>
                  </a:lnTo>
                  <a:lnTo>
                    <a:pt x="1189384" y="3156880"/>
                  </a:lnTo>
                  <a:lnTo>
                    <a:pt x="1147176" y="3132179"/>
                  </a:lnTo>
                  <a:lnTo>
                    <a:pt x="1101186" y="3104846"/>
                  </a:lnTo>
                  <a:lnTo>
                    <a:pt x="1051214" y="3074273"/>
                  </a:lnTo>
                  <a:lnTo>
                    <a:pt x="996662" y="3041271"/>
                  </a:lnTo>
                  <a:lnTo>
                    <a:pt x="937332" y="3005029"/>
                  </a:lnTo>
                  <a:lnTo>
                    <a:pt x="872826" y="2966155"/>
                  </a:lnTo>
                  <a:lnTo>
                    <a:pt x="802546" y="2924042"/>
                  </a:lnTo>
                  <a:lnTo>
                    <a:pt x="726094" y="2879499"/>
                  </a:lnTo>
                  <a:lnTo>
                    <a:pt x="649642" y="2835158"/>
                  </a:lnTo>
                  <a:lnTo>
                    <a:pt x="578366" y="2794867"/>
                  </a:lnTo>
                  <a:lnTo>
                    <a:pt x="512666" y="2758018"/>
                  </a:lnTo>
                  <a:lnTo>
                    <a:pt x="451743" y="2724206"/>
                  </a:lnTo>
                  <a:lnTo>
                    <a:pt x="396196" y="2693431"/>
                  </a:lnTo>
                  <a:lnTo>
                    <a:pt x="345029" y="2664883"/>
                  </a:lnTo>
                  <a:lnTo>
                    <a:pt x="298441" y="2638562"/>
                  </a:lnTo>
                  <a:lnTo>
                    <a:pt x="256233" y="2614063"/>
                  </a:lnTo>
                  <a:lnTo>
                    <a:pt x="218007" y="2590577"/>
                  </a:lnTo>
                  <a:lnTo>
                    <a:pt x="183564" y="2568508"/>
                  </a:lnTo>
                  <a:lnTo>
                    <a:pt x="153302" y="2547046"/>
                  </a:lnTo>
                  <a:lnTo>
                    <a:pt x="126026" y="2525585"/>
                  </a:lnTo>
                  <a:lnTo>
                    <a:pt x="102135" y="2504528"/>
                  </a:lnTo>
                  <a:lnTo>
                    <a:pt x="81628" y="2482864"/>
                  </a:lnTo>
                  <a:lnTo>
                    <a:pt x="63710" y="2460390"/>
                  </a:lnTo>
                  <a:lnTo>
                    <a:pt x="48579" y="2436904"/>
                  </a:lnTo>
                  <a:lnTo>
                    <a:pt x="36036" y="2412000"/>
                  </a:lnTo>
                  <a:lnTo>
                    <a:pt x="25683" y="2385275"/>
                  </a:lnTo>
                  <a:lnTo>
                    <a:pt x="17321" y="2356322"/>
                  </a:lnTo>
                  <a:lnTo>
                    <a:pt x="11149" y="2324939"/>
                  </a:lnTo>
                  <a:lnTo>
                    <a:pt x="6172" y="2290722"/>
                  </a:lnTo>
                  <a:lnTo>
                    <a:pt x="2986" y="2253265"/>
                  </a:lnTo>
                  <a:lnTo>
                    <a:pt x="995" y="2212367"/>
                  </a:lnTo>
                  <a:lnTo>
                    <a:pt x="199" y="2167419"/>
                  </a:lnTo>
                  <a:lnTo>
                    <a:pt x="0" y="2118017"/>
                  </a:lnTo>
                  <a:lnTo>
                    <a:pt x="597" y="2064161"/>
                  </a:lnTo>
                  <a:lnTo>
                    <a:pt x="1792" y="2005647"/>
                  </a:lnTo>
                  <a:lnTo>
                    <a:pt x="2986" y="1941465"/>
                  </a:lnTo>
                  <a:lnTo>
                    <a:pt x="4380" y="1871614"/>
                  </a:lnTo>
                  <a:lnTo>
                    <a:pt x="5575" y="1795891"/>
                  </a:lnTo>
                  <a:lnTo>
                    <a:pt x="6570" y="1713486"/>
                  </a:lnTo>
                  <a:lnTo>
                    <a:pt x="6968" y="1624603"/>
                  </a:lnTo>
                  <a:lnTo>
                    <a:pt x="6570" y="1535719"/>
                  </a:lnTo>
                  <a:lnTo>
                    <a:pt x="5575" y="1453315"/>
                  </a:lnTo>
                  <a:lnTo>
                    <a:pt x="4380" y="1377592"/>
                  </a:lnTo>
                  <a:lnTo>
                    <a:pt x="2986" y="1307740"/>
                  </a:lnTo>
                  <a:lnTo>
                    <a:pt x="1792" y="1243558"/>
                  </a:lnTo>
                  <a:lnTo>
                    <a:pt x="597" y="1185045"/>
                  </a:lnTo>
                  <a:lnTo>
                    <a:pt x="0" y="1131188"/>
                  </a:lnTo>
                  <a:lnTo>
                    <a:pt x="199" y="1081786"/>
                  </a:lnTo>
                  <a:lnTo>
                    <a:pt x="995" y="1036838"/>
                  </a:lnTo>
                  <a:lnTo>
                    <a:pt x="2986" y="995940"/>
                  </a:lnTo>
                  <a:lnTo>
                    <a:pt x="6172" y="958483"/>
                  </a:lnTo>
                  <a:lnTo>
                    <a:pt x="10950" y="924266"/>
                  </a:lnTo>
                  <a:lnTo>
                    <a:pt x="17321" y="892884"/>
                  </a:lnTo>
                  <a:lnTo>
                    <a:pt x="25683" y="863931"/>
                  </a:lnTo>
                  <a:lnTo>
                    <a:pt x="36036" y="837205"/>
                  </a:lnTo>
                  <a:lnTo>
                    <a:pt x="48579" y="812301"/>
                  </a:lnTo>
                  <a:lnTo>
                    <a:pt x="63710" y="788815"/>
                  </a:lnTo>
                  <a:lnTo>
                    <a:pt x="81628" y="766341"/>
                  </a:lnTo>
                  <a:lnTo>
                    <a:pt x="102135" y="744677"/>
                  </a:lnTo>
                  <a:lnTo>
                    <a:pt x="126026" y="723620"/>
                  </a:lnTo>
                  <a:lnTo>
                    <a:pt x="153103" y="702159"/>
                  </a:lnTo>
                  <a:lnTo>
                    <a:pt x="183564" y="680697"/>
                  </a:lnTo>
                  <a:lnTo>
                    <a:pt x="218007" y="658426"/>
                  </a:lnTo>
                  <a:lnTo>
                    <a:pt x="256034" y="635142"/>
                  </a:lnTo>
                  <a:lnTo>
                    <a:pt x="298441" y="610643"/>
                  </a:lnTo>
                  <a:lnTo>
                    <a:pt x="345029" y="584323"/>
                  </a:lnTo>
                  <a:lnTo>
                    <a:pt x="396196" y="555775"/>
                  </a:lnTo>
                  <a:lnTo>
                    <a:pt x="451743" y="524797"/>
                  </a:lnTo>
                  <a:lnTo>
                    <a:pt x="512666" y="490985"/>
                  </a:lnTo>
                  <a:lnTo>
                    <a:pt x="578366" y="454338"/>
                  </a:lnTo>
                  <a:lnTo>
                    <a:pt x="649642" y="414047"/>
                  </a:lnTo>
                  <a:lnTo>
                    <a:pt x="726094" y="369706"/>
                  </a:lnTo>
                  <a:lnTo>
                    <a:pt x="802546" y="325164"/>
                  </a:lnTo>
                  <a:lnTo>
                    <a:pt x="872826" y="283050"/>
                  </a:lnTo>
                  <a:lnTo>
                    <a:pt x="937332" y="244176"/>
                  </a:lnTo>
                  <a:lnTo>
                    <a:pt x="996662" y="207935"/>
                  </a:lnTo>
                  <a:lnTo>
                    <a:pt x="1051214" y="174932"/>
                  </a:lnTo>
                  <a:lnTo>
                    <a:pt x="1101186" y="144360"/>
                  </a:lnTo>
                  <a:lnTo>
                    <a:pt x="1147176" y="117027"/>
                  </a:lnTo>
                  <a:lnTo>
                    <a:pt x="1189384" y="92325"/>
                  </a:lnTo>
                  <a:lnTo>
                    <a:pt x="1228407" y="70864"/>
                  </a:lnTo>
                  <a:lnTo>
                    <a:pt x="1264642" y="52034"/>
                  </a:lnTo>
                  <a:lnTo>
                    <a:pt x="1298488" y="36242"/>
                  </a:lnTo>
                  <a:lnTo>
                    <a:pt x="1330342" y="23081"/>
                  </a:lnTo>
                  <a:lnTo>
                    <a:pt x="1360406" y="12958"/>
                  </a:lnTo>
                  <a:lnTo>
                    <a:pt x="1389473" y="5872"/>
                  </a:lnTo>
                  <a:lnTo>
                    <a:pt x="1417744" y="1417"/>
                  </a:lnTo>
                  <a:lnTo>
                    <a:pt x="1445618" y="0"/>
                  </a:lnTo>
                  <a:close/>
                </a:path>
              </a:pathLst>
            </a:custGeom>
            <a:gradFill>
              <a:gsLst>
                <a:gs pos="100000">
                  <a:schemeClr val="bg1">
                    <a:alpha val="3000"/>
                  </a:schemeClr>
                </a:gs>
                <a:gs pos="0">
                  <a:schemeClr val="bg1">
                    <a:alpha val="0"/>
                  </a:schemeClr>
                </a:gs>
              </a:gsLst>
              <a:lin ang="0" scaled="0"/>
            </a:gradFill>
            <a:ln w="952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Freeform: Shape 4">
              <a:extLst>
                <a:ext uri="{FF2B5EF4-FFF2-40B4-BE49-F238E27FC236}">
                  <a16:creationId xmlns:a16="http://schemas.microsoft.com/office/drawing/2014/main" id="{E6F2B839-7797-4C73-B718-AC6D6C9FDED0}"/>
                </a:ext>
              </a:extLst>
            </p:cNvPr>
            <p:cNvSpPr/>
            <p:nvPr/>
          </p:nvSpPr>
          <p:spPr>
            <a:xfrm flipH="1">
              <a:off x="13546775" y="3868757"/>
              <a:ext cx="7817322" cy="8786407"/>
            </a:xfrm>
            <a:custGeom>
              <a:avLst/>
              <a:gdLst>
                <a:gd name="connsiteX0" fmla="*/ 1445618 w 2890837"/>
                <a:gd name="connsiteY0" fmla="*/ 0 h 3249205"/>
                <a:gd name="connsiteX1" fmla="*/ 1473092 w 2890837"/>
                <a:gd name="connsiteY1" fmla="*/ 1417 h 3249205"/>
                <a:gd name="connsiteX2" fmla="*/ 1501364 w 2890837"/>
                <a:gd name="connsiteY2" fmla="*/ 5872 h 3249205"/>
                <a:gd name="connsiteX3" fmla="*/ 1530431 w 2890837"/>
                <a:gd name="connsiteY3" fmla="*/ 12958 h 3249205"/>
                <a:gd name="connsiteX4" fmla="*/ 1560494 w 2890837"/>
                <a:gd name="connsiteY4" fmla="*/ 23081 h 3249205"/>
                <a:gd name="connsiteX5" fmla="*/ 1592350 w 2890837"/>
                <a:gd name="connsiteY5" fmla="*/ 36242 h 3249205"/>
                <a:gd name="connsiteX6" fmla="*/ 1626195 w 2890837"/>
                <a:gd name="connsiteY6" fmla="*/ 52034 h 3249205"/>
                <a:gd name="connsiteX7" fmla="*/ 1662430 w 2890837"/>
                <a:gd name="connsiteY7" fmla="*/ 70864 h 3249205"/>
                <a:gd name="connsiteX8" fmla="*/ 1701453 w 2890837"/>
                <a:gd name="connsiteY8" fmla="*/ 92325 h 3249205"/>
                <a:gd name="connsiteX9" fmla="*/ 1743660 w 2890837"/>
                <a:gd name="connsiteY9" fmla="*/ 117027 h 3249205"/>
                <a:gd name="connsiteX10" fmla="*/ 1789651 w 2890837"/>
                <a:gd name="connsiteY10" fmla="*/ 144360 h 3249205"/>
                <a:gd name="connsiteX11" fmla="*/ 1839624 w 2890837"/>
                <a:gd name="connsiteY11" fmla="*/ 174932 h 3249205"/>
                <a:gd name="connsiteX12" fmla="*/ 1894175 w 2890837"/>
                <a:gd name="connsiteY12" fmla="*/ 207935 h 3249205"/>
                <a:gd name="connsiteX13" fmla="*/ 1953505 w 2890837"/>
                <a:gd name="connsiteY13" fmla="*/ 244176 h 3249205"/>
                <a:gd name="connsiteX14" fmla="*/ 2018011 w 2890837"/>
                <a:gd name="connsiteY14" fmla="*/ 283050 h 3249205"/>
                <a:gd name="connsiteX15" fmla="*/ 2088291 w 2890837"/>
                <a:gd name="connsiteY15" fmla="*/ 325164 h 3249205"/>
                <a:gd name="connsiteX16" fmla="*/ 2164743 w 2890837"/>
                <a:gd name="connsiteY16" fmla="*/ 369706 h 3249205"/>
                <a:gd name="connsiteX17" fmla="*/ 2241195 w 2890837"/>
                <a:gd name="connsiteY17" fmla="*/ 414047 h 3249205"/>
                <a:gd name="connsiteX18" fmla="*/ 2312470 w 2890837"/>
                <a:gd name="connsiteY18" fmla="*/ 454338 h 3249205"/>
                <a:gd name="connsiteX19" fmla="*/ 2378171 w 2890837"/>
                <a:gd name="connsiteY19" fmla="*/ 491187 h 3249205"/>
                <a:gd name="connsiteX20" fmla="*/ 2439094 w 2890837"/>
                <a:gd name="connsiteY20" fmla="*/ 524999 h 3249205"/>
                <a:gd name="connsiteX21" fmla="*/ 2494641 w 2890837"/>
                <a:gd name="connsiteY21" fmla="*/ 555775 h 3249205"/>
                <a:gd name="connsiteX22" fmla="*/ 2545808 w 2890837"/>
                <a:gd name="connsiteY22" fmla="*/ 584323 h 3249205"/>
                <a:gd name="connsiteX23" fmla="*/ 2592396 w 2890837"/>
                <a:gd name="connsiteY23" fmla="*/ 610643 h 3249205"/>
                <a:gd name="connsiteX24" fmla="*/ 2634604 w 2890837"/>
                <a:gd name="connsiteY24" fmla="*/ 635142 h 3249205"/>
                <a:gd name="connsiteX25" fmla="*/ 2672830 w 2890837"/>
                <a:gd name="connsiteY25" fmla="*/ 658628 h 3249205"/>
                <a:gd name="connsiteX26" fmla="*/ 2707273 w 2890837"/>
                <a:gd name="connsiteY26" fmla="*/ 680697 h 3249205"/>
                <a:gd name="connsiteX27" fmla="*/ 2737535 w 2890837"/>
                <a:gd name="connsiteY27" fmla="*/ 702159 h 3249205"/>
                <a:gd name="connsiteX28" fmla="*/ 2764811 w 2890837"/>
                <a:gd name="connsiteY28" fmla="*/ 723620 h 3249205"/>
                <a:gd name="connsiteX29" fmla="*/ 2788702 w 2890837"/>
                <a:gd name="connsiteY29" fmla="*/ 744677 h 3249205"/>
                <a:gd name="connsiteX30" fmla="*/ 2809209 w 2890837"/>
                <a:gd name="connsiteY30" fmla="*/ 766341 h 3249205"/>
                <a:gd name="connsiteX31" fmla="*/ 2827127 w 2890837"/>
                <a:gd name="connsiteY31" fmla="*/ 788815 h 3249205"/>
                <a:gd name="connsiteX32" fmla="*/ 2842258 w 2890837"/>
                <a:gd name="connsiteY32" fmla="*/ 812301 h 3249205"/>
                <a:gd name="connsiteX33" fmla="*/ 2854801 w 2890837"/>
                <a:gd name="connsiteY33" fmla="*/ 837205 h 3249205"/>
                <a:gd name="connsiteX34" fmla="*/ 2865154 w 2890837"/>
                <a:gd name="connsiteY34" fmla="*/ 863931 h 3249205"/>
                <a:gd name="connsiteX35" fmla="*/ 2873516 w 2890837"/>
                <a:gd name="connsiteY35" fmla="*/ 892884 h 3249205"/>
                <a:gd name="connsiteX36" fmla="*/ 2879688 w 2890837"/>
                <a:gd name="connsiteY36" fmla="*/ 924266 h 3249205"/>
                <a:gd name="connsiteX37" fmla="*/ 2884665 w 2890837"/>
                <a:gd name="connsiteY37" fmla="*/ 958483 h 3249205"/>
                <a:gd name="connsiteX38" fmla="*/ 2887850 w 2890837"/>
                <a:gd name="connsiteY38" fmla="*/ 995940 h 3249205"/>
                <a:gd name="connsiteX39" fmla="*/ 2889842 w 2890837"/>
                <a:gd name="connsiteY39" fmla="*/ 1036838 h 3249205"/>
                <a:gd name="connsiteX40" fmla="*/ 2890638 w 2890837"/>
                <a:gd name="connsiteY40" fmla="*/ 1081786 h 3249205"/>
                <a:gd name="connsiteX41" fmla="*/ 2890837 w 2890837"/>
                <a:gd name="connsiteY41" fmla="*/ 1131188 h 3249205"/>
                <a:gd name="connsiteX42" fmla="*/ 2890240 w 2890837"/>
                <a:gd name="connsiteY42" fmla="*/ 1185045 h 3249205"/>
                <a:gd name="connsiteX43" fmla="*/ 2889045 w 2890837"/>
                <a:gd name="connsiteY43" fmla="*/ 1243558 h 3249205"/>
                <a:gd name="connsiteX44" fmla="*/ 2887850 w 2890837"/>
                <a:gd name="connsiteY44" fmla="*/ 1307740 h 3249205"/>
                <a:gd name="connsiteX45" fmla="*/ 2886457 w 2890837"/>
                <a:gd name="connsiteY45" fmla="*/ 1377592 h 3249205"/>
                <a:gd name="connsiteX46" fmla="*/ 2885262 w 2890837"/>
                <a:gd name="connsiteY46" fmla="*/ 1453315 h 3249205"/>
                <a:gd name="connsiteX47" fmla="*/ 2884267 w 2890837"/>
                <a:gd name="connsiteY47" fmla="*/ 1535719 h 3249205"/>
                <a:gd name="connsiteX48" fmla="*/ 2883869 w 2890837"/>
                <a:gd name="connsiteY48" fmla="*/ 1624603 h 3249205"/>
                <a:gd name="connsiteX49" fmla="*/ 2884267 w 2890837"/>
                <a:gd name="connsiteY49" fmla="*/ 1713486 h 3249205"/>
                <a:gd name="connsiteX50" fmla="*/ 2885262 w 2890837"/>
                <a:gd name="connsiteY50" fmla="*/ 1795891 h 3249205"/>
                <a:gd name="connsiteX51" fmla="*/ 2886457 w 2890837"/>
                <a:gd name="connsiteY51" fmla="*/ 1871614 h 3249205"/>
                <a:gd name="connsiteX52" fmla="*/ 2887850 w 2890837"/>
                <a:gd name="connsiteY52" fmla="*/ 1941465 h 3249205"/>
                <a:gd name="connsiteX53" fmla="*/ 2889045 w 2890837"/>
                <a:gd name="connsiteY53" fmla="*/ 2005647 h 3249205"/>
                <a:gd name="connsiteX54" fmla="*/ 2890240 w 2890837"/>
                <a:gd name="connsiteY54" fmla="*/ 2064161 h 3249205"/>
                <a:gd name="connsiteX55" fmla="*/ 2890837 w 2890837"/>
                <a:gd name="connsiteY55" fmla="*/ 2118017 h 3249205"/>
                <a:gd name="connsiteX56" fmla="*/ 2890638 w 2890837"/>
                <a:gd name="connsiteY56" fmla="*/ 2167419 h 3249205"/>
                <a:gd name="connsiteX57" fmla="*/ 2889842 w 2890837"/>
                <a:gd name="connsiteY57" fmla="*/ 2212367 h 3249205"/>
                <a:gd name="connsiteX58" fmla="*/ 2887850 w 2890837"/>
                <a:gd name="connsiteY58" fmla="*/ 2253265 h 3249205"/>
                <a:gd name="connsiteX59" fmla="*/ 2884665 w 2890837"/>
                <a:gd name="connsiteY59" fmla="*/ 2290722 h 3249205"/>
                <a:gd name="connsiteX60" fmla="*/ 2879887 w 2890837"/>
                <a:gd name="connsiteY60" fmla="*/ 2324939 h 3249205"/>
                <a:gd name="connsiteX61" fmla="*/ 2873516 w 2890837"/>
                <a:gd name="connsiteY61" fmla="*/ 2356322 h 3249205"/>
                <a:gd name="connsiteX62" fmla="*/ 2865154 w 2890837"/>
                <a:gd name="connsiteY62" fmla="*/ 2385275 h 3249205"/>
                <a:gd name="connsiteX63" fmla="*/ 2854801 w 2890837"/>
                <a:gd name="connsiteY63" fmla="*/ 2412000 h 3249205"/>
                <a:gd name="connsiteX64" fmla="*/ 2842258 w 2890837"/>
                <a:gd name="connsiteY64" fmla="*/ 2436904 h 3249205"/>
                <a:gd name="connsiteX65" fmla="*/ 2827127 w 2890837"/>
                <a:gd name="connsiteY65" fmla="*/ 2460390 h 3249205"/>
                <a:gd name="connsiteX66" fmla="*/ 2809209 w 2890837"/>
                <a:gd name="connsiteY66" fmla="*/ 2482864 h 3249205"/>
                <a:gd name="connsiteX67" fmla="*/ 2788702 w 2890837"/>
                <a:gd name="connsiteY67" fmla="*/ 2504528 h 3249205"/>
                <a:gd name="connsiteX68" fmla="*/ 2764811 w 2890837"/>
                <a:gd name="connsiteY68" fmla="*/ 2525585 h 3249205"/>
                <a:gd name="connsiteX69" fmla="*/ 2737734 w 2890837"/>
                <a:gd name="connsiteY69" fmla="*/ 2547046 h 3249205"/>
                <a:gd name="connsiteX70" fmla="*/ 2707273 w 2890837"/>
                <a:gd name="connsiteY70" fmla="*/ 2568508 h 3249205"/>
                <a:gd name="connsiteX71" fmla="*/ 2672830 w 2890837"/>
                <a:gd name="connsiteY71" fmla="*/ 2590779 h 3249205"/>
                <a:gd name="connsiteX72" fmla="*/ 2634803 w 2890837"/>
                <a:gd name="connsiteY72" fmla="*/ 2614063 h 3249205"/>
                <a:gd name="connsiteX73" fmla="*/ 2592396 w 2890837"/>
                <a:gd name="connsiteY73" fmla="*/ 2638562 h 3249205"/>
                <a:gd name="connsiteX74" fmla="*/ 2545808 w 2890837"/>
                <a:gd name="connsiteY74" fmla="*/ 2664883 h 3249205"/>
                <a:gd name="connsiteX75" fmla="*/ 2494641 w 2890837"/>
                <a:gd name="connsiteY75" fmla="*/ 2693431 h 3249205"/>
                <a:gd name="connsiteX76" fmla="*/ 2439094 w 2890837"/>
                <a:gd name="connsiteY76" fmla="*/ 2724408 h 3249205"/>
                <a:gd name="connsiteX77" fmla="*/ 2378171 w 2890837"/>
                <a:gd name="connsiteY77" fmla="*/ 2758220 h 3249205"/>
                <a:gd name="connsiteX78" fmla="*/ 2312470 w 2890837"/>
                <a:gd name="connsiteY78" fmla="*/ 2794867 h 3249205"/>
                <a:gd name="connsiteX79" fmla="*/ 2241195 w 2890837"/>
                <a:gd name="connsiteY79" fmla="*/ 2835158 h 3249205"/>
                <a:gd name="connsiteX80" fmla="*/ 2164743 w 2890837"/>
                <a:gd name="connsiteY80" fmla="*/ 2879499 h 3249205"/>
                <a:gd name="connsiteX81" fmla="*/ 2088291 w 2890837"/>
                <a:gd name="connsiteY81" fmla="*/ 2924042 h 3249205"/>
                <a:gd name="connsiteX82" fmla="*/ 2018011 w 2890837"/>
                <a:gd name="connsiteY82" fmla="*/ 2966155 h 3249205"/>
                <a:gd name="connsiteX83" fmla="*/ 1953505 w 2890837"/>
                <a:gd name="connsiteY83" fmla="*/ 3005029 h 3249205"/>
                <a:gd name="connsiteX84" fmla="*/ 1894175 w 2890837"/>
                <a:gd name="connsiteY84" fmla="*/ 3041271 h 3249205"/>
                <a:gd name="connsiteX85" fmla="*/ 1839624 w 2890837"/>
                <a:gd name="connsiteY85" fmla="*/ 3074273 h 3249205"/>
                <a:gd name="connsiteX86" fmla="*/ 1789651 w 2890837"/>
                <a:gd name="connsiteY86" fmla="*/ 3104846 h 3249205"/>
                <a:gd name="connsiteX87" fmla="*/ 1743660 w 2890837"/>
                <a:gd name="connsiteY87" fmla="*/ 3132179 h 3249205"/>
                <a:gd name="connsiteX88" fmla="*/ 1701453 w 2890837"/>
                <a:gd name="connsiteY88" fmla="*/ 3156880 h 3249205"/>
                <a:gd name="connsiteX89" fmla="*/ 1662430 w 2890837"/>
                <a:gd name="connsiteY89" fmla="*/ 3178341 h 3249205"/>
                <a:gd name="connsiteX90" fmla="*/ 1626195 w 2890837"/>
                <a:gd name="connsiteY90" fmla="*/ 3197171 h 3249205"/>
                <a:gd name="connsiteX91" fmla="*/ 1592350 w 2890837"/>
                <a:gd name="connsiteY91" fmla="*/ 3212963 h 3249205"/>
                <a:gd name="connsiteX92" fmla="*/ 1560494 w 2890837"/>
                <a:gd name="connsiteY92" fmla="*/ 3226124 h 3249205"/>
                <a:gd name="connsiteX93" fmla="*/ 1530431 w 2890837"/>
                <a:gd name="connsiteY93" fmla="*/ 3236247 h 3249205"/>
                <a:gd name="connsiteX94" fmla="*/ 1501364 w 2890837"/>
                <a:gd name="connsiteY94" fmla="*/ 3243334 h 3249205"/>
                <a:gd name="connsiteX95" fmla="*/ 1473092 w 2890837"/>
                <a:gd name="connsiteY95" fmla="*/ 3247788 h 3249205"/>
                <a:gd name="connsiteX96" fmla="*/ 1445618 w 2890837"/>
                <a:gd name="connsiteY96" fmla="*/ 3249205 h 3249205"/>
                <a:gd name="connsiteX97" fmla="*/ 1417744 w 2890837"/>
                <a:gd name="connsiteY97" fmla="*/ 3247788 h 3249205"/>
                <a:gd name="connsiteX98" fmla="*/ 1389473 w 2890837"/>
                <a:gd name="connsiteY98" fmla="*/ 3243334 h 3249205"/>
                <a:gd name="connsiteX99" fmla="*/ 1360406 w 2890837"/>
                <a:gd name="connsiteY99" fmla="*/ 3236247 h 3249205"/>
                <a:gd name="connsiteX100" fmla="*/ 1330342 w 2890837"/>
                <a:gd name="connsiteY100" fmla="*/ 3226124 h 3249205"/>
                <a:gd name="connsiteX101" fmla="*/ 1298488 w 2890837"/>
                <a:gd name="connsiteY101" fmla="*/ 3212963 h 3249205"/>
                <a:gd name="connsiteX102" fmla="*/ 1264642 w 2890837"/>
                <a:gd name="connsiteY102" fmla="*/ 3197171 h 3249205"/>
                <a:gd name="connsiteX103" fmla="*/ 1228407 w 2890837"/>
                <a:gd name="connsiteY103" fmla="*/ 3178341 h 3249205"/>
                <a:gd name="connsiteX104" fmla="*/ 1189384 w 2890837"/>
                <a:gd name="connsiteY104" fmla="*/ 3156880 h 3249205"/>
                <a:gd name="connsiteX105" fmla="*/ 1147176 w 2890837"/>
                <a:gd name="connsiteY105" fmla="*/ 3132179 h 3249205"/>
                <a:gd name="connsiteX106" fmla="*/ 1101186 w 2890837"/>
                <a:gd name="connsiteY106" fmla="*/ 3104846 h 3249205"/>
                <a:gd name="connsiteX107" fmla="*/ 1051214 w 2890837"/>
                <a:gd name="connsiteY107" fmla="*/ 3074273 h 3249205"/>
                <a:gd name="connsiteX108" fmla="*/ 996662 w 2890837"/>
                <a:gd name="connsiteY108" fmla="*/ 3041271 h 3249205"/>
                <a:gd name="connsiteX109" fmla="*/ 937332 w 2890837"/>
                <a:gd name="connsiteY109" fmla="*/ 3005029 h 3249205"/>
                <a:gd name="connsiteX110" fmla="*/ 872826 w 2890837"/>
                <a:gd name="connsiteY110" fmla="*/ 2966155 h 3249205"/>
                <a:gd name="connsiteX111" fmla="*/ 802546 w 2890837"/>
                <a:gd name="connsiteY111" fmla="*/ 2924042 h 3249205"/>
                <a:gd name="connsiteX112" fmla="*/ 726094 w 2890837"/>
                <a:gd name="connsiteY112" fmla="*/ 2879499 h 3249205"/>
                <a:gd name="connsiteX113" fmla="*/ 649642 w 2890837"/>
                <a:gd name="connsiteY113" fmla="*/ 2835158 h 3249205"/>
                <a:gd name="connsiteX114" fmla="*/ 578366 w 2890837"/>
                <a:gd name="connsiteY114" fmla="*/ 2794867 h 3249205"/>
                <a:gd name="connsiteX115" fmla="*/ 512666 w 2890837"/>
                <a:gd name="connsiteY115" fmla="*/ 2758018 h 3249205"/>
                <a:gd name="connsiteX116" fmla="*/ 451743 w 2890837"/>
                <a:gd name="connsiteY116" fmla="*/ 2724206 h 3249205"/>
                <a:gd name="connsiteX117" fmla="*/ 396196 w 2890837"/>
                <a:gd name="connsiteY117" fmla="*/ 2693431 h 3249205"/>
                <a:gd name="connsiteX118" fmla="*/ 345029 w 2890837"/>
                <a:gd name="connsiteY118" fmla="*/ 2664883 h 3249205"/>
                <a:gd name="connsiteX119" fmla="*/ 298441 w 2890837"/>
                <a:gd name="connsiteY119" fmla="*/ 2638562 h 3249205"/>
                <a:gd name="connsiteX120" fmla="*/ 256233 w 2890837"/>
                <a:gd name="connsiteY120" fmla="*/ 2614063 h 3249205"/>
                <a:gd name="connsiteX121" fmla="*/ 218007 w 2890837"/>
                <a:gd name="connsiteY121" fmla="*/ 2590577 h 3249205"/>
                <a:gd name="connsiteX122" fmla="*/ 183564 w 2890837"/>
                <a:gd name="connsiteY122" fmla="*/ 2568508 h 3249205"/>
                <a:gd name="connsiteX123" fmla="*/ 153302 w 2890837"/>
                <a:gd name="connsiteY123" fmla="*/ 2547046 h 3249205"/>
                <a:gd name="connsiteX124" fmla="*/ 126026 w 2890837"/>
                <a:gd name="connsiteY124" fmla="*/ 2525585 h 3249205"/>
                <a:gd name="connsiteX125" fmla="*/ 102135 w 2890837"/>
                <a:gd name="connsiteY125" fmla="*/ 2504528 h 3249205"/>
                <a:gd name="connsiteX126" fmla="*/ 81628 w 2890837"/>
                <a:gd name="connsiteY126" fmla="*/ 2482864 h 3249205"/>
                <a:gd name="connsiteX127" fmla="*/ 63710 w 2890837"/>
                <a:gd name="connsiteY127" fmla="*/ 2460390 h 3249205"/>
                <a:gd name="connsiteX128" fmla="*/ 48579 w 2890837"/>
                <a:gd name="connsiteY128" fmla="*/ 2436904 h 3249205"/>
                <a:gd name="connsiteX129" fmla="*/ 36036 w 2890837"/>
                <a:gd name="connsiteY129" fmla="*/ 2412000 h 3249205"/>
                <a:gd name="connsiteX130" fmla="*/ 25683 w 2890837"/>
                <a:gd name="connsiteY130" fmla="*/ 2385275 h 3249205"/>
                <a:gd name="connsiteX131" fmla="*/ 17321 w 2890837"/>
                <a:gd name="connsiteY131" fmla="*/ 2356322 h 3249205"/>
                <a:gd name="connsiteX132" fmla="*/ 11149 w 2890837"/>
                <a:gd name="connsiteY132" fmla="*/ 2324939 h 3249205"/>
                <a:gd name="connsiteX133" fmla="*/ 6172 w 2890837"/>
                <a:gd name="connsiteY133" fmla="*/ 2290722 h 3249205"/>
                <a:gd name="connsiteX134" fmla="*/ 2986 w 2890837"/>
                <a:gd name="connsiteY134" fmla="*/ 2253265 h 3249205"/>
                <a:gd name="connsiteX135" fmla="*/ 995 w 2890837"/>
                <a:gd name="connsiteY135" fmla="*/ 2212367 h 3249205"/>
                <a:gd name="connsiteX136" fmla="*/ 199 w 2890837"/>
                <a:gd name="connsiteY136" fmla="*/ 2167419 h 3249205"/>
                <a:gd name="connsiteX137" fmla="*/ 0 w 2890837"/>
                <a:gd name="connsiteY137" fmla="*/ 2118017 h 3249205"/>
                <a:gd name="connsiteX138" fmla="*/ 597 w 2890837"/>
                <a:gd name="connsiteY138" fmla="*/ 2064161 h 3249205"/>
                <a:gd name="connsiteX139" fmla="*/ 1792 w 2890837"/>
                <a:gd name="connsiteY139" fmla="*/ 2005647 h 3249205"/>
                <a:gd name="connsiteX140" fmla="*/ 2986 w 2890837"/>
                <a:gd name="connsiteY140" fmla="*/ 1941465 h 3249205"/>
                <a:gd name="connsiteX141" fmla="*/ 4380 w 2890837"/>
                <a:gd name="connsiteY141" fmla="*/ 1871614 h 3249205"/>
                <a:gd name="connsiteX142" fmla="*/ 5575 w 2890837"/>
                <a:gd name="connsiteY142" fmla="*/ 1795891 h 3249205"/>
                <a:gd name="connsiteX143" fmla="*/ 6570 w 2890837"/>
                <a:gd name="connsiteY143" fmla="*/ 1713486 h 3249205"/>
                <a:gd name="connsiteX144" fmla="*/ 6968 w 2890837"/>
                <a:gd name="connsiteY144" fmla="*/ 1624603 h 3249205"/>
                <a:gd name="connsiteX145" fmla="*/ 6570 w 2890837"/>
                <a:gd name="connsiteY145" fmla="*/ 1535719 h 3249205"/>
                <a:gd name="connsiteX146" fmla="*/ 5575 w 2890837"/>
                <a:gd name="connsiteY146" fmla="*/ 1453315 h 3249205"/>
                <a:gd name="connsiteX147" fmla="*/ 4380 w 2890837"/>
                <a:gd name="connsiteY147" fmla="*/ 1377592 h 3249205"/>
                <a:gd name="connsiteX148" fmla="*/ 2986 w 2890837"/>
                <a:gd name="connsiteY148" fmla="*/ 1307740 h 3249205"/>
                <a:gd name="connsiteX149" fmla="*/ 1792 w 2890837"/>
                <a:gd name="connsiteY149" fmla="*/ 1243558 h 3249205"/>
                <a:gd name="connsiteX150" fmla="*/ 597 w 2890837"/>
                <a:gd name="connsiteY150" fmla="*/ 1185045 h 3249205"/>
                <a:gd name="connsiteX151" fmla="*/ 0 w 2890837"/>
                <a:gd name="connsiteY151" fmla="*/ 1131188 h 3249205"/>
                <a:gd name="connsiteX152" fmla="*/ 199 w 2890837"/>
                <a:gd name="connsiteY152" fmla="*/ 1081786 h 3249205"/>
                <a:gd name="connsiteX153" fmla="*/ 995 w 2890837"/>
                <a:gd name="connsiteY153" fmla="*/ 1036838 h 3249205"/>
                <a:gd name="connsiteX154" fmla="*/ 2986 w 2890837"/>
                <a:gd name="connsiteY154" fmla="*/ 995940 h 3249205"/>
                <a:gd name="connsiteX155" fmla="*/ 6172 w 2890837"/>
                <a:gd name="connsiteY155" fmla="*/ 958483 h 3249205"/>
                <a:gd name="connsiteX156" fmla="*/ 10950 w 2890837"/>
                <a:gd name="connsiteY156" fmla="*/ 924266 h 3249205"/>
                <a:gd name="connsiteX157" fmla="*/ 17321 w 2890837"/>
                <a:gd name="connsiteY157" fmla="*/ 892884 h 3249205"/>
                <a:gd name="connsiteX158" fmla="*/ 25683 w 2890837"/>
                <a:gd name="connsiteY158" fmla="*/ 863931 h 3249205"/>
                <a:gd name="connsiteX159" fmla="*/ 36036 w 2890837"/>
                <a:gd name="connsiteY159" fmla="*/ 837205 h 3249205"/>
                <a:gd name="connsiteX160" fmla="*/ 48579 w 2890837"/>
                <a:gd name="connsiteY160" fmla="*/ 812301 h 3249205"/>
                <a:gd name="connsiteX161" fmla="*/ 63710 w 2890837"/>
                <a:gd name="connsiteY161" fmla="*/ 788815 h 3249205"/>
                <a:gd name="connsiteX162" fmla="*/ 81628 w 2890837"/>
                <a:gd name="connsiteY162" fmla="*/ 766341 h 3249205"/>
                <a:gd name="connsiteX163" fmla="*/ 102135 w 2890837"/>
                <a:gd name="connsiteY163" fmla="*/ 744677 h 3249205"/>
                <a:gd name="connsiteX164" fmla="*/ 126026 w 2890837"/>
                <a:gd name="connsiteY164" fmla="*/ 723620 h 3249205"/>
                <a:gd name="connsiteX165" fmla="*/ 153103 w 2890837"/>
                <a:gd name="connsiteY165" fmla="*/ 702159 h 3249205"/>
                <a:gd name="connsiteX166" fmla="*/ 183564 w 2890837"/>
                <a:gd name="connsiteY166" fmla="*/ 680697 h 3249205"/>
                <a:gd name="connsiteX167" fmla="*/ 218007 w 2890837"/>
                <a:gd name="connsiteY167" fmla="*/ 658426 h 3249205"/>
                <a:gd name="connsiteX168" fmla="*/ 256034 w 2890837"/>
                <a:gd name="connsiteY168" fmla="*/ 635142 h 3249205"/>
                <a:gd name="connsiteX169" fmla="*/ 298441 w 2890837"/>
                <a:gd name="connsiteY169" fmla="*/ 610643 h 3249205"/>
                <a:gd name="connsiteX170" fmla="*/ 345029 w 2890837"/>
                <a:gd name="connsiteY170" fmla="*/ 584323 h 3249205"/>
                <a:gd name="connsiteX171" fmla="*/ 396196 w 2890837"/>
                <a:gd name="connsiteY171" fmla="*/ 555775 h 3249205"/>
                <a:gd name="connsiteX172" fmla="*/ 451743 w 2890837"/>
                <a:gd name="connsiteY172" fmla="*/ 524797 h 3249205"/>
                <a:gd name="connsiteX173" fmla="*/ 512666 w 2890837"/>
                <a:gd name="connsiteY173" fmla="*/ 490985 h 3249205"/>
                <a:gd name="connsiteX174" fmla="*/ 578366 w 2890837"/>
                <a:gd name="connsiteY174" fmla="*/ 454338 h 3249205"/>
                <a:gd name="connsiteX175" fmla="*/ 649642 w 2890837"/>
                <a:gd name="connsiteY175" fmla="*/ 414047 h 3249205"/>
                <a:gd name="connsiteX176" fmla="*/ 726094 w 2890837"/>
                <a:gd name="connsiteY176" fmla="*/ 369706 h 3249205"/>
                <a:gd name="connsiteX177" fmla="*/ 802546 w 2890837"/>
                <a:gd name="connsiteY177" fmla="*/ 325164 h 3249205"/>
                <a:gd name="connsiteX178" fmla="*/ 872826 w 2890837"/>
                <a:gd name="connsiteY178" fmla="*/ 283050 h 3249205"/>
                <a:gd name="connsiteX179" fmla="*/ 937332 w 2890837"/>
                <a:gd name="connsiteY179" fmla="*/ 244176 h 3249205"/>
                <a:gd name="connsiteX180" fmla="*/ 996662 w 2890837"/>
                <a:gd name="connsiteY180" fmla="*/ 207935 h 3249205"/>
                <a:gd name="connsiteX181" fmla="*/ 1051214 w 2890837"/>
                <a:gd name="connsiteY181" fmla="*/ 174932 h 3249205"/>
                <a:gd name="connsiteX182" fmla="*/ 1101186 w 2890837"/>
                <a:gd name="connsiteY182" fmla="*/ 144360 h 3249205"/>
                <a:gd name="connsiteX183" fmla="*/ 1147176 w 2890837"/>
                <a:gd name="connsiteY183" fmla="*/ 117027 h 3249205"/>
                <a:gd name="connsiteX184" fmla="*/ 1189384 w 2890837"/>
                <a:gd name="connsiteY184" fmla="*/ 92325 h 3249205"/>
                <a:gd name="connsiteX185" fmla="*/ 1228407 w 2890837"/>
                <a:gd name="connsiteY185" fmla="*/ 70864 h 3249205"/>
                <a:gd name="connsiteX186" fmla="*/ 1264642 w 2890837"/>
                <a:gd name="connsiteY186" fmla="*/ 52034 h 3249205"/>
                <a:gd name="connsiteX187" fmla="*/ 1298488 w 2890837"/>
                <a:gd name="connsiteY187" fmla="*/ 36242 h 3249205"/>
                <a:gd name="connsiteX188" fmla="*/ 1330342 w 2890837"/>
                <a:gd name="connsiteY188" fmla="*/ 23081 h 3249205"/>
                <a:gd name="connsiteX189" fmla="*/ 1360406 w 2890837"/>
                <a:gd name="connsiteY189" fmla="*/ 12958 h 3249205"/>
                <a:gd name="connsiteX190" fmla="*/ 1389473 w 2890837"/>
                <a:gd name="connsiteY190" fmla="*/ 5872 h 3249205"/>
                <a:gd name="connsiteX191" fmla="*/ 1417744 w 2890837"/>
                <a:gd name="connsiteY191" fmla="*/ 1417 h 3249205"/>
                <a:gd name="connsiteX192" fmla="*/ 1445618 w 2890837"/>
                <a:gd name="connsiteY192" fmla="*/ 0 h 3249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2890837" h="3249205">
                  <a:moveTo>
                    <a:pt x="1445618" y="0"/>
                  </a:moveTo>
                  <a:lnTo>
                    <a:pt x="1473092" y="1417"/>
                  </a:lnTo>
                  <a:lnTo>
                    <a:pt x="1501364" y="5872"/>
                  </a:lnTo>
                  <a:lnTo>
                    <a:pt x="1530431" y="12958"/>
                  </a:lnTo>
                  <a:lnTo>
                    <a:pt x="1560494" y="23081"/>
                  </a:lnTo>
                  <a:lnTo>
                    <a:pt x="1592350" y="36242"/>
                  </a:lnTo>
                  <a:lnTo>
                    <a:pt x="1626195" y="52034"/>
                  </a:lnTo>
                  <a:lnTo>
                    <a:pt x="1662430" y="70864"/>
                  </a:lnTo>
                  <a:lnTo>
                    <a:pt x="1701453" y="92325"/>
                  </a:lnTo>
                  <a:lnTo>
                    <a:pt x="1743660" y="117027"/>
                  </a:lnTo>
                  <a:lnTo>
                    <a:pt x="1789651" y="144360"/>
                  </a:lnTo>
                  <a:lnTo>
                    <a:pt x="1839624" y="174932"/>
                  </a:lnTo>
                  <a:lnTo>
                    <a:pt x="1894175" y="207935"/>
                  </a:lnTo>
                  <a:lnTo>
                    <a:pt x="1953505" y="244176"/>
                  </a:lnTo>
                  <a:lnTo>
                    <a:pt x="2018011" y="283050"/>
                  </a:lnTo>
                  <a:lnTo>
                    <a:pt x="2088291" y="325164"/>
                  </a:lnTo>
                  <a:lnTo>
                    <a:pt x="2164743" y="369706"/>
                  </a:lnTo>
                  <a:lnTo>
                    <a:pt x="2241195" y="414047"/>
                  </a:lnTo>
                  <a:lnTo>
                    <a:pt x="2312470" y="454338"/>
                  </a:lnTo>
                  <a:lnTo>
                    <a:pt x="2378171" y="491187"/>
                  </a:lnTo>
                  <a:lnTo>
                    <a:pt x="2439094" y="524999"/>
                  </a:lnTo>
                  <a:lnTo>
                    <a:pt x="2494641" y="555775"/>
                  </a:lnTo>
                  <a:lnTo>
                    <a:pt x="2545808" y="584323"/>
                  </a:lnTo>
                  <a:lnTo>
                    <a:pt x="2592396" y="610643"/>
                  </a:lnTo>
                  <a:lnTo>
                    <a:pt x="2634604" y="635142"/>
                  </a:lnTo>
                  <a:lnTo>
                    <a:pt x="2672830" y="658628"/>
                  </a:lnTo>
                  <a:lnTo>
                    <a:pt x="2707273" y="680697"/>
                  </a:lnTo>
                  <a:lnTo>
                    <a:pt x="2737535" y="702159"/>
                  </a:lnTo>
                  <a:lnTo>
                    <a:pt x="2764811" y="723620"/>
                  </a:lnTo>
                  <a:lnTo>
                    <a:pt x="2788702" y="744677"/>
                  </a:lnTo>
                  <a:lnTo>
                    <a:pt x="2809209" y="766341"/>
                  </a:lnTo>
                  <a:lnTo>
                    <a:pt x="2827127" y="788815"/>
                  </a:lnTo>
                  <a:lnTo>
                    <a:pt x="2842258" y="812301"/>
                  </a:lnTo>
                  <a:lnTo>
                    <a:pt x="2854801" y="837205"/>
                  </a:lnTo>
                  <a:lnTo>
                    <a:pt x="2865154" y="863931"/>
                  </a:lnTo>
                  <a:lnTo>
                    <a:pt x="2873516" y="892884"/>
                  </a:lnTo>
                  <a:lnTo>
                    <a:pt x="2879688" y="924266"/>
                  </a:lnTo>
                  <a:lnTo>
                    <a:pt x="2884665" y="958483"/>
                  </a:lnTo>
                  <a:lnTo>
                    <a:pt x="2887850" y="995940"/>
                  </a:lnTo>
                  <a:lnTo>
                    <a:pt x="2889842" y="1036838"/>
                  </a:lnTo>
                  <a:lnTo>
                    <a:pt x="2890638" y="1081786"/>
                  </a:lnTo>
                  <a:lnTo>
                    <a:pt x="2890837" y="1131188"/>
                  </a:lnTo>
                  <a:lnTo>
                    <a:pt x="2890240" y="1185045"/>
                  </a:lnTo>
                  <a:lnTo>
                    <a:pt x="2889045" y="1243558"/>
                  </a:lnTo>
                  <a:lnTo>
                    <a:pt x="2887850" y="1307740"/>
                  </a:lnTo>
                  <a:lnTo>
                    <a:pt x="2886457" y="1377592"/>
                  </a:lnTo>
                  <a:lnTo>
                    <a:pt x="2885262" y="1453315"/>
                  </a:lnTo>
                  <a:lnTo>
                    <a:pt x="2884267" y="1535719"/>
                  </a:lnTo>
                  <a:lnTo>
                    <a:pt x="2883869" y="1624603"/>
                  </a:lnTo>
                  <a:lnTo>
                    <a:pt x="2884267" y="1713486"/>
                  </a:lnTo>
                  <a:lnTo>
                    <a:pt x="2885262" y="1795891"/>
                  </a:lnTo>
                  <a:lnTo>
                    <a:pt x="2886457" y="1871614"/>
                  </a:lnTo>
                  <a:lnTo>
                    <a:pt x="2887850" y="1941465"/>
                  </a:lnTo>
                  <a:lnTo>
                    <a:pt x="2889045" y="2005647"/>
                  </a:lnTo>
                  <a:lnTo>
                    <a:pt x="2890240" y="2064161"/>
                  </a:lnTo>
                  <a:lnTo>
                    <a:pt x="2890837" y="2118017"/>
                  </a:lnTo>
                  <a:lnTo>
                    <a:pt x="2890638" y="2167419"/>
                  </a:lnTo>
                  <a:lnTo>
                    <a:pt x="2889842" y="2212367"/>
                  </a:lnTo>
                  <a:lnTo>
                    <a:pt x="2887850" y="2253265"/>
                  </a:lnTo>
                  <a:lnTo>
                    <a:pt x="2884665" y="2290722"/>
                  </a:lnTo>
                  <a:lnTo>
                    <a:pt x="2879887" y="2324939"/>
                  </a:lnTo>
                  <a:lnTo>
                    <a:pt x="2873516" y="2356322"/>
                  </a:lnTo>
                  <a:lnTo>
                    <a:pt x="2865154" y="2385275"/>
                  </a:lnTo>
                  <a:lnTo>
                    <a:pt x="2854801" y="2412000"/>
                  </a:lnTo>
                  <a:lnTo>
                    <a:pt x="2842258" y="2436904"/>
                  </a:lnTo>
                  <a:lnTo>
                    <a:pt x="2827127" y="2460390"/>
                  </a:lnTo>
                  <a:lnTo>
                    <a:pt x="2809209" y="2482864"/>
                  </a:lnTo>
                  <a:lnTo>
                    <a:pt x="2788702" y="2504528"/>
                  </a:lnTo>
                  <a:lnTo>
                    <a:pt x="2764811" y="2525585"/>
                  </a:lnTo>
                  <a:lnTo>
                    <a:pt x="2737734" y="2547046"/>
                  </a:lnTo>
                  <a:lnTo>
                    <a:pt x="2707273" y="2568508"/>
                  </a:lnTo>
                  <a:lnTo>
                    <a:pt x="2672830" y="2590779"/>
                  </a:lnTo>
                  <a:lnTo>
                    <a:pt x="2634803" y="2614063"/>
                  </a:lnTo>
                  <a:lnTo>
                    <a:pt x="2592396" y="2638562"/>
                  </a:lnTo>
                  <a:lnTo>
                    <a:pt x="2545808" y="2664883"/>
                  </a:lnTo>
                  <a:lnTo>
                    <a:pt x="2494641" y="2693431"/>
                  </a:lnTo>
                  <a:lnTo>
                    <a:pt x="2439094" y="2724408"/>
                  </a:lnTo>
                  <a:lnTo>
                    <a:pt x="2378171" y="2758220"/>
                  </a:lnTo>
                  <a:lnTo>
                    <a:pt x="2312470" y="2794867"/>
                  </a:lnTo>
                  <a:lnTo>
                    <a:pt x="2241195" y="2835158"/>
                  </a:lnTo>
                  <a:lnTo>
                    <a:pt x="2164743" y="2879499"/>
                  </a:lnTo>
                  <a:lnTo>
                    <a:pt x="2088291" y="2924042"/>
                  </a:lnTo>
                  <a:lnTo>
                    <a:pt x="2018011" y="2966155"/>
                  </a:lnTo>
                  <a:lnTo>
                    <a:pt x="1953505" y="3005029"/>
                  </a:lnTo>
                  <a:lnTo>
                    <a:pt x="1894175" y="3041271"/>
                  </a:lnTo>
                  <a:lnTo>
                    <a:pt x="1839624" y="3074273"/>
                  </a:lnTo>
                  <a:lnTo>
                    <a:pt x="1789651" y="3104846"/>
                  </a:lnTo>
                  <a:lnTo>
                    <a:pt x="1743660" y="3132179"/>
                  </a:lnTo>
                  <a:lnTo>
                    <a:pt x="1701453" y="3156880"/>
                  </a:lnTo>
                  <a:lnTo>
                    <a:pt x="1662430" y="3178341"/>
                  </a:lnTo>
                  <a:lnTo>
                    <a:pt x="1626195" y="3197171"/>
                  </a:lnTo>
                  <a:lnTo>
                    <a:pt x="1592350" y="3212963"/>
                  </a:lnTo>
                  <a:lnTo>
                    <a:pt x="1560494" y="3226124"/>
                  </a:lnTo>
                  <a:lnTo>
                    <a:pt x="1530431" y="3236247"/>
                  </a:lnTo>
                  <a:lnTo>
                    <a:pt x="1501364" y="3243334"/>
                  </a:lnTo>
                  <a:lnTo>
                    <a:pt x="1473092" y="3247788"/>
                  </a:lnTo>
                  <a:lnTo>
                    <a:pt x="1445618" y="3249205"/>
                  </a:lnTo>
                  <a:lnTo>
                    <a:pt x="1417744" y="3247788"/>
                  </a:lnTo>
                  <a:lnTo>
                    <a:pt x="1389473" y="3243334"/>
                  </a:lnTo>
                  <a:lnTo>
                    <a:pt x="1360406" y="3236247"/>
                  </a:lnTo>
                  <a:lnTo>
                    <a:pt x="1330342" y="3226124"/>
                  </a:lnTo>
                  <a:lnTo>
                    <a:pt x="1298488" y="3212963"/>
                  </a:lnTo>
                  <a:lnTo>
                    <a:pt x="1264642" y="3197171"/>
                  </a:lnTo>
                  <a:lnTo>
                    <a:pt x="1228407" y="3178341"/>
                  </a:lnTo>
                  <a:lnTo>
                    <a:pt x="1189384" y="3156880"/>
                  </a:lnTo>
                  <a:lnTo>
                    <a:pt x="1147176" y="3132179"/>
                  </a:lnTo>
                  <a:lnTo>
                    <a:pt x="1101186" y="3104846"/>
                  </a:lnTo>
                  <a:lnTo>
                    <a:pt x="1051214" y="3074273"/>
                  </a:lnTo>
                  <a:lnTo>
                    <a:pt x="996662" y="3041271"/>
                  </a:lnTo>
                  <a:lnTo>
                    <a:pt x="937332" y="3005029"/>
                  </a:lnTo>
                  <a:lnTo>
                    <a:pt x="872826" y="2966155"/>
                  </a:lnTo>
                  <a:lnTo>
                    <a:pt x="802546" y="2924042"/>
                  </a:lnTo>
                  <a:lnTo>
                    <a:pt x="726094" y="2879499"/>
                  </a:lnTo>
                  <a:lnTo>
                    <a:pt x="649642" y="2835158"/>
                  </a:lnTo>
                  <a:lnTo>
                    <a:pt x="578366" y="2794867"/>
                  </a:lnTo>
                  <a:lnTo>
                    <a:pt x="512666" y="2758018"/>
                  </a:lnTo>
                  <a:lnTo>
                    <a:pt x="451743" y="2724206"/>
                  </a:lnTo>
                  <a:lnTo>
                    <a:pt x="396196" y="2693431"/>
                  </a:lnTo>
                  <a:lnTo>
                    <a:pt x="345029" y="2664883"/>
                  </a:lnTo>
                  <a:lnTo>
                    <a:pt x="298441" y="2638562"/>
                  </a:lnTo>
                  <a:lnTo>
                    <a:pt x="256233" y="2614063"/>
                  </a:lnTo>
                  <a:lnTo>
                    <a:pt x="218007" y="2590577"/>
                  </a:lnTo>
                  <a:lnTo>
                    <a:pt x="183564" y="2568508"/>
                  </a:lnTo>
                  <a:lnTo>
                    <a:pt x="153302" y="2547046"/>
                  </a:lnTo>
                  <a:lnTo>
                    <a:pt x="126026" y="2525585"/>
                  </a:lnTo>
                  <a:lnTo>
                    <a:pt x="102135" y="2504528"/>
                  </a:lnTo>
                  <a:lnTo>
                    <a:pt x="81628" y="2482864"/>
                  </a:lnTo>
                  <a:lnTo>
                    <a:pt x="63710" y="2460390"/>
                  </a:lnTo>
                  <a:lnTo>
                    <a:pt x="48579" y="2436904"/>
                  </a:lnTo>
                  <a:lnTo>
                    <a:pt x="36036" y="2412000"/>
                  </a:lnTo>
                  <a:lnTo>
                    <a:pt x="25683" y="2385275"/>
                  </a:lnTo>
                  <a:lnTo>
                    <a:pt x="17321" y="2356322"/>
                  </a:lnTo>
                  <a:lnTo>
                    <a:pt x="11149" y="2324939"/>
                  </a:lnTo>
                  <a:lnTo>
                    <a:pt x="6172" y="2290722"/>
                  </a:lnTo>
                  <a:lnTo>
                    <a:pt x="2986" y="2253265"/>
                  </a:lnTo>
                  <a:lnTo>
                    <a:pt x="995" y="2212367"/>
                  </a:lnTo>
                  <a:lnTo>
                    <a:pt x="199" y="2167419"/>
                  </a:lnTo>
                  <a:lnTo>
                    <a:pt x="0" y="2118017"/>
                  </a:lnTo>
                  <a:lnTo>
                    <a:pt x="597" y="2064161"/>
                  </a:lnTo>
                  <a:lnTo>
                    <a:pt x="1792" y="2005647"/>
                  </a:lnTo>
                  <a:lnTo>
                    <a:pt x="2986" y="1941465"/>
                  </a:lnTo>
                  <a:lnTo>
                    <a:pt x="4380" y="1871614"/>
                  </a:lnTo>
                  <a:lnTo>
                    <a:pt x="5575" y="1795891"/>
                  </a:lnTo>
                  <a:lnTo>
                    <a:pt x="6570" y="1713486"/>
                  </a:lnTo>
                  <a:lnTo>
                    <a:pt x="6968" y="1624603"/>
                  </a:lnTo>
                  <a:lnTo>
                    <a:pt x="6570" y="1535719"/>
                  </a:lnTo>
                  <a:lnTo>
                    <a:pt x="5575" y="1453315"/>
                  </a:lnTo>
                  <a:lnTo>
                    <a:pt x="4380" y="1377592"/>
                  </a:lnTo>
                  <a:lnTo>
                    <a:pt x="2986" y="1307740"/>
                  </a:lnTo>
                  <a:lnTo>
                    <a:pt x="1792" y="1243558"/>
                  </a:lnTo>
                  <a:lnTo>
                    <a:pt x="597" y="1185045"/>
                  </a:lnTo>
                  <a:lnTo>
                    <a:pt x="0" y="1131188"/>
                  </a:lnTo>
                  <a:lnTo>
                    <a:pt x="199" y="1081786"/>
                  </a:lnTo>
                  <a:lnTo>
                    <a:pt x="995" y="1036838"/>
                  </a:lnTo>
                  <a:lnTo>
                    <a:pt x="2986" y="995940"/>
                  </a:lnTo>
                  <a:lnTo>
                    <a:pt x="6172" y="958483"/>
                  </a:lnTo>
                  <a:lnTo>
                    <a:pt x="10950" y="924266"/>
                  </a:lnTo>
                  <a:lnTo>
                    <a:pt x="17321" y="892884"/>
                  </a:lnTo>
                  <a:lnTo>
                    <a:pt x="25683" y="863931"/>
                  </a:lnTo>
                  <a:lnTo>
                    <a:pt x="36036" y="837205"/>
                  </a:lnTo>
                  <a:lnTo>
                    <a:pt x="48579" y="812301"/>
                  </a:lnTo>
                  <a:lnTo>
                    <a:pt x="63710" y="788815"/>
                  </a:lnTo>
                  <a:lnTo>
                    <a:pt x="81628" y="766341"/>
                  </a:lnTo>
                  <a:lnTo>
                    <a:pt x="102135" y="744677"/>
                  </a:lnTo>
                  <a:lnTo>
                    <a:pt x="126026" y="723620"/>
                  </a:lnTo>
                  <a:lnTo>
                    <a:pt x="153103" y="702159"/>
                  </a:lnTo>
                  <a:lnTo>
                    <a:pt x="183564" y="680697"/>
                  </a:lnTo>
                  <a:lnTo>
                    <a:pt x="218007" y="658426"/>
                  </a:lnTo>
                  <a:lnTo>
                    <a:pt x="256034" y="635142"/>
                  </a:lnTo>
                  <a:lnTo>
                    <a:pt x="298441" y="610643"/>
                  </a:lnTo>
                  <a:lnTo>
                    <a:pt x="345029" y="584323"/>
                  </a:lnTo>
                  <a:lnTo>
                    <a:pt x="396196" y="555775"/>
                  </a:lnTo>
                  <a:lnTo>
                    <a:pt x="451743" y="524797"/>
                  </a:lnTo>
                  <a:lnTo>
                    <a:pt x="512666" y="490985"/>
                  </a:lnTo>
                  <a:lnTo>
                    <a:pt x="578366" y="454338"/>
                  </a:lnTo>
                  <a:lnTo>
                    <a:pt x="649642" y="414047"/>
                  </a:lnTo>
                  <a:lnTo>
                    <a:pt x="726094" y="369706"/>
                  </a:lnTo>
                  <a:lnTo>
                    <a:pt x="802546" y="325164"/>
                  </a:lnTo>
                  <a:lnTo>
                    <a:pt x="872826" y="283050"/>
                  </a:lnTo>
                  <a:lnTo>
                    <a:pt x="937332" y="244176"/>
                  </a:lnTo>
                  <a:lnTo>
                    <a:pt x="996662" y="207935"/>
                  </a:lnTo>
                  <a:lnTo>
                    <a:pt x="1051214" y="174932"/>
                  </a:lnTo>
                  <a:lnTo>
                    <a:pt x="1101186" y="144360"/>
                  </a:lnTo>
                  <a:lnTo>
                    <a:pt x="1147176" y="117027"/>
                  </a:lnTo>
                  <a:lnTo>
                    <a:pt x="1189384" y="92325"/>
                  </a:lnTo>
                  <a:lnTo>
                    <a:pt x="1228407" y="70864"/>
                  </a:lnTo>
                  <a:lnTo>
                    <a:pt x="1264642" y="52034"/>
                  </a:lnTo>
                  <a:lnTo>
                    <a:pt x="1298488" y="36242"/>
                  </a:lnTo>
                  <a:lnTo>
                    <a:pt x="1330342" y="23081"/>
                  </a:lnTo>
                  <a:lnTo>
                    <a:pt x="1360406" y="12958"/>
                  </a:lnTo>
                  <a:lnTo>
                    <a:pt x="1389473" y="5872"/>
                  </a:lnTo>
                  <a:lnTo>
                    <a:pt x="1417744" y="1417"/>
                  </a:lnTo>
                  <a:lnTo>
                    <a:pt x="1445618" y="0"/>
                  </a:lnTo>
                  <a:close/>
                </a:path>
              </a:pathLst>
            </a:custGeom>
            <a:gradFill>
              <a:gsLst>
                <a:gs pos="100000">
                  <a:schemeClr val="bg1">
                    <a:alpha val="3000"/>
                  </a:schemeClr>
                </a:gs>
                <a:gs pos="0">
                  <a:schemeClr val="bg1">
                    <a:alpha val="0"/>
                  </a:schemeClr>
                </a:gs>
              </a:gsLst>
              <a:lin ang="0" scaled="0"/>
            </a:gradFill>
            <a:ln w="952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grpSp>
        <p:nvGrpSpPr>
          <p:cNvPr id="7" name="Group 6">
            <a:extLst>
              <a:ext uri="{FF2B5EF4-FFF2-40B4-BE49-F238E27FC236}">
                <a16:creationId xmlns:a16="http://schemas.microsoft.com/office/drawing/2014/main" id="{4115015C-8848-407C-A52E-3D1D7B9D69C3}"/>
              </a:ext>
            </a:extLst>
          </p:cNvPr>
          <p:cNvGrpSpPr/>
          <p:nvPr userDrawn="1"/>
        </p:nvGrpSpPr>
        <p:grpSpPr>
          <a:xfrm>
            <a:off x="18453225" y="4652250"/>
            <a:ext cx="322455" cy="1668301"/>
            <a:chOff x="18074951" y="5024337"/>
            <a:chExt cx="244729" cy="1266166"/>
          </a:xfrm>
        </p:grpSpPr>
        <p:sp>
          <p:nvSpPr>
            <p:cNvPr id="8" name="Freeform 75">
              <a:extLst>
                <a:ext uri="{FF2B5EF4-FFF2-40B4-BE49-F238E27FC236}">
                  <a16:creationId xmlns:a16="http://schemas.microsoft.com/office/drawing/2014/main" id="{35D67C31-9A7F-4927-AE26-D1BA4F14F00C}"/>
                </a:ext>
              </a:extLst>
            </p:cNvPr>
            <p:cNvSpPr>
              <a:spLocks noChangeArrowheads="1"/>
            </p:cNvSpPr>
            <p:nvPr userDrawn="1"/>
          </p:nvSpPr>
          <p:spPr bwMode="auto">
            <a:xfrm>
              <a:off x="18137249" y="5024337"/>
              <a:ext cx="120133" cy="223104"/>
            </a:xfrm>
            <a:custGeom>
              <a:avLst/>
              <a:gdLst>
                <a:gd name="T0" fmla="*/ 132814 w 249"/>
                <a:gd name="T1" fmla="*/ 43735 h 453"/>
                <a:gd name="T2" fmla="*/ 132814 w 249"/>
                <a:gd name="T3" fmla="*/ 43735 h 453"/>
                <a:gd name="T4" fmla="*/ 94791 w 249"/>
                <a:gd name="T5" fmla="*/ 43735 h 453"/>
                <a:gd name="T6" fmla="*/ 85687 w 249"/>
                <a:gd name="T7" fmla="*/ 58496 h 453"/>
                <a:gd name="T8" fmla="*/ 85687 w 249"/>
                <a:gd name="T9" fmla="*/ 87470 h 453"/>
                <a:gd name="T10" fmla="*/ 132814 w 249"/>
                <a:gd name="T11" fmla="*/ 87470 h 453"/>
                <a:gd name="T12" fmla="*/ 132814 w 249"/>
                <a:gd name="T13" fmla="*/ 126285 h 453"/>
                <a:gd name="T14" fmla="*/ 85687 w 249"/>
                <a:gd name="T15" fmla="*/ 126285 h 453"/>
                <a:gd name="T16" fmla="*/ 85687 w 249"/>
                <a:gd name="T17" fmla="*/ 247103 h 453"/>
                <a:gd name="T18" fmla="*/ 42308 w 249"/>
                <a:gd name="T19" fmla="*/ 247103 h 453"/>
                <a:gd name="T20" fmla="*/ 42308 w 249"/>
                <a:gd name="T21" fmla="*/ 126285 h 453"/>
                <a:gd name="T22" fmla="*/ 0 w 249"/>
                <a:gd name="T23" fmla="*/ 126285 h 453"/>
                <a:gd name="T24" fmla="*/ 0 w 249"/>
                <a:gd name="T25" fmla="*/ 87470 h 453"/>
                <a:gd name="T26" fmla="*/ 42308 w 249"/>
                <a:gd name="T27" fmla="*/ 87470 h 453"/>
                <a:gd name="T28" fmla="*/ 42308 w 249"/>
                <a:gd name="T29" fmla="*/ 63416 h 453"/>
                <a:gd name="T30" fmla="*/ 94791 w 249"/>
                <a:gd name="T31" fmla="*/ 0 h 453"/>
                <a:gd name="T32" fmla="*/ 132814 w 249"/>
                <a:gd name="T33" fmla="*/ 0 h 453"/>
                <a:gd name="T34" fmla="*/ 132814 w 249"/>
                <a:gd name="T35" fmla="*/ 43735 h 45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49" h="453">
                  <a:moveTo>
                    <a:pt x="248" y="80"/>
                  </a:moveTo>
                  <a:lnTo>
                    <a:pt x="248" y="80"/>
                  </a:lnTo>
                  <a:cubicBezTo>
                    <a:pt x="177" y="80"/>
                    <a:pt x="177" y="80"/>
                    <a:pt x="177" y="80"/>
                  </a:cubicBezTo>
                  <a:cubicBezTo>
                    <a:pt x="169" y="80"/>
                    <a:pt x="160" y="89"/>
                    <a:pt x="160" y="107"/>
                  </a:cubicBezTo>
                  <a:cubicBezTo>
                    <a:pt x="160" y="160"/>
                    <a:pt x="160" y="160"/>
                    <a:pt x="160" y="160"/>
                  </a:cubicBezTo>
                  <a:cubicBezTo>
                    <a:pt x="248" y="160"/>
                    <a:pt x="248" y="160"/>
                    <a:pt x="248" y="160"/>
                  </a:cubicBezTo>
                  <a:cubicBezTo>
                    <a:pt x="248" y="231"/>
                    <a:pt x="248" y="231"/>
                    <a:pt x="248" y="231"/>
                  </a:cubicBezTo>
                  <a:cubicBezTo>
                    <a:pt x="160" y="231"/>
                    <a:pt x="160" y="231"/>
                    <a:pt x="160" y="231"/>
                  </a:cubicBezTo>
                  <a:cubicBezTo>
                    <a:pt x="160" y="452"/>
                    <a:pt x="160" y="452"/>
                    <a:pt x="160" y="452"/>
                  </a:cubicBezTo>
                  <a:cubicBezTo>
                    <a:pt x="79" y="452"/>
                    <a:pt x="79" y="452"/>
                    <a:pt x="79" y="452"/>
                  </a:cubicBezTo>
                  <a:cubicBezTo>
                    <a:pt x="79" y="231"/>
                    <a:pt x="79" y="231"/>
                    <a:pt x="79" y="231"/>
                  </a:cubicBezTo>
                  <a:cubicBezTo>
                    <a:pt x="0" y="231"/>
                    <a:pt x="0" y="231"/>
                    <a:pt x="0" y="231"/>
                  </a:cubicBezTo>
                  <a:cubicBezTo>
                    <a:pt x="0" y="160"/>
                    <a:pt x="0" y="160"/>
                    <a:pt x="0" y="160"/>
                  </a:cubicBezTo>
                  <a:cubicBezTo>
                    <a:pt x="79" y="160"/>
                    <a:pt x="79" y="160"/>
                    <a:pt x="79" y="160"/>
                  </a:cubicBezTo>
                  <a:cubicBezTo>
                    <a:pt x="79" y="116"/>
                    <a:pt x="79" y="116"/>
                    <a:pt x="79" y="116"/>
                  </a:cubicBezTo>
                  <a:cubicBezTo>
                    <a:pt x="79" y="54"/>
                    <a:pt x="115" y="0"/>
                    <a:pt x="177" y="0"/>
                  </a:cubicBezTo>
                  <a:cubicBezTo>
                    <a:pt x="248" y="0"/>
                    <a:pt x="248" y="0"/>
                    <a:pt x="248" y="0"/>
                  </a:cubicBezTo>
                  <a:lnTo>
                    <a:pt x="248" y="80"/>
                  </a:lnTo>
                </a:path>
              </a:pathLst>
            </a:custGeom>
            <a:solidFill>
              <a:schemeClr val="bg1">
                <a:lumMod val="85000"/>
              </a:schemeClr>
            </a:solidFill>
            <a:ln>
              <a:noFill/>
            </a:ln>
            <a:effectLst/>
          </p:spPr>
          <p:txBody>
            <a:bodyPr wrap="none" lIns="34290" tIns="17145" rIns="34290" bIns="17145" anchor="ctr"/>
            <a:lstStyle/>
            <a:p>
              <a:endParaRPr lang="en-US">
                <a:solidFill>
                  <a:schemeClr val="bg1">
                    <a:lumMod val="85000"/>
                  </a:schemeClr>
                </a:solidFill>
              </a:endParaRPr>
            </a:p>
          </p:txBody>
        </p:sp>
        <p:sp>
          <p:nvSpPr>
            <p:cNvPr id="9" name="Freeform 85">
              <a:extLst>
                <a:ext uri="{FF2B5EF4-FFF2-40B4-BE49-F238E27FC236}">
                  <a16:creationId xmlns:a16="http://schemas.microsoft.com/office/drawing/2014/main" id="{629EA14A-A0B4-43B9-B497-254B9483CB77}"/>
                </a:ext>
              </a:extLst>
            </p:cNvPr>
            <p:cNvSpPr>
              <a:spLocks noChangeArrowheads="1"/>
            </p:cNvSpPr>
            <p:nvPr userDrawn="1"/>
          </p:nvSpPr>
          <p:spPr bwMode="auto">
            <a:xfrm>
              <a:off x="18084332" y="5555993"/>
              <a:ext cx="225966" cy="181629"/>
            </a:xfrm>
            <a:custGeom>
              <a:avLst/>
              <a:gdLst>
                <a:gd name="T0" fmla="*/ 250282 w 462"/>
                <a:gd name="T1" fmla="*/ 24258 h 374"/>
                <a:gd name="T2" fmla="*/ 250282 w 462"/>
                <a:gd name="T3" fmla="*/ 24258 h 374"/>
                <a:gd name="T4" fmla="*/ 221508 w 462"/>
                <a:gd name="T5" fmla="*/ 33962 h 374"/>
                <a:gd name="T6" fmla="*/ 240510 w 462"/>
                <a:gd name="T7" fmla="*/ 5391 h 374"/>
                <a:gd name="T8" fmla="*/ 211192 w 462"/>
                <a:gd name="T9" fmla="*/ 19407 h 374"/>
                <a:gd name="T10" fmla="*/ 173189 w 462"/>
                <a:gd name="T11" fmla="*/ 0 h 374"/>
                <a:gd name="T12" fmla="*/ 119983 w 462"/>
                <a:gd name="T13" fmla="*/ 52829 h 374"/>
                <a:gd name="T14" fmla="*/ 124870 w 462"/>
                <a:gd name="T15" fmla="*/ 62532 h 374"/>
                <a:gd name="T16" fmla="*/ 19002 w 462"/>
                <a:gd name="T17" fmla="*/ 10242 h 374"/>
                <a:gd name="T18" fmla="*/ 9229 w 462"/>
                <a:gd name="T19" fmla="*/ 38813 h 374"/>
                <a:gd name="T20" fmla="*/ 33118 w 462"/>
                <a:gd name="T21" fmla="*/ 81400 h 374"/>
                <a:gd name="T22" fmla="*/ 9229 w 462"/>
                <a:gd name="T23" fmla="*/ 72236 h 374"/>
                <a:gd name="T24" fmla="*/ 9229 w 462"/>
                <a:gd name="T25" fmla="*/ 72236 h 374"/>
                <a:gd name="T26" fmla="*/ 53205 w 462"/>
                <a:gd name="T27" fmla="*/ 124526 h 374"/>
                <a:gd name="T28" fmla="*/ 38004 w 462"/>
                <a:gd name="T29" fmla="*/ 124526 h 374"/>
                <a:gd name="T30" fmla="*/ 28774 w 462"/>
                <a:gd name="T31" fmla="*/ 124526 h 374"/>
                <a:gd name="T32" fmla="*/ 77093 w 462"/>
                <a:gd name="T33" fmla="*/ 158487 h 374"/>
                <a:gd name="T34" fmla="*/ 14116 w 462"/>
                <a:gd name="T35" fmla="*/ 182206 h 374"/>
                <a:gd name="T36" fmla="*/ 0 w 462"/>
                <a:gd name="T37" fmla="*/ 182206 h 374"/>
                <a:gd name="T38" fmla="*/ 77093 w 462"/>
                <a:gd name="T39" fmla="*/ 201074 h 374"/>
                <a:gd name="T40" fmla="*/ 221508 w 462"/>
                <a:gd name="T41" fmla="*/ 57681 h 374"/>
                <a:gd name="T42" fmla="*/ 221508 w 462"/>
                <a:gd name="T43" fmla="*/ 52829 h 374"/>
                <a:gd name="T44" fmla="*/ 250282 w 462"/>
                <a:gd name="T45" fmla="*/ 24258 h 3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62" h="374">
                  <a:moveTo>
                    <a:pt x="461" y="45"/>
                  </a:moveTo>
                  <a:lnTo>
                    <a:pt x="461" y="45"/>
                  </a:lnTo>
                  <a:cubicBezTo>
                    <a:pt x="443" y="54"/>
                    <a:pt x="425" y="63"/>
                    <a:pt x="408" y="63"/>
                  </a:cubicBezTo>
                  <a:cubicBezTo>
                    <a:pt x="425" y="54"/>
                    <a:pt x="443" y="36"/>
                    <a:pt x="443" y="10"/>
                  </a:cubicBezTo>
                  <a:cubicBezTo>
                    <a:pt x="425" y="19"/>
                    <a:pt x="408" y="27"/>
                    <a:pt x="389" y="36"/>
                  </a:cubicBezTo>
                  <a:cubicBezTo>
                    <a:pt x="372" y="19"/>
                    <a:pt x="345" y="0"/>
                    <a:pt x="319" y="0"/>
                  </a:cubicBezTo>
                  <a:cubicBezTo>
                    <a:pt x="265" y="0"/>
                    <a:pt x="221" y="45"/>
                    <a:pt x="221" y="98"/>
                  </a:cubicBezTo>
                  <a:cubicBezTo>
                    <a:pt x="221" y="107"/>
                    <a:pt x="221" y="116"/>
                    <a:pt x="230" y="116"/>
                  </a:cubicBezTo>
                  <a:cubicBezTo>
                    <a:pt x="151" y="116"/>
                    <a:pt x="79" y="81"/>
                    <a:pt x="35" y="19"/>
                  </a:cubicBezTo>
                  <a:cubicBezTo>
                    <a:pt x="26" y="36"/>
                    <a:pt x="17" y="54"/>
                    <a:pt x="17" y="72"/>
                  </a:cubicBezTo>
                  <a:cubicBezTo>
                    <a:pt x="17" y="98"/>
                    <a:pt x="35" y="134"/>
                    <a:pt x="61" y="151"/>
                  </a:cubicBezTo>
                  <a:cubicBezTo>
                    <a:pt x="44" y="143"/>
                    <a:pt x="35" y="143"/>
                    <a:pt x="17" y="134"/>
                  </a:cubicBezTo>
                  <a:cubicBezTo>
                    <a:pt x="17" y="178"/>
                    <a:pt x="53" y="222"/>
                    <a:pt x="98" y="231"/>
                  </a:cubicBezTo>
                  <a:cubicBezTo>
                    <a:pt x="89" y="231"/>
                    <a:pt x="79" y="231"/>
                    <a:pt x="70" y="231"/>
                  </a:cubicBezTo>
                  <a:cubicBezTo>
                    <a:pt x="61" y="231"/>
                    <a:pt x="61" y="231"/>
                    <a:pt x="53" y="231"/>
                  </a:cubicBezTo>
                  <a:cubicBezTo>
                    <a:pt x="61" y="266"/>
                    <a:pt x="98" y="294"/>
                    <a:pt x="142" y="294"/>
                  </a:cubicBezTo>
                  <a:cubicBezTo>
                    <a:pt x="106" y="319"/>
                    <a:pt x="70" y="338"/>
                    <a:pt x="26" y="338"/>
                  </a:cubicBezTo>
                  <a:cubicBezTo>
                    <a:pt x="17" y="338"/>
                    <a:pt x="8" y="338"/>
                    <a:pt x="0" y="338"/>
                  </a:cubicBezTo>
                  <a:cubicBezTo>
                    <a:pt x="44" y="364"/>
                    <a:pt x="89" y="373"/>
                    <a:pt x="142" y="373"/>
                  </a:cubicBezTo>
                  <a:cubicBezTo>
                    <a:pt x="319" y="373"/>
                    <a:pt x="408" y="231"/>
                    <a:pt x="408" y="107"/>
                  </a:cubicBezTo>
                  <a:lnTo>
                    <a:pt x="408" y="98"/>
                  </a:lnTo>
                  <a:cubicBezTo>
                    <a:pt x="434" y="81"/>
                    <a:pt x="443" y="72"/>
                    <a:pt x="461" y="45"/>
                  </a:cubicBezTo>
                </a:path>
              </a:pathLst>
            </a:custGeom>
            <a:solidFill>
              <a:schemeClr val="bg1">
                <a:lumMod val="85000"/>
              </a:schemeClr>
            </a:solidFill>
            <a:ln>
              <a:noFill/>
            </a:ln>
            <a:effectLst/>
          </p:spPr>
          <p:txBody>
            <a:bodyPr wrap="none" lIns="34290" tIns="17145" rIns="34290" bIns="17145" anchor="ctr"/>
            <a:lstStyle/>
            <a:p>
              <a:endParaRPr lang="en-US">
                <a:solidFill>
                  <a:schemeClr val="bg1">
                    <a:lumMod val="85000"/>
                  </a:schemeClr>
                </a:solidFill>
              </a:endParaRPr>
            </a:p>
          </p:txBody>
        </p:sp>
        <p:grpSp>
          <p:nvGrpSpPr>
            <p:cNvPr id="10" name="Group 9">
              <a:extLst>
                <a:ext uri="{FF2B5EF4-FFF2-40B4-BE49-F238E27FC236}">
                  <a16:creationId xmlns:a16="http://schemas.microsoft.com/office/drawing/2014/main" id="{89F1964A-650E-459C-9F19-AB924D04A40A}"/>
                </a:ext>
              </a:extLst>
            </p:cNvPr>
            <p:cNvGrpSpPr/>
            <p:nvPr/>
          </p:nvGrpSpPr>
          <p:grpSpPr>
            <a:xfrm>
              <a:off x="18074951" y="6046174"/>
              <a:ext cx="244729" cy="244329"/>
              <a:chOff x="910648" y="5598469"/>
              <a:chExt cx="730034" cy="728842"/>
            </a:xfrm>
            <a:solidFill>
              <a:schemeClr val="bg1">
                <a:lumMod val="85000"/>
              </a:schemeClr>
            </a:solidFill>
          </p:grpSpPr>
          <p:grpSp>
            <p:nvGrpSpPr>
              <p:cNvPr id="11" name="Group 10">
                <a:extLst>
                  <a:ext uri="{FF2B5EF4-FFF2-40B4-BE49-F238E27FC236}">
                    <a16:creationId xmlns:a16="http://schemas.microsoft.com/office/drawing/2014/main" id="{5302FAF5-5613-4466-BC71-0E35AD8CF060}"/>
                  </a:ext>
                </a:extLst>
              </p:cNvPr>
              <p:cNvGrpSpPr/>
              <p:nvPr/>
            </p:nvGrpSpPr>
            <p:grpSpPr>
              <a:xfrm>
                <a:off x="910648" y="5598469"/>
                <a:ext cx="730034" cy="728842"/>
                <a:chOff x="2110189" y="863994"/>
                <a:chExt cx="724256" cy="723073"/>
              </a:xfrm>
              <a:grpFill/>
            </p:grpSpPr>
            <p:sp>
              <p:nvSpPr>
                <p:cNvPr id="13" name="Freeform 5">
                  <a:extLst>
                    <a:ext uri="{FF2B5EF4-FFF2-40B4-BE49-F238E27FC236}">
                      <a16:creationId xmlns:a16="http://schemas.microsoft.com/office/drawing/2014/main" id="{2DED433C-0855-45CF-9825-5423EE96EF31}"/>
                    </a:ext>
                  </a:extLst>
                </p:cNvPr>
                <p:cNvSpPr>
                  <a:spLocks noEditPoints="1"/>
                </p:cNvSpPr>
                <p:nvPr/>
              </p:nvSpPr>
              <p:spPr bwMode="auto">
                <a:xfrm>
                  <a:off x="2110189" y="863994"/>
                  <a:ext cx="724256" cy="723073"/>
                </a:xfrm>
                <a:custGeom>
                  <a:avLst/>
                  <a:gdLst>
                    <a:gd name="T0" fmla="*/ 1263 w 4293"/>
                    <a:gd name="T1" fmla="*/ 4274 h 4286"/>
                    <a:gd name="T2" fmla="*/ 919 w 4293"/>
                    <a:gd name="T3" fmla="*/ 4230 h 4286"/>
                    <a:gd name="T4" fmla="*/ 634 w 4293"/>
                    <a:gd name="T5" fmla="*/ 4126 h 4286"/>
                    <a:gd name="T6" fmla="*/ 360 w 4293"/>
                    <a:gd name="T7" fmla="*/ 3926 h 4286"/>
                    <a:gd name="T8" fmla="*/ 188 w 4293"/>
                    <a:gd name="T9" fmla="*/ 3702 h 4286"/>
                    <a:gd name="T10" fmla="*/ 74 w 4293"/>
                    <a:gd name="T11" fmla="*/ 3430 h 4286"/>
                    <a:gd name="T12" fmla="*/ 14 w 4293"/>
                    <a:gd name="T13" fmla="*/ 3027 h 4286"/>
                    <a:gd name="T14" fmla="*/ 0 w 4293"/>
                    <a:gd name="T15" fmla="*/ 2143 h 4286"/>
                    <a:gd name="T16" fmla="*/ 18 w 4293"/>
                    <a:gd name="T17" fmla="*/ 1183 h 4286"/>
                    <a:gd name="T18" fmla="*/ 92 w 4293"/>
                    <a:gd name="T19" fmla="*/ 796 h 4286"/>
                    <a:gd name="T20" fmla="*/ 216 w 4293"/>
                    <a:gd name="T21" fmla="*/ 536 h 4286"/>
                    <a:gd name="T22" fmla="*/ 404 w 4293"/>
                    <a:gd name="T23" fmla="*/ 318 h 4286"/>
                    <a:gd name="T24" fmla="*/ 686 w 4293"/>
                    <a:gd name="T25" fmla="*/ 134 h 4286"/>
                    <a:gd name="T26" fmla="*/ 981 w 4293"/>
                    <a:gd name="T27" fmla="*/ 44 h 4286"/>
                    <a:gd name="T28" fmla="*/ 1415 w 4293"/>
                    <a:gd name="T29" fmla="*/ 6 h 4286"/>
                    <a:gd name="T30" fmla="*/ 2722 w 4293"/>
                    <a:gd name="T31" fmla="*/ 2 h 4286"/>
                    <a:gd name="T32" fmla="*/ 3248 w 4293"/>
                    <a:gd name="T33" fmla="*/ 32 h 4286"/>
                    <a:gd name="T34" fmla="*/ 3552 w 4293"/>
                    <a:gd name="T35" fmla="*/ 112 h 4286"/>
                    <a:gd name="T36" fmla="*/ 3847 w 4293"/>
                    <a:gd name="T37" fmla="*/ 280 h 4286"/>
                    <a:gd name="T38" fmla="*/ 4045 w 4293"/>
                    <a:gd name="T39" fmla="*/ 490 h 4286"/>
                    <a:gd name="T40" fmla="*/ 4181 w 4293"/>
                    <a:gd name="T41" fmla="*/ 740 h 4286"/>
                    <a:gd name="T42" fmla="*/ 4269 w 4293"/>
                    <a:gd name="T43" fmla="*/ 1111 h 4286"/>
                    <a:gd name="T44" fmla="*/ 4293 w 4293"/>
                    <a:gd name="T45" fmla="*/ 1793 h 4286"/>
                    <a:gd name="T46" fmla="*/ 4281 w 4293"/>
                    <a:gd name="T47" fmla="*/ 3027 h 4286"/>
                    <a:gd name="T48" fmla="*/ 4237 w 4293"/>
                    <a:gd name="T49" fmla="*/ 3370 h 4286"/>
                    <a:gd name="T50" fmla="*/ 4133 w 4293"/>
                    <a:gd name="T51" fmla="*/ 3654 h 4286"/>
                    <a:gd name="T52" fmla="*/ 3933 w 4293"/>
                    <a:gd name="T53" fmla="*/ 3926 h 4286"/>
                    <a:gd name="T54" fmla="*/ 3709 w 4293"/>
                    <a:gd name="T55" fmla="*/ 4100 h 4286"/>
                    <a:gd name="T56" fmla="*/ 3436 w 4293"/>
                    <a:gd name="T57" fmla="*/ 4214 h 4286"/>
                    <a:gd name="T58" fmla="*/ 3032 w 4293"/>
                    <a:gd name="T59" fmla="*/ 4274 h 4286"/>
                    <a:gd name="T60" fmla="*/ 2148 w 4293"/>
                    <a:gd name="T61" fmla="*/ 4286 h 4286"/>
                    <a:gd name="T62" fmla="*/ 1281 w 4293"/>
                    <a:gd name="T63" fmla="*/ 400 h 4286"/>
                    <a:gd name="T64" fmla="*/ 987 w 4293"/>
                    <a:gd name="T65" fmla="*/ 440 h 4286"/>
                    <a:gd name="T66" fmla="*/ 813 w 4293"/>
                    <a:gd name="T67" fmla="*/ 504 h 4286"/>
                    <a:gd name="T68" fmla="*/ 634 w 4293"/>
                    <a:gd name="T69" fmla="*/ 634 h 4286"/>
                    <a:gd name="T70" fmla="*/ 522 w 4293"/>
                    <a:gd name="T71" fmla="*/ 778 h 4286"/>
                    <a:gd name="T72" fmla="*/ 452 w 4293"/>
                    <a:gd name="T73" fmla="*/ 944 h 4286"/>
                    <a:gd name="T74" fmla="*/ 400 w 4293"/>
                    <a:gd name="T75" fmla="*/ 1277 h 4286"/>
                    <a:gd name="T76" fmla="*/ 388 w 4293"/>
                    <a:gd name="T77" fmla="*/ 2143 h 4286"/>
                    <a:gd name="T78" fmla="*/ 406 w 4293"/>
                    <a:gd name="T79" fmla="*/ 3083 h 4286"/>
                    <a:gd name="T80" fmla="*/ 464 w 4293"/>
                    <a:gd name="T81" fmla="*/ 3376 h 4286"/>
                    <a:gd name="T82" fmla="*/ 542 w 4293"/>
                    <a:gd name="T83" fmla="*/ 3538 h 4286"/>
                    <a:gd name="T84" fmla="*/ 662 w 4293"/>
                    <a:gd name="T85" fmla="*/ 3680 h 4286"/>
                    <a:gd name="T86" fmla="*/ 847 w 4293"/>
                    <a:gd name="T87" fmla="*/ 3798 h 4286"/>
                    <a:gd name="T88" fmla="*/ 1031 w 4293"/>
                    <a:gd name="T89" fmla="*/ 3858 h 4286"/>
                    <a:gd name="T90" fmla="*/ 1431 w 4293"/>
                    <a:gd name="T91" fmla="*/ 3892 h 4286"/>
                    <a:gd name="T92" fmla="*/ 2712 w 4293"/>
                    <a:gd name="T93" fmla="*/ 3896 h 4286"/>
                    <a:gd name="T94" fmla="*/ 3212 w 4293"/>
                    <a:gd name="T95" fmla="*/ 3866 h 4286"/>
                    <a:gd name="T96" fmla="*/ 3412 w 4293"/>
                    <a:gd name="T97" fmla="*/ 3812 h 4286"/>
                    <a:gd name="T98" fmla="*/ 3603 w 4293"/>
                    <a:gd name="T99" fmla="*/ 3704 h 4286"/>
                    <a:gd name="T100" fmla="*/ 3733 w 4293"/>
                    <a:gd name="T101" fmla="*/ 3568 h 4286"/>
                    <a:gd name="T102" fmla="*/ 3819 w 4293"/>
                    <a:gd name="T103" fmla="*/ 3406 h 4286"/>
                    <a:gd name="T104" fmla="*/ 3881 w 4293"/>
                    <a:gd name="T105" fmla="*/ 3149 h 4286"/>
                    <a:gd name="T106" fmla="*/ 3905 w 4293"/>
                    <a:gd name="T107" fmla="*/ 2487 h 4286"/>
                    <a:gd name="T108" fmla="*/ 3893 w 4293"/>
                    <a:gd name="T109" fmla="*/ 1277 h 4286"/>
                    <a:gd name="T110" fmla="*/ 3853 w 4293"/>
                    <a:gd name="T111" fmla="*/ 984 h 4286"/>
                    <a:gd name="T112" fmla="*/ 3789 w 4293"/>
                    <a:gd name="T113" fmla="*/ 810 h 4286"/>
                    <a:gd name="T114" fmla="*/ 3659 w 4293"/>
                    <a:gd name="T115" fmla="*/ 634 h 4286"/>
                    <a:gd name="T116" fmla="*/ 3514 w 4293"/>
                    <a:gd name="T117" fmla="*/ 520 h 4286"/>
                    <a:gd name="T118" fmla="*/ 3348 w 4293"/>
                    <a:gd name="T119" fmla="*/ 450 h 4286"/>
                    <a:gd name="T120" fmla="*/ 3014 w 4293"/>
                    <a:gd name="T121" fmla="*/ 400 h 4286"/>
                    <a:gd name="T122" fmla="*/ 2148 w 4293"/>
                    <a:gd name="T123" fmla="*/ 386 h 4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293" h="4286">
                      <a:moveTo>
                        <a:pt x="2148" y="4286"/>
                      </a:moveTo>
                      <a:lnTo>
                        <a:pt x="2148" y="4286"/>
                      </a:lnTo>
                      <a:lnTo>
                        <a:pt x="1797" y="4286"/>
                      </a:lnTo>
                      <a:lnTo>
                        <a:pt x="1573" y="4284"/>
                      </a:lnTo>
                      <a:lnTo>
                        <a:pt x="1415" y="4280"/>
                      </a:lnTo>
                      <a:lnTo>
                        <a:pt x="1263" y="4274"/>
                      </a:lnTo>
                      <a:lnTo>
                        <a:pt x="1263" y="4274"/>
                      </a:lnTo>
                      <a:lnTo>
                        <a:pt x="1187" y="4270"/>
                      </a:lnTo>
                      <a:lnTo>
                        <a:pt x="1115" y="4262"/>
                      </a:lnTo>
                      <a:lnTo>
                        <a:pt x="1047" y="4254"/>
                      </a:lnTo>
                      <a:lnTo>
                        <a:pt x="981" y="4242"/>
                      </a:lnTo>
                      <a:lnTo>
                        <a:pt x="919" y="4230"/>
                      </a:lnTo>
                      <a:lnTo>
                        <a:pt x="859" y="4214"/>
                      </a:lnTo>
                      <a:lnTo>
                        <a:pt x="799" y="4196"/>
                      </a:lnTo>
                      <a:lnTo>
                        <a:pt x="741" y="4174"/>
                      </a:lnTo>
                      <a:lnTo>
                        <a:pt x="741" y="4174"/>
                      </a:lnTo>
                      <a:lnTo>
                        <a:pt x="686" y="4152"/>
                      </a:lnTo>
                      <a:lnTo>
                        <a:pt x="634" y="4126"/>
                      </a:lnTo>
                      <a:lnTo>
                        <a:pt x="584" y="4100"/>
                      </a:lnTo>
                      <a:lnTo>
                        <a:pt x="536" y="4070"/>
                      </a:lnTo>
                      <a:lnTo>
                        <a:pt x="492" y="4040"/>
                      </a:lnTo>
                      <a:lnTo>
                        <a:pt x="446" y="4004"/>
                      </a:lnTo>
                      <a:lnTo>
                        <a:pt x="404" y="3968"/>
                      </a:lnTo>
                      <a:lnTo>
                        <a:pt x="360" y="3926"/>
                      </a:lnTo>
                      <a:lnTo>
                        <a:pt x="360" y="3926"/>
                      </a:lnTo>
                      <a:lnTo>
                        <a:pt x="320" y="3884"/>
                      </a:lnTo>
                      <a:lnTo>
                        <a:pt x="282" y="3840"/>
                      </a:lnTo>
                      <a:lnTo>
                        <a:pt x="248" y="3796"/>
                      </a:lnTo>
                      <a:lnTo>
                        <a:pt x="216" y="3750"/>
                      </a:lnTo>
                      <a:lnTo>
                        <a:pt x="188" y="3702"/>
                      </a:lnTo>
                      <a:lnTo>
                        <a:pt x="160" y="3654"/>
                      </a:lnTo>
                      <a:lnTo>
                        <a:pt x="136" y="3602"/>
                      </a:lnTo>
                      <a:lnTo>
                        <a:pt x="114" y="3546"/>
                      </a:lnTo>
                      <a:lnTo>
                        <a:pt x="114" y="3546"/>
                      </a:lnTo>
                      <a:lnTo>
                        <a:pt x="92" y="3488"/>
                      </a:lnTo>
                      <a:lnTo>
                        <a:pt x="74" y="3430"/>
                      </a:lnTo>
                      <a:lnTo>
                        <a:pt x="58" y="3370"/>
                      </a:lnTo>
                      <a:lnTo>
                        <a:pt x="44" y="3306"/>
                      </a:lnTo>
                      <a:lnTo>
                        <a:pt x="34" y="3242"/>
                      </a:lnTo>
                      <a:lnTo>
                        <a:pt x="24" y="3175"/>
                      </a:lnTo>
                      <a:lnTo>
                        <a:pt x="18" y="3103"/>
                      </a:lnTo>
                      <a:lnTo>
                        <a:pt x="14" y="3027"/>
                      </a:lnTo>
                      <a:lnTo>
                        <a:pt x="14" y="3027"/>
                      </a:lnTo>
                      <a:lnTo>
                        <a:pt x="8" y="2873"/>
                      </a:lnTo>
                      <a:lnTo>
                        <a:pt x="4" y="2717"/>
                      </a:lnTo>
                      <a:lnTo>
                        <a:pt x="2" y="2493"/>
                      </a:lnTo>
                      <a:lnTo>
                        <a:pt x="0" y="2143"/>
                      </a:lnTo>
                      <a:lnTo>
                        <a:pt x="0" y="2143"/>
                      </a:lnTo>
                      <a:lnTo>
                        <a:pt x="2" y="1793"/>
                      </a:lnTo>
                      <a:lnTo>
                        <a:pt x="4" y="1569"/>
                      </a:lnTo>
                      <a:lnTo>
                        <a:pt x="8" y="1411"/>
                      </a:lnTo>
                      <a:lnTo>
                        <a:pt x="14" y="1259"/>
                      </a:lnTo>
                      <a:lnTo>
                        <a:pt x="14" y="1259"/>
                      </a:lnTo>
                      <a:lnTo>
                        <a:pt x="18" y="1183"/>
                      </a:lnTo>
                      <a:lnTo>
                        <a:pt x="24" y="1111"/>
                      </a:lnTo>
                      <a:lnTo>
                        <a:pt x="34" y="1044"/>
                      </a:lnTo>
                      <a:lnTo>
                        <a:pt x="44" y="980"/>
                      </a:lnTo>
                      <a:lnTo>
                        <a:pt x="58" y="916"/>
                      </a:lnTo>
                      <a:lnTo>
                        <a:pt x="74" y="856"/>
                      </a:lnTo>
                      <a:lnTo>
                        <a:pt x="92" y="796"/>
                      </a:lnTo>
                      <a:lnTo>
                        <a:pt x="114" y="740"/>
                      </a:lnTo>
                      <a:lnTo>
                        <a:pt x="114" y="740"/>
                      </a:lnTo>
                      <a:lnTo>
                        <a:pt x="136" y="684"/>
                      </a:lnTo>
                      <a:lnTo>
                        <a:pt x="160" y="632"/>
                      </a:lnTo>
                      <a:lnTo>
                        <a:pt x="188" y="582"/>
                      </a:lnTo>
                      <a:lnTo>
                        <a:pt x="216" y="536"/>
                      </a:lnTo>
                      <a:lnTo>
                        <a:pt x="248" y="490"/>
                      </a:lnTo>
                      <a:lnTo>
                        <a:pt x="282" y="444"/>
                      </a:lnTo>
                      <a:lnTo>
                        <a:pt x="320" y="402"/>
                      </a:lnTo>
                      <a:lnTo>
                        <a:pt x="360" y="360"/>
                      </a:lnTo>
                      <a:lnTo>
                        <a:pt x="360" y="360"/>
                      </a:lnTo>
                      <a:lnTo>
                        <a:pt x="404" y="318"/>
                      </a:lnTo>
                      <a:lnTo>
                        <a:pt x="446" y="280"/>
                      </a:lnTo>
                      <a:lnTo>
                        <a:pt x="492" y="246"/>
                      </a:lnTo>
                      <a:lnTo>
                        <a:pt x="536" y="214"/>
                      </a:lnTo>
                      <a:lnTo>
                        <a:pt x="584" y="186"/>
                      </a:lnTo>
                      <a:lnTo>
                        <a:pt x="634" y="158"/>
                      </a:lnTo>
                      <a:lnTo>
                        <a:pt x="686" y="134"/>
                      </a:lnTo>
                      <a:lnTo>
                        <a:pt x="741" y="112"/>
                      </a:lnTo>
                      <a:lnTo>
                        <a:pt x="741" y="112"/>
                      </a:lnTo>
                      <a:lnTo>
                        <a:pt x="799" y="90"/>
                      </a:lnTo>
                      <a:lnTo>
                        <a:pt x="859" y="72"/>
                      </a:lnTo>
                      <a:lnTo>
                        <a:pt x="919" y="56"/>
                      </a:lnTo>
                      <a:lnTo>
                        <a:pt x="981" y="44"/>
                      </a:lnTo>
                      <a:lnTo>
                        <a:pt x="1047" y="32"/>
                      </a:lnTo>
                      <a:lnTo>
                        <a:pt x="1115" y="24"/>
                      </a:lnTo>
                      <a:lnTo>
                        <a:pt x="1187" y="16"/>
                      </a:lnTo>
                      <a:lnTo>
                        <a:pt x="1263" y="12"/>
                      </a:lnTo>
                      <a:lnTo>
                        <a:pt x="1263" y="12"/>
                      </a:lnTo>
                      <a:lnTo>
                        <a:pt x="1415" y="6"/>
                      </a:lnTo>
                      <a:lnTo>
                        <a:pt x="1573" y="2"/>
                      </a:lnTo>
                      <a:lnTo>
                        <a:pt x="1795" y="0"/>
                      </a:lnTo>
                      <a:lnTo>
                        <a:pt x="2148" y="0"/>
                      </a:lnTo>
                      <a:lnTo>
                        <a:pt x="2148" y="0"/>
                      </a:lnTo>
                      <a:lnTo>
                        <a:pt x="2498" y="0"/>
                      </a:lnTo>
                      <a:lnTo>
                        <a:pt x="2722" y="2"/>
                      </a:lnTo>
                      <a:lnTo>
                        <a:pt x="2878" y="6"/>
                      </a:lnTo>
                      <a:lnTo>
                        <a:pt x="3032" y="12"/>
                      </a:lnTo>
                      <a:lnTo>
                        <a:pt x="3032" y="12"/>
                      </a:lnTo>
                      <a:lnTo>
                        <a:pt x="3108" y="16"/>
                      </a:lnTo>
                      <a:lnTo>
                        <a:pt x="3178" y="24"/>
                      </a:lnTo>
                      <a:lnTo>
                        <a:pt x="3248" y="32"/>
                      </a:lnTo>
                      <a:lnTo>
                        <a:pt x="3312" y="44"/>
                      </a:lnTo>
                      <a:lnTo>
                        <a:pt x="3374" y="56"/>
                      </a:lnTo>
                      <a:lnTo>
                        <a:pt x="3436" y="72"/>
                      </a:lnTo>
                      <a:lnTo>
                        <a:pt x="3494" y="90"/>
                      </a:lnTo>
                      <a:lnTo>
                        <a:pt x="3552" y="112"/>
                      </a:lnTo>
                      <a:lnTo>
                        <a:pt x="3552" y="112"/>
                      </a:lnTo>
                      <a:lnTo>
                        <a:pt x="3609" y="134"/>
                      </a:lnTo>
                      <a:lnTo>
                        <a:pt x="3661" y="158"/>
                      </a:lnTo>
                      <a:lnTo>
                        <a:pt x="3709" y="186"/>
                      </a:lnTo>
                      <a:lnTo>
                        <a:pt x="3757" y="214"/>
                      </a:lnTo>
                      <a:lnTo>
                        <a:pt x="3803" y="246"/>
                      </a:lnTo>
                      <a:lnTo>
                        <a:pt x="3847" y="280"/>
                      </a:lnTo>
                      <a:lnTo>
                        <a:pt x="3891" y="318"/>
                      </a:lnTo>
                      <a:lnTo>
                        <a:pt x="3933" y="360"/>
                      </a:lnTo>
                      <a:lnTo>
                        <a:pt x="3933" y="360"/>
                      </a:lnTo>
                      <a:lnTo>
                        <a:pt x="3973" y="402"/>
                      </a:lnTo>
                      <a:lnTo>
                        <a:pt x="4011" y="444"/>
                      </a:lnTo>
                      <a:lnTo>
                        <a:pt x="4045" y="490"/>
                      </a:lnTo>
                      <a:lnTo>
                        <a:pt x="4077" y="536"/>
                      </a:lnTo>
                      <a:lnTo>
                        <a:pt x="4107" y="582"/>
                      </a:lnTo>
                      <a:lnTo>
                        <a:pt x="4133" y="632"/>
                      </a:lnTo>
                      <a:lnTo>
                        <a:pt x="4159" y="684"/>
                      </a:lnTo>
                      <a:lnTo>
                        <a:pt x="4181" y="740"/>
                      </a:lnTo>
                      <a:lnTo>
                        <a:pt x="4181" y="740"/>
                      </a:lnTo>
                      <a:lnTo>
                        <a:pt x="4201" y="796"/>
                      </a:lnTo>
                      <a:lnTo>
                        <a:pt x="4221" y="856"/>
                      </a:lnTo>
                      <a:lnTo>
                        <a:pt x="4237" y="916"/>
                      </a:lnTo>
                      <a:lnTo>
                        <a:pt x="4249" y="980"/>
                      </a:lnTo>
                      <a:lnTo>
                        <a:pt x="4261" y="1044"/>
                      </a:lnTo>
                      <a:lnTo>
                        <a:pt x="4269" y="1111"/>
                      </a:lnTo>
                      <a:lnTo>
                        <a:pt x="4275" y="1183"/>
                      </a:lnTo>
                      <a:lnTo>
                        <a:pt x="4281" y="1259"/>
                      </a:lnTo>
                      <a:lnTo>
                        <a:pt x="4281" y="1259"/>
                      </a:lnTo>
                      <a:lnTo>
                        <a:pt x="4287" y="1411"/>
                      </a:lnTo>
                      <a:lnTo>
                        <a:pt x="4291" y="1569"/>
                      </a:lnTo>
                      <a:lnTo>
                        <a:pt x="4293" y="1793"/>
                      </a:lnTo>
                      <a:lnTo>
                        <a:pt x="4293" y="2143"/>
                      </a:lnTo>
                      <a:lnTo>
                        <a:pt x="4293" y="2143"/>
                      </a:lnTo>
                      <a:lnTo>
                        <a:pt x="4293" y="2493"/>
                      </a:lnTo>
                      <a:lnTo>
                        <a:pt x="4291" y="2717"/>
                      </a:lnTo>
                      <a:lnTo>
                        <a:pt x="4287" y="2873"/>
                      </a:lnTo>
                      <a:lnTo>
                        <a:pt x="4281" y="3027"/>
                      </a:lnTo>
                      <a:lnTo>
                        <a:pt x="4281" y="3027"/>
                      </a:lnTo>
                      <a:lnTo>
                        <a:pt x="4275" y="3103"/>
                      </a:lnTo>
                      <a:lnTo>
                        <a:pt x="4269" y="3175"/>
                      </a:lnTo>
                      <a:lnTo>
                        <a:pt x="4261" y="3242"/>
                      </a:lnTo>
                      <a:lnTo>
                        <a:pt x="4249" y="3306"/>
                      </a:lnTo>
                      <a:lnTo>
                        <a:pt x="4237" y="3370"/>
                      </a:lnTo>
                      <a:lnTo>
                        <a:pt x="4221" y="3430"/>
                      </a:lnTo>
                      <a:lnTo>
                        <a:pt x="4201" y="3488"/>
                      </a:lnTo>
                      <a:lnTo>
                        <a:pt x="4181" y="3546"/>
                      </a:lnTo>
                      <a:lnTo>
                        <a:pt x="4181" y="3546"/>
                      </a:lnTo>
                      <a:lnTo>
                        <a:pt x="4159" y="3602"/>
                      </a:lnTo>
                      <a:lnTo>
                        <a:pt x="4133" y="3654"/>
                      </a:lnTo>
                      <a:lnTo>
                        <a:pt x="4107" y="3702"/>
                      </a:lnTo>
                      <a:lnTo>
                        <a:pt x="4077" y="3750"/>
                      </a:lnTo>
                      <a:lnTo>
                        <a:pt x="4045" y="3796"/>
                      </a:lnTo>
                      <a:lnTo>
                        <a:pt x="4011" y="3840"/>
                      </a:lnTo>
                      <a:lnTo>
                        <a:pt x="3975" y="3884"/>
                      </a:lnTo>
                      <a:lnTo>
                        <a:pt x="3933" y="3926"/>
                      </a:lnTo>
                      <a:lnTo>
                        <a:pt x="3933" y="3926"/>
                      </a:lnTo>
                      <a:lnTo>
                        <a:pt x="3891" y="3968"/>
                      </a:lnTo>
                      <a:lnTo>
                        <a:pt x="3847" y="4004"/>
                      </a:lnTo>
                      <a:lnTo>
                        <a:pt x="3803" y="4040"/>
                      </a:lnTo>
                      <a:lnTo>
                        <a:pt x="3757" y="4070"/>
                      </a:lnTo>
                      <a:lnTo>
                        <a:pt x="3709" y="4100"/>
                      </a:lnTo>
                      <a:lnTo>
                        <a:pt x="3661" y="4126"/>
                      </a:lnTo>
                      <a:lnTo>
                        <a:pt x="3609" y="4152"/>
                      </a:lnTo>
                      <a:lnTo>
                        <a:pt x="3552" y="4174"/>
                      </a:lnTo>
                      <a:lnTo>
                        <a:pt x="3552" y="4174"/>
                      </a:lnTo>
                      <a:lnTo>
                        <a:pt x="3494" y="4196"/>
                      </a:lnTo>
                      <a:lnTo>
                        <a:pt x="3436" y="4214"/>
                      </a:lnTo>
                      <a:lnTo>
                        <a:pt x="3374" y="4230"/>
                      </a:lnTo>
                      <a:lnTo>
                        <a:pt x="3312" y="4242"/>
                      </a:lnTo>
                      <a:lnTo>
                        <a:pt x="3248" y="4254"/>
                      </a:lnTo>
                      <a:lnTo>
                        <a:pt x="3178" y="4262"/>
                      </a:lnTo>
                      <a:lnTo>
                        <a:pt x="3108" y="4270"/>
                      </a:lnTo>
                      <a:lnTo>
                        <a:pt x="3032" y="4274"/>
                      </a:lnTo>
                      <a:lnTo>
                        <a:pt x="3032" y="4274"/>
                      </a:lnTo>
                      <a:lnTo>
                        <a:pt x="2878" y="4280"/>
                      </a:lnTo>
                      <a:lnTo>
                        <a:pt x="2722" y="4284"/>
                      </a:lnTo>
                      <a:lnTo>
                        <a:pt x="2498" y="4286"/>
                      </a:lnTo>
                      <a:lnTo>
                        <a:pt x="2148" y="4286"/>
                      </a:lnTo>
                      <a:lnTo>
                        <a:pt x="2148" y="4286"/>
                      </a:lnTo>
                      <a:close/>
                      <a:moveTo>
                        <a:pt x="2148" y="386"/>
                      </a:moveTo>
                      <a:lnTo>
                        <a:pt x="2148" y="386"/>
                      </a:lnTo>
                      <a:lnTo>
                        <a:pt x="1801" y="388"/>
                      </a:lnTo>
                      <a:lnTo>
                        <a:pt x="1583" y="388"/>
                      </a:lnTo>
                      <a:lnTo>
                        <a:pt x="1431" y="392"/>
                      </a:lnTo>
                      <a:lnTo>
                        <a:pt x="1281" y="400"/>
                      </a:lnTo>
                      <a:lnTo>
                        <a:pt x="1281" y="400"/>
                      </a:lnTo>
                      <a:lnTo>
                        <a:pt x="1207" y="404"/>
                      </a:lnTo>
                      <a:lnTo>
                        <a:pt x="1141" y="410"/>
                      </a:lnTo>
                      <a:lnTo>
                        <a:pt x="1083" y="418"/>
                      </a:lnTo>
                      <a:lnTo>
                        <a:pt x="1031" y="428"/>
                      </a:lnTo>
                      <a:lnTo>
                        <a:pt x="987" y="440"/>
                      </a:lnTo>
                      <a:lnTo>
                        <a:pt x="947" y="450"/>
                      </a:lnTo>
                      <a:lnTo>
                        <a:pt x="913" y="462"/>
                      </a:lnTo>
                      <a:lnTo>
                        <a:pt x="883" y="472"/>
                      </a:lnTo>
                      <a:lnTo>
                        <a:pt x="883" y="472"/>
                      </a:lnTo>
                      <a:lnTo>
                        <a:pt x="845" y="488"/>
                      </a:lnTo>
                      <a:lnTo>
                        <a:pt x="813" y="504"/>
                      </a:lnTo>
                      <a:lnTo>
                        <a:pt x="781" y="520"/>
                      </a:lnTo>
                      <a:lnTo>
                        <a:pt x="749" y="540"/>
                      </a:lnTo>
                      <a:lnTo>
                        <a:pt x="721" y="560"/>
                      </a:lnTo>
                      <a:lnTo>
                        <a:pt x="690" y="582"/>
                      </a:lnTo>
                      <a:lnTo>
                        <a:pt x="662" y="606"/>
                      </a:lnTo>
                      <a:lnTo>
                        <a:pt x="634" y="634"/>
                      </a:lnTo>
                      <a:lnTo>
                        <a:pt x="634" y="634"/>
                      </a:lnTo>
                      <a:lnTo>
                        <a:pt x="608" y="662"/>
                      </a:lnTo>
                      <a:lnTo>
                        <a:pt x="584" y="690"/>
                      </a:lnTo>
                      <a:lnTo>
                        <a:pt x="562" y="718"/>
                      </a:lnTo>
                      <a:lnTo>
                        <a:pt x="542" y="746"/>
                      </a:lnTo>
                      <a:lnTo>
                        <a:pt x="522" y="778"/>
                      </a:lnTo>
                      <a:lnTo>
                        <a:pt x="506" y="810"/>
                      </a:lnTo>
                      <a:lnTo>
                        <a:pt x="490" y="844"/>
                      </a:lnTo>
                      <a:lnTo>
                        <a:pt x="474" y="880"/>
                      </a:lnTo>
                      <a:lnTo>
                        <a:pt x="474" y="880"/>
                      </a:lnTo>
                      <a:lnTo>
                        <a:pt x="464" y="910"/>
                      </a:lnTo>
                      <a:lnTo>
                        <a:pt x="452" y="944"/>
                      </a:lnTo>
                      <a:lnTo>
                        <a:pt x="440" y="984"/>
                      </a:lnTo>
                      <a:lnTo>
                        <a:pt x="430" y="1028"/>
                      </a:lnTo>
                      <a:lnTo>
                        <a:pt x="420" y="1079"/>
                      </a:lnTo>
                      <a:lnTo>
                        <a:pt x="412" y="1137"/>
                      </a:lnTo>
                      <a:lnTo>
                        <a:pt x="406" y="1203"/>
                      </a:lnTo>
                      <a:lnTo>
                        <a:pt x="400" y="1277"/>
                      </a:lnTo>
                      <a:lnTo>
                        <a:pt x="400" y="1277"/>
                      </a:lnTo>
                      <a:lnTo>
                        <a:pt x="394" y="1427"/>
                      </a:lnTo>
                      <a:lnTo>
                        <a:pt x="390" y="1579"/>
                      </a:lnTo>
                      <a:lnTo>
                        <a:pt x="388" y="1797"/>
                      </a:lnTo>
                      <a:lnTo>
                        <a:pt x="388" y="2143"/>
                      </a:lnTo>
                      <a:lnTo>
                        <a:pt x="388" y="2143"/>
                      </a:lnTo>
                      <a:lnTo>
                        <a:pt x="388" y="2489"/>
                      </a:lnTo>
                      <a:lnTo>
                        <a:pt x="390" y="2707"/>
                      </a:lnTo>
                      <a:lnTo>
                        <a:pt x="394" y="2859"/>
                      </a:lnTo>
                      <a:lnTo>
                        <a:pt x="400" y="3009"/>
                      </a:lnTo>
                      <a:lnTo>
                        <a:pt x="400" y="3009"/>
                      </a:lnTo>
                      <a:lnTo>
                        <a:pt x="406" y="3083"/>
                      </a:lnTo>
                      <a:lnTo>
                        <a:pt x="412" y="3149"/>
                      </a:lnTo>
                      <a:lnTo>
                        <a:pt x="420" y="3207"/>
                      </a:lnTo>
                      <a:lnTo>
                        <a:pt x="430" y="3258"/>
                      </a:lnTo>
                      <a:lnTo>
                        <a:pt x="440" y="3302"/>
                      </a:lnTo>
                      <a:lnTo>
                        <a:pt x="452" y="3342"/>
                      </a:lnTo>
                      <a:lnTo>
                        <a:pt x="464" y="3376"/>
                      </a:lnTo>
                      <a:lnTo>
                        <a:pt x="474" y="3406"/>
                      </a:lnTo>
                      <a:lnTo>
                        <a:pt x="474" y="3406"/>
                      </a:lnTo>
                      <a:lnTo>
                        <a:pt x="490" y="3442"/>
                      </a:lnTo>
                      <a:lnTo>
                        <a:pt x="506" y="3476"/>
                      </a:lnTo>
                      <a:lnTo>
                        <a:pt x="522" y="3508"/>
                      </a:lnTo>
                      <a:lnTo>
                        <a:pt x="542" y="3538"/>
                      </a:lnTo>
                      <a:lnTo>
                        <a:pt x="562" y="3568"/>
                      </a:lnTo>
                      <a:lnTo>
                        <a:pt x="584" y="3596"/>
                      </a:lnTo>
                      <a:lnTo>
                        <a:pt x="608" y="3624"/>
                      </a:lnTo>
                      <a:lnTo>
                        <a:pt x="634" y="3652"/>
                      </a:lnTo>
                      <a:lnTo>
                        <a:pt x="634" y="3652"/>
                      </a:lnTo>
                      <a:lnTo>
                        <a:pt x="662" y="3680"/>
                      </a:lnTo>
                      <a:lnTo>
                        <a:pt x="690" y="3704"/>
                      </a:lnTo>
                      <a:lnTo>
                        <a:pt x="721" y="3726"/>
                      </a:lnTo>
                      <a:lnTo>
                        <a:pt x="749" y="3746"/>
                      </a:lnTo>
                      <a:lnTo>
                        <a:pt x="781" y="3764"/>
                      </a:lnTo>
                      <a:lnTo>
                        <a:pt x="813" y="3782"/>
                      </a:lnTo>
                      <a:lnTo>
                        <a:pt x="847" y="3798"/>
                      </a:lnTo>
                      <a:lnTo>
                        <a:pt x="883" y="3812"/>
                      </a:lnTo>
                      <a:lnTo>
                        <a:pt x="883" y="3812"/>
                      </a:lnTo>
                      <a:lnTo>
                        <a:pt x="913" y="3824"/>
                      </a:lnTo>
                      <a:lnTo>
                        <a:pt x="947" y="3836"/>
                      </a:lnTo>
                      <a:lnTo>
                        <a:pt x="987" y="3846"/>
                      </a:lnTo>
                      <a:lnTo>
                        <a:pt x="1031" y="3858"/>
                      </a:lnTo>
                      <a:lnTo>
                        <a:pt x="1083" y="3866"/>
                      </a:lnTo>
                      <a:lnTo>
                        <a:pt x="1141" y="3876"/>
                      </a:lnTo>
                      <a:lnTo>
                        <a:pt x="1207" y="3882"/>
                      </a:lnTo>
                      <a:lnTo>
                        <a:pt x="1281" y="3886"/>
                      </a:lnTo>
                      <a:lnTo>
                        <a:pt x="1281" y="3886"/>
                      </a:lnTo>
                      <a:lnTo>
                        <a:pt x="1431" y="3892"/>
                      </a:lnTo>
                      <a:lnTo>
                        <a:pt x="1583" y="3896"/>
                      </a:lnTo>
                      <a:lnTo>
                        <a:pt x="1801" y="3898"/>
                      </a:lnTo>
                      <a:lnTo>
                        <a:pt x="2148" y="3900"/>
                      </a:lnTo>
                      <a:lnTo>
                        <a:pt x="2148" y="3900"/>
                      </a:lnTo>
                      <a:lnTo>
                        <a:pt x="2492" y="3898"/>
                      </a:lnTo>
                      <a:lnTo>
                        <a:pt x="2712" y="3896"/>
                      </a:lnTo>
                      <a:lnTo>
                        <a:pt x="2864" y="3892"/>
                      </a:lnTo>
                      <a:lnTo>
                        <a:pt x="3014" y="3886"/>
                      </a:lnTo>
                      <a:lnTo>
                        <a:pt x="3014" y="3886"/>
                      </a:lnTo>
                      <a:lnTo>
                        <a:pt x="3088" y="3882"/>
                      </a:lnTo>
                      <a:lnTo>
                        <a:pt x="3154" y="3876"/>
                      </a:lnTo>
                      <a:lnTo>
                        <a:pt x="3212" y="3866"/>
                      </a:lnTo>
                      <a:lnTo>
                        <a:pt x="3264" y="3858"/>
                      </a:lnTo>
                      <a:lnTo>
                        <a:pt x="3308" y="3846"/>
                      </a:lnTo>
                      <a:lnTo>
                        <a:pt x="3348" y="3836"/>
                      </a:lnTo>
                      <a:lnTo>
                        <a:pt x="3382" y="3824"/>
                      </a:lnTo>
                      <a:lnTo>
                        <a:pt x="3412" y="3812"/>
                      </a:lnTo>
                      <a:lnTo>
                        <a:pt x="3412" y="3812"/>
                      </a:lnTo>
                      <a:lnTo>
                        <a:pt x="3448" y="3798"/>
                      </a:lnTo>
                      <a:lnTo>
                        <a:pt x="3482" y="3782"/>
                      </a:lnTo>
                      <a:lnTo>
                        <a:pt x="3514" y="3764"/>
                      </a:lnTo>
                      <a:lnTo>
                        <a:pt x="3544" y="3746"/>
                      </a:lnTo>
                      <a:lnTo>
                        <a:pt x="3574" y="3726"/>
                      </a:lnTo>
                      <a:lnTo>
                        <a:pt x="3603" y="3704"/>
                      </a:lnTo>
                      <a:lnTo>
                        <a:pt x="3631" y="3680"/>
                      </a:lnTo>
                      <a:lnTo>
                        <a:pt x="3659" y="3652"/>
                      </a:lnTo>
                      <a:lnTo>
                        <a:pt x="3659" y="3652"/>
                      </a:lnTo>
                      <a:lnTo>
                        <a:pt x="3687" y="3624"/>
                      </a:lnTo>
                      <a:lnTo>
                        <a:pt x="3711" y="3596"/>
                      </a:lnTo>
                      <a:lnTo>
                        <a:pt x="3733" y="3568"/>
                      </a:lnTo>
                      <a:lnTo>
                        <a:pt x="3753" y="3538"/>
                      </a:lnTo>
                      <a:lnTo>
                        <a:pt x="3771" y="3508"/>
                      </a:lnTo>
                      <a:lnTo>
                        <a:pt x="3789" y="3476"/>
                      </a:lnTo>
                      <a:lnTo>
                        <a:pt x="3805" y="3442"/>
                      </a:lnTo>
                      <a:lnTo>
                        <a:pt x="3819" y="3406"/>
                      </a:lnTo>
                      <a:lnTo>
                        <a:pt x="3819" y="3406"/>
                      </a:lnTo>
                      <a:lnTo>
                        <a:pt x="3831" y="3376"/>
                      </a:lnTo>
                      <a:lnTo>
                        <a:pt x="3843" y="3342"/>
                      </a:lnTo>
                      <a:lnTo>
                        <a:pt x="3853" y="3302"/>
                      </a:lnTo>
                      <a:lnTo>
                        <a:pt x="3863" y="3258"/>
                      </a:lnTo>
                      <a:lnTo>
                        <a:pt x="3873" y="3207"/>
                      </a:lnTo>
                      <a:lnTo>
                        <a:pt x="3881" y="3149"/>
                      </a:lnTo>
                      <a:lnTo>
                        <a:pt x="3889" y="3083"/>
                      </a:lnTo>
                      <a:lnTo>
                        <a:pt x="3893" y="3009"/>
                      </a:lnTo>
                      <a:lnTo>
                        <a:pt x="3893" y="3009"/>
                      </a:lnTo>
                      <a:lnTo>
                        <a:pt x="3899" y="2859"/>
                      </a:lnTo>
                      <a:lnTo>
                        <a:pt x="3903" y="2705"/>
                      </a:lnTo>
                      <a:lnTo>
                        <a:pt x="3905" y="2487"/>
                      </a:lnTo>
                      <a:lnTo>
                        <a:pt x="3905" y="2143"/>
                      </a:lnTo>
                      <a:lnTo>
                        <a:pt x="3905" y="2143"/>
                      </a:lnTo>
                      <a:lnTo>
                        <a:pt x="3905" y="1797"/>
                      </a:lnTo>
                      <a:lnTo>
                        <a:pt x="3903" y="1579"/>
                      </a:lnTo>
                      <a:lnTo>
                        <a:pt x="3899" y="1427"/>
                      </a:lnTo>
                      <a:lnTo>
                        <a:pt x="3893" y="1277"/>
                      </a:lnTo>
                      <a:lnTo>
                        <a:pt x="3893" y="1277"/>
                      </a:lnTo>
                      <a:lnTo>
                        <a:pt x="3889" y="1203"/>
                      </a:lnTo>
                      <a:lnTo>
                        <a:pt x="3881" y="1137"/>
                      </a:lnTo>
                      <a:lnTo>
                        <a:pt x="3873" y="1079"/>
                      </a:lnTo>
                      <a:lnTo>
                        <a:pt x="3863" y="1028"/>
                      </a:lnTo>
                      <a:lnTo>
                        <a:pt x="3853" y="984"/>
                      </a:lnTo>
                      <a:lnTo>
                        <a:pt x="3843" y="944"/>
                      </a:lnTo>
                      <a:lnTo>
                        <a:pt x="3831" y="910"/>
                      </a:lnTo>
                      <a:lnTo>
                        <a:pt x="3819" y="880"/>
                      </a:lnTo>
                      <a:lnTo>
                        <a:pt x="3819" y="880"/>
                      </a:lnTo>
                      <a:lnTo>
                        <a:pt x="3805" y="844"/>
                      </a:lnTo>
                      <a:lnTo>
                        <a:pt x="3789" y="810"/>
                      </a:lnTo>
                      <a:lnTo>
                        <a:pt x="3771" y="778"/>
                      </a:lnTo>
                      <a:lnTo>
                        <a:pt x="3753" y="746"/>
                      </a:lnTo>
                      <a:lnTo>
                        <a:pt x="3733" y="718"/>
                      </a:lnTo>
                      <a:lnTo>
                        <a:pt x="3711" y="690"/>
                      </a:lnTo>
                      <a:lnTo>
                        <a:pt x="3687" y="662"/>
                      </a:lnTo>
                      <a:lnTo>
                        <a:pt x="3659" y="634"/>
                      </a:lnTo>
                      <a:lnTo>
                        <a:pt x="3659" y="634"/>
                      </a:lnTo>
                      <a:lnTo>
                        <a:pt x="3631" y="606"/>
                      </a:lnTo>
                      <a:lnTo>
                        <a:pt x="3603" y="582"/>
                      </a:lnTo>
                      <a:lnTo>
                        <a:pt x="3574" y="560"/>
                      </a:lnTo>
                      <a:lnTo>
                        <a:pt x="3544" y="540"/>
                      </a:lnTo>
                      <a:lnTo>
                        <a:pt x="3514" y="520"/>
                      </a:lnTo>
                      <a:lnTo>
                        <a:pt x="3482" y="504"/>
                      </a:lnTo>
                      <a:lnTo>
                        <a:pt x="3448" y="488"/>
                      </a:lnTo>
                      <a:lnTo>
                        <a:pt x="3412" y="472"/>
                      </a:lnTo>
                      <a:lnTo>
                        <a:pt x="3412" y="472"/>
                      </a:lnTo>
                      <a:lnTo>
                        <a:pt x="3382" y="462"/>
                      </a:lnTo>
                      <a:lnTo>
                        <a:pt x="3348" y="450"/>
                      </a:lnTo>
                      <a:lnTo>
                        <a:pt x="3308" y="440"/>
                      </a:lnTo>
                      <a:lnTo>
                        <a:pt x="3264" y="428"/>
                      </a:lnTo>
                      <a:lnTo>
                        <a:pt x="3212" y="418"/>
                      </a:lnTo>
                      <a:lnTo>
                        <a:pt x="3154" y="410"/>
                      </a:lnTo>
                      <a:lnTo>
                        <a:pt x="3088" y="404"/>
                      </a:lnTo>
                      <a:lnTo>
                        <a:pt x="3014" y="400"/>
                      </a:lnTo>
                      <a:lnTo>
                        <a:pt x="3014" y="400"/>
                      </a:lnTo>
                      <a:lnTo>
                        <a:pt x="2864" y="392"/>
                      </a:lnTo>
                      <a:lnTo>
                        <a:pt x="2712" y="388"/>
                      </a:lnTo>
                      <a:lnTo>
                        <a:pt x="2492" y="388"/>
                      </a:lnTo>
                      <a:lnTo>
                        <a:pt x="2148" y="386"/>
                      </a:lnTo>
                      <a:lnTo>
                        <a:pt x="2148" y="38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id-ID"/>
                </a:p>
              </p:txBody>
            </p:sp>
            <p:sp>
              <p:nvSpPr>
                <p:cNvPr id="14" name="Freeform 10">
                  <a:extLst>
                    <a:ext uri="{FF2B5EF4-FFF2-40B4-BE49-F238E27FC236}">
                      <a16:creationId xmlns:a16="http://schemas.microsoft.com/office/drawing/2014/main" id="{2A56E5C6-913C-40E3-A54D-EB636F00D623}"/>
                    </a:ext>
                  </a:extLst>
                </p:cNvPr>
                <p:cNvSpPr>
                  <a:spLocks/>
                </p:cNvSpPr>
                <p:nvPr/>
              </p:nvSpPr>
              <p:spPr bwMode="auto">
                <a:xfrm>
                  <a:off x="2622044" y="989172"/>
                  <a:ext cx="87052" cy="86546"/>
                </a:xfrm>
                <a:custGeom>
                  <a:avLst/>
                  <a:gdLst>
                    <a:gd name="T0" fmla="*/ 516 w 516"/>
                    <a:gd name="T1" fmla="*/ 258 h 513"/>
                    <a:gd name="T2" fmla="*/ 510 w 516"/>
                    <a:gd name="T3" fmla="*/ 310 h 513"/>
                    <a:gd name="T4" fmla="*/ 496 w 516"/>
                    <a:gd name="T5" fmla="*/ 357 h 513"/>
                    <a:gd name="T6" fmla="*/ 472 w 516"/>
                    <a:gd name="T7" fmla="*/ 401 h 513"/>
                    <a:gd name="T8" fmla="*/ 440 w 516"/>
                    <a:gd name="T9" fmla="*/ 439 h 513"/>
                    <a:gd name="T10" fmla="*/ 402 w 516"/>
                    <a:gd name="T11" fmla="*/ 469 h 513"/>
                    <a:gd name="T12" fmla="*/ 358 w 516"/>
                    <a:gd name="T13" fmla="*/ 493 h 513"/>
                    <a:gd name="T14" fmla="*/ 310 w 516"/>
                    <a:gd name="T15" fmla="*/ 509 h 513"/>
                    <a:gd name="T16" fmla="*/ 258 w 516"/>
                    <a:gd name="T17" fmla="*/ 513 h 513"/>
                    <a:gd name="T18" fmla="*/ 232 w 516"/>
                    <a:gd name="T19" fmla="*/ 513 h 513"/>
                    <a:gd name="T20" fmla="*/ 182 w 516"/>
                    <a:gd name="T21" fmla="*/ 501 h 513"/>
                    <a:gd name="T22" fmla="*/ 136 w 516"/>
                    <a:gd name="T23" fmla="*/ 483 h 513"/>
                    <a:gd name="T24" fmla="*/ 94 w 516"/>
                    <a:gd name="T25" fmla="*/ 455 h 513"/>
                    <a:gd name="T26" fmla="*/ 60 w 516"/>
                    <a:gd name="T27" fmla="*/ 419 h 513"/>
                    <a:gd name="T28" fmla="*/ 32 w 516"/>
                    <a:gd name="T29" fmla="*/ 379 h 513"/>
                    <a:gd name="T30" fmla="*/ 12 w 516"/>
                    <a:gd name="T31" fmla="*/ 333 h 513"/>
                    <a:gd name="T32" fmla="*/ 2 w 516"/>
                    <a:gd name="T33" fmla="*/ 284 h 513"/>
                    <a:gd name="T34" fmla="*/ 0 w 516"/>
                    <a:gd name="T35" fmla="*/ 258 h 513"/>
                    <a:gd name="T36" fmla="*/ 6 w 516"/>
                    <a:gd name="T37" fmla="*/ 206 h 513"/>
                    <a:gd name="T38" fmla="*/ 22 w 516"/>
                    <a:gd name="T39" fmla="*/ 158 h 513"/>
                    <a:gd name="T40" fmla="*/ 44 w 516"/>
                    <a:gd name="T41" fmla="*/ 114 h 513"/>
                    <a:gd name="T42" fmla="*/ 76 w 516"/>
                    <a:gd name="T43" fmla="*/ 76 h 513"/>
                    <a:gd name="T44" fmla="*/ 114 w 516"/>
                    <a:gd name="T45" fmla="*/ 44 h 513"/>
                    <a:gd name="T46" fmla="*/ 158 w 516"/>
                    <a:gd name="T47" fmla="*/ 20 h 513"/>
                    <a:gd name="T48" fmla="*/ 206 w 516"/>
                    <a:gd name="T49" fmla="*/ 6 h 513"/>
                    <a:gd name="T50" fmla="*/ 258 w 516"/>
                    <a:gd name="T51" fmla="*/ 0 h 513"/>
                    <a:gd name="T52" fmla="*/ 284 w 516"/>
                    <a:gd name="T53" fmla="*/ 2 h 513"/>
                    <a:gd name="T54" fmla="*/ 334 w 516"/>
                    <a:gd name="T55" fmla="*/ 12 h 513"/>
                    <a:gd name="T56" fmla="*/ 380 w 516"/>
                    <a:gd name="T57" fmla="*/ 30 h 513"/>
                    <a:gd name="T58" fmla="*/ 422 w 516"/>
                    <a:gd name="T59" fmla="*/ 58 h 513"/>
                    <a:gd name="T60" fmla="*/ 456 w 516"/>
                    <a:gd name="T61" fmla="*/ 94 h 513"/>
                    <a:gd name="T62" fmla="*/ 484 w 516"/>
                    <a:gd name="T63" fmla="*/ 134 h 513"/>
                    <a:gd name="T64" fmla="*/ 504 w 516"/>
                    <a:gd name="T65" fmla="*/ 180 h 513"/>
                    <a:gd name="T66" fmla="*/ 514 w 516"/>
                    <a:gd name="T67" fmla="*/ 230 h 5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16" h="513">
                      <a:moveTo>
                        <a:pt x="516" y="258"/>
                      </a:moveTo>
                      <a:lnTo>
                        <a:pt x="516" y="258"/>
                      </a:lnTo>
                      <a:lnTo>
                        <a:pt x="514" y="284"/>
                      </a:lnTo>
                      <a:lnTo>
                        <a:pt x="510" y="310"/>
                      </a:lnTo>
                      <a:lnTo>
                        <a:pt x="504" y="333"/>
                      </a:lnTo>
                      <a:lnTo>
                        <a:pt x="496" y="357"/>
                      </a:lnTo>
                      <a:lnTo>
                        <a:pt x="484" y="379"/>
                      </a:lnTo>
                      <a:lnTo>
                        <a:pt x="472" y="401"/>
                      </a:lnTo>
                      <a:lnTo>
                        <a:pt x="456" y="419"/>
                      </a:lnTo>
                      <a:lnTo>
                        <a:pt x="440" y="439"/>
                      </a:lnTo>
                      <a:lnTo>
                        <a:pt x="422" y="455"/>
                      </a:lnTo>
                      <a:lnTo>
                        <a:pt x="402" y="469"/>
                      </a:lnTo>
                      <a:lnTo>
                        <a:pt x="380" y="483"/>
                      </a:lnTo>
                      <a:lnTo>
                        <a:pt x="358" y="493"/>
                      </a:lnTo>
                      <a:lnTo>
                        <a:pt x="334" y="501"/>
                      </a:lnTo>
                      <a:lnTo>
                        <a:pt x="310" y="509"/>
                      </a:lnTo>
                      <a:lnTo>
                        <a:pt x="284" y="513"/>
                      </a:lnTo>
                      <a:lnTo>
                        <a:pt x="258" y="513"/>
                      </a:lnTo>
                      <a:lnTo>
                        <a:pt x="258" y="513"/>
                      </a:lnTo>
                      <a:lnTo>
                        <a:pt x="232" y="513"/>
                      </a:lnTo>
                      <a:lnTo>
                        <a:pt x="206" y="509"/>
                      </a:lnTo>
                      <a:lnTo>
                        <a:pt x="182" y="501"/>
                      </a:lnTo>
                      <a:lnTo>
                        <a:pt x="158" y="493"/>
                      </a:lnTo>
                      <a:lnTo>
                        <a:pt x="136" y="483"/>
                      </a:lnTo>
                      <a:lnTo>
                        <a:pt x="114" y="469"/>
                      </a:lnTo>
                      <a:lnTo>
                        <a:pt x="94" y="455"/>
                      </a:lnTo>
                      <a:lnTo>
                        <a:pt x="76" y="439"/>
                      </a:lnTo>
                      <a:lnTo>
                        <a:pt x="60" y="419"/>
                      </a:lnTo>
                      <a:lnTo>
                        <a:pt x="44" y="401"/>
                      </a:lnTo>
                      <a:lnTo>
                        <a:pt x="32" y="379"/>
                      </a:lnTo>
                      <a:lnTo>
                        <a:pt x="22" y="357"/>
                      </a:lnTo>
                      <a:lnTo>
                        <a:pt x="12" y="333"/>
                      </a:lnTo>
                      <a:lnTo>
                        <a:pt x="6" y="310"/>
                      </a:lnTo>
                      <a:lnTo>
                        <a:pt x="2" y="284"/>
                      </a:lnTo>
                      <a:lnTo>
                        <a:pt x="0" y="258"/>
                      </a:lnTo>
                      <a:lnTo>
                        <a:pt x="0" y="258"/>
                      </a:lnTo>
                      <a:lnTo>
                        <a:pt x="2" y="230"/>
                      </a:lnTo>
                      <a:lnTo>
                        <a:pt x="6" y="206"/>
                      </a:lnTo>
                      <a:lnTo>
                        <a:pt x="12" y="180"/>
                      </a:lnTo>
                      <a:lnTo>
                        <a:pt x="22" y="158"/>
                      </a:lnTo>
                      <a:lnTo>
                        <a:pt x="32" y="134"/>
                      </a:lnTo>
                      <a:lnTo>
                        <a:pt x="44" y="114"/>
                      </a:lnTo>
                      <a:lnTo>
                        <a:pt x="60" y="94"/>
                      </a:lnTo>
                      <a:lnTo>
                        <a:pt x="76" y="76"/>
                      </a:lnTo>
                      <a:lnTo>
                        <a:pt x="94" y="58"/>
                      </a:lnTo>
                      <a:lnTo>
                        <a:pt x="114" y="44"/>
                      </a:lnTo>
                      <a:lnTo>
                        <a:pt x="136" y="30"/>
                      </a:lnTo>
                      <a:lnTo>
                        <a:pt x="158" y="20"/>
                      </a:lnTo>
                      <a:lnTo>
                        <a:pt x="182" y="12"/>
                      </a:lnTo>
                      <a:lnTo>
                        <a:pt x="206" y="6"/>
                      </a:lnTo>
                      <a:lnTo>
                        <a:pt x="232" y="2"/>
                      </a:lnTo>
                      <a:lnTo>
                        <a:pt x="258" y="0"/>
                      </a:lnTo>
                      <a:lnTo>
                        <a:pt x="258" y="0"/>
                      </a:lnTo>
                      <a:lnTo>
                        <a:pt x="284" y="2"/>
                      </a:lnTo>
                      <a:lnTo>
                        <a:pt x="310" y="6"/>
                      </a:lnTo>
                      <a:lnTo>
                        <a:pt x="334" y="12"/>
                      </a:lnTo>
                      <a:lnTo>
                        <a:pt x="358" y="20"/>
                      </a:lnTo>
                      <a:lnTo>
                        <a:pt x="380" y="30"/>
                      </a:lnTo>
                      <a:lnTo>
                        <a:pt x="402" y="44"/>
                      </a:lnTo>
                      <a:lnTo>
                        <a:pt x="422" y="58"/>
                      </a:lnTo>
                      <a:lnTo>
                        <a:pt x="440" y="76"/>
                      </a:lnTo>
                      <a:lnTo>
                        <a:pt x="456" y="94"/>
                      </a:lnTo>
                      <a:lnTo>
                        <a:pt x="472" y="114"/>
                      </a:lnTo>
                      <a:lnTo>
                        <a:pt x="484" y="134"/>
                      </a:lnTo>
                      <a:lnTo>
                        <a:pt x="496" y="158"/>
                      </a:lnTo>
                      <a:lnTo>
                        <a:pt x="504" y="180"/>
                      </a:lnTo>
                      <a:lnTo>
                        <a:pt x="510" y="206"/>
                      </a:lnTo>
                      <a:lnTo>
                        <a:pt x="514" y="230"/>
                      </a:lnTo>
                      <a:lnTo>
                        <a:pt x="516" y="258"/>
                      </a:ln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id-ID"/>
                </a:p>
              </p:txBody>
            </p:sp>
          </p:grpSp>
          <p:sp>
            <p:nvSpPr>
              <p:cNvPr id="12" name="Freeform: Shape 11">
                <a:extLst>
                  <a:ext uri="{FF2B5EF4-FFF2-40B4-BE49-F238E27FC236}">
                    <a16:creationId xmlns:a16="http://schemas.microsoft.com/office/drawing/2014/main" id="{6C9AB629-192D-4362-AE7D-E2238CCA663A}"/>
                  </a:ext>
                </a:extLst>
              </p:cNvPr>
              <p:cNvSpPr/>
              <p:nvPr/>
            </p:nvSpPr>
            <p:spPr>
              <a:xfrm>
                <a:off x="1128190" y="5815415"/>
                <a:ext cx="305584" cy="305584"/>
              </a:xfrm>
              <a:custGeom>
                <a:avLst/>
                <a:gdLst>
                  <a:gd name="connsiteX0" fmla="*/ 152792 w 305584"/>
                  <a:gd name="connsiteY0" fmla="*/ 59791 h 305584"/>
                  <a:gd name="connsiteX1" fmla="*/ 59791 w 305584"/>
                  <a:gd name="connsiteY1" fmla="*/ 152790 h 305584"/>
                  <a:gd name="connsiteX2" fmla="*/ 152792 w 305584"/>
                  <a:gd name="connsiteY2" fmla="*/ 245789 h 305584"/>
                  <a:gd name="connsiteX3" fmla="*/ 245793 w 305584"/>
                  <a:gd name="connsiteY3" fmla="*/ 152790 h 305584"/>
                  <a:gd name="connsiteX4" fmla="*/ 152792 w 305584"/>
                  <a:gd name="connsiteY4" fmla="*/ 59791 h 305584"/>
                  <a:gd name="connsiteX5" fmla="*/ 152792 w 305584"/>
                  <a:gd name="connsiteY5" fmla="*/ 0 h 305584"/>
                  <a:gd name="connsiteX6" fmla="*/ 305584 w 305584"/>
                  <a:gd name="connsiteY6" fmla="*/ 152792 h 305584"/>
                  <a:gd name="connsiteX7" fmla="*/ 152792 w 305584"/>
                  <a:gd name="connsiteY7" fmla="*/ 305584 h 305584"/>
                  <a:gd name="connsiteX8" fmla="*/ 0 w 305584"/>
                  <a:gd name="connsiteY8" fmla="*/ 152792 h 305584"/>
                  <a:gd name="connsiteX9" fmla="*/ 152792 w 305584"/>
                  <a:gd name="connsiteY9" fmla="*/ 0 h 305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5584" h="305584">
                    <a:moveTo>
                      <a:pt x="152792" y="59791"/>
                    </a:moveTo>
                    <a:cubicBezTo>
                      <a:pt x="101429" y="59791"/>
                      <a:pt x="59791" y="101428"/>
                      <a:pt x="59791" y="152790"/>
                    </a:cubicBezTo>
                    <a:cubicBezTo>
                      <a:pt x="59791" y="204152"/>
                      <a:pt x="101429" y="245789"/>
                      <a:pt x="152792" y="245789"/>
                    </a:cubicBezTo>
                    <a:cubicBezTo>
                      <a:pt x="204155" y="245789"/>
                      <a:pt x="245793" y="204152"/>
                      <a:pt x="245793" y="152790"/>
                    </a:cubicBezTo>
                    <a:cubicBezTo>
                      <a:pt x="245793" y="101428"/>
                      <a:pt x="204155" y="59791"/>
                      <a:pt x="152792" y="59791"/>
                    </a:cubicBezTo>
                    <a:close/>
                    <a:moveTo>
                      <a:pt x="152792" y="0"/>
                    </a:moveTo>
                    <a:cubicBezTo>
                      <a:pt x="237177" y="0"/>
                      <a:pt x="305584" y="68407"/>
                      <a:pt x="305584" y="152792"/>
                    </a:cubicBezTo>
                    <a:cubicBezTo>
                      <a:pt x="305584" y="237177"/>
                      <a:pt x="237177" y="305584"/>
                      <a:pt x="152792" y="305584"/>
                    </a:cubicBezTo>
                    <a:cubicBezTo>
                      <a:pt x="68407" y="305584"/>
                      <a:pt x="0" y="237177"/>
                      <a:pt x="0" y="152792"/>
                    </a:cubicBezTo>
                    <a:cubicBezTo>
                      <a:pt x="0" y="68407"/>
                      <a:pt x="68407" y="0"/>
                      <a:pt x="152792"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a:p>
            </p:txBody>
          </p:sp>
        </p:grpSp>
      </p:grpSp>
      <p:pic>
        <p:nvPicPr>
          <p:cNvPr id="15" name="Picture 4" descr="NUS Identity - Logo Colour and Background">
            <a:extLst>
              <a:ext uri="{FF2B5EF4-FFF2-40B4-BE49-F238E27FC236}">
                <a16:creationId xmlns:a16="http://schemas.microsoft.com/office/drawing/2014/main" id="{052F3D49-2D2A-0FC0-DC68-CEB96635631B}"/>
              </a:ext>
            </a:extLst>
          </p:cNvPr>
          <p:cNvPicPr>
            <a:picLocks noChangeAspect="1" noChangeArrowheads="1"/>
          </p:cNvPicPr>
          <p:nvPr userDrawn="1"/>
        </p:nvPicPr>
        <p:blipFill>
          <a:blip r:embed="rId2">
            <a:extLst>
              <a:ext uri="{BEBA8EAE-BF5A-486C-A8C5-ECC9F3942E4B}">
                <a14:imgProps xmlns:a14="http://schemas.microsoft.com/office/drawing/2010/main">
                  <a14:imgLayer r:embed="rId3">
                    <a14:imgEffect>
                      <a14:backgroundRemoval t="10000" b="90000" l="10000" r="90000">
                        <a14:foregroundMark x1="21942" y1="48840" x2="23885" y2="54640"/>
                        <a14:foregroundMark x1="23885" y1="54640" x2="29353" y2="50812"/>
                        <a14:foregroundMark x1="29353" y1="50812" x2="33094" y2="54292"/>
                        <a14:foregroundMark x1="33094" y1="54292" x2="33309" y2="56032"/>
                        <a14:foregroundMark x1="44245" y1="42691" x2="44317" y2="29698"/>
                        <a14:foregroundMark x1="45156" y1="30125" x2="49784" y2="32483"/>
                        <a14:foregroundMark x1="44317" y1="29698" x2="44952" y2="30022"/>
                        <a14:foregroundMark x1="51222" y1="37030" x2="51655" y2="38399"/>
                        <a14:foregroundMark x1="49784" y1="32483" x2="51105" y2="36659"/>
                        <a14:foregroundMark x1="54052" y1="35963" x2="54964" y2="35035"/>
                        <a14:foregroundMark x1="51655" y1="38399" x2="52388" y2="37653"/>
                        <a14:foregroundMark x1="60504" y1="30974" x2="61007" y2="44200"/>
                        <a14:foregroundMark x1="61007" y1="44200" x2="64317" y2="46636"/>
                        <a14:foregroundMark x1="64317" y1="46636" x2="69065" y2="44316"/>
                        <a14:foregroundMark x1="69065" y1="44316" x2="70216" y2="38863"/>
                        <a14:foregroundMark x1="70216" y1="38863" x2="70288" y2="38747"/>
                        <a14:foregroundMark x1="76187" y1="27842" x2="77266" y2="34803"/>
                        <a14:foregroundMark x1="77266" y1="34803" x2="82158" y2="37935"/>
                        <a14:foregroundMark x1="82158" y1="37935" x2="83022" y2="44548"/>
                        <a14:foregroundMark x1="83022" y1="44548" x2="81007" y2="47796"/>
                        <a14:foregroundMark x1="32878" y1="43968" x2="33741" y2="44200"/>
                        <a14:foregroundMark x1="35612" y1="43503" x2="35252" y2="43271"/>
                        <a14:foregroundMark x1="30000" y1="43735" x2="31871" y2="43619"/>
                        <a14:foregroundMark x1="17266" y1="46404" x2="17770" y2="44548"/>
                        <a14:foregroundMark x1="22194" y1="62819" x2="22878" y2="62181"/>
                        <a14:foregroundMark x1="31295" y1="63457" x2="31942" y2="64849"/>
                        <a14:foregroundMark x1="33094" y1="62645" x2="33309" y2="61949"/>
                        <a14:foregroundMark x1="28633" y1="62297" x2="28417" y2="61949"/>
                        <a14:foregroundMark x1="34714" y1="46357" x2="34892" y2="46288"/>
                        <a14:foregroundMark x1="33801" y1="46710" x2="34289" y2="46521"/>
                        <a14:foregroundMark x1="33094" y1="46984" x2="33265" y2="46918"/>
                        <a14:foregroundMark x1="43309" y1="57309" x2="43309" y2="56961"/>
                        <a14:foregroundMark x1="45324" y1="58121" x2="45396" y2="57657"/>
                        <a14:foregroundMark x1="47410" y1="55220" x2="47986" y2="55568"/>
                        <a14:foregroundMark x1="49209" y1="55220" x2="49568" y2="55220"/>
                        <a14:foregroundMark x1="51151" y1="55916" x2="51223" y2="56497"/>
                        <a14:foregroundMark x1="51151" y1="53480" x2="51151" y2="53480"/>
                        <a14:foregroundMark x1="52302" y1="56613" x2="52446" y2="56032"/>
                        <a14:foregroundMark x1="55324" y1="55336" x2="55324" y2="56032"/>
                        <a14:foregroundMark x1="59065" y1="55220" x2="59466" y2="55544"/>
                        <a14:foregroundMark x1="60863" y1="56381" x2="60863" y2="55800"/>
                        <a14:foregroundMark x1="63381" y1="55336" x2="63381" y2="56265"/>
                        <a14:foregroundMark x1="66619" y1="55568" x2="66691" y2="56148"/>
                        <a14:foregroundMark x1="69568" y1="56032" x2="69568" y2="57077"/>
                        <a14:foregroundMark x1="69568" y1="53480" x2="69568" y2="53480"/>
                        <a14:foregroundMark x1="70935" y1="56148" x2="71079" y2="57193"/>
                        <a14:foregroundMark x1="73022" y1="55916" x2="73094" y2="57309"/>
                        <a14:foregroundMark x1="77410" y1="55568" x2="77338" y2="56381"/>
                        <a14:foregroundMark x1="79424" y1="55916" x2="79424" y2="56381"/>
                        <a14:foregroundMark x1="79712" y1="53480" x2="79568" y2="53480"/>
                        <a14:foregroundMark x1="80935" y1="55452" x2="80935" y2="56032"/>
                        <a14:foregroundMark x1="82734" y1="57077" x2="82806" y2="57425"/>
                        <a14:foregroundMark x1="44820" y1="64617" x2="44892" y2="64849"/>
                        <a14:foregroundMark x1="46259" y1="64037" x2="46475" y2="64037"/>
                        <a14:foregroundMark x1="49065" y1="63225" x2="49065" y2="63573"/>
                        <a14:foregroundMark x1="51583" y1="64385" x2="51583" y2="64501"/>
                        <a14:foregroundMark x1="51583" y1="62645" x2="51655" y2="62413"/>
                        <a14:foregroundMark x1="51655" y1="62413" x2="51655" y2="62413"/>
                        <a14:foregroundMark x1="52950" y1="64733" x2="52878" y2="64849"/>
                        <a14:foregroundMark x1="55612" y1="65429" x2="55540" y2="66009"/>
                        <a14:foregroundMark x1="59784" y1="65081" x2="59784" y2="65313"/>
                        <a14:foregroundMark x1="61367" y1="64965" x2="61367" y2="64965"/>
                        <a14:foregroundMark x1="63957" y1="65197" x2="63957" y2="65777"/>
                        <a14:foregroundMark x1="66978" y1="65081" x2="66978" y2="65197"/>
                        <a14:foregroundMark x1="68561" y1="65429" x2="68633" y2="65777"/>
                        <a14:foregroundMark x1="43986" y1="54872" x2="44245" y2="55220"/>
                        <a14:foregroundMark x1="43576" y1="54322" x2="43899" y2="54756"/>
                        <a14:foregroundMark x1="43381" y1="54060" x2="43506" y2="54228"/>
                        <a14:foregroundMark x1="69568" y1="65661" x2="70360" y2="65545"/>
                        <a14:foregroundMark x1="68849" y1="66937" x2="69209" y2="67169"/>
                        <a14:foregroundMark x1="80360" y1="55220" x2="80288" y2="55220"/>
                        <a14:foregroundMark x1="73597" y1="55104" x2="73957" y2="55104"/>
                        <a14:foregroundMark x1="74532" y1="58469" x2="74604" y2="58469"/>
                        <a14:foregroundMark x1="74604" y1="58353" x2="74676" y2="58237"/>
                        <a14:foregroundMark x1="74532" y1="58121" x2="74676" y2="58353"/>
                        <a14:foregroundMark x1="74676" y1="58353" x2="74676" y2="58237"/>
                        <a14:foregroundMark x1="74820" y1="58237" x2="74820" y2="58237"/>
                        <a14:foregroundMark x1="74820" y1="58237" x2="74748" y2="58353"/>
                        <a14:backgroundMark x1="34676" y1="51160" x2="34892" y2="50928"/>
                        <a14:backgroundMark x1="31727" y1="61717" x2="32374" y2="60557"/>
                        <a14:backgroundMark x1="22374" y1="62181" x2="22446" y2="62181"/>
                        <a14:backgroundMark x1="22374" y1="62297" x2="22446" y2="62413"/>
                        <a14:backgroundMark x1="22374" y1="62297" x2="22518" y2="62297"/>
                        <a14:backgroundMark x1="53381" y1="39559" x2="52950" y2="37123"/>
                        <a14:backgroundMark x1="52374" y1="37703" x2="53381" y2="36543"/>
                        <a14:backgroundMark x1="53597" y1="36891" x2="53597" y2="36195"/>
                        <a14:backgroundMark x1="53669" y1="36195" x2="53669" y2="36775"/>
                        <a14:backgroundMark x1="52662" y1="37471" x2="52518" y2="37587"/>
                        <a14:backgroundMark x1="53669" y1="35963" x2="53669" y2="36659"/>
                        <a14:backgroundMark x1="45324" y1="31903" x2="45324" y2="30974"/>
                        <a14:backgroundMark x1="33453" y1="46288" x2="34101" y2="45708"/>
                        <a14:backgroundMark x1="34748" y1="45360" x2="35108" y2="45360"/>
                        <a14:backgroundMark x1="47266" y1="57773" x2="47410" y2="57657"/>
                        <a14:backgroundMark x1="53022" y1="56497" x2="53525" y2="56961"/>
                        <a14:backgroundMark x1="58705" y1="57773" x2="58993" y2="57657"/>
                        <a14:backgroundMark x1="73741" y1="56032" x2="73957" y2="56032"/>
                        <a14:backgroundMark x1="78849" y1="56381" x2="78849" y2="56961"/>
                        <a14:backgroundMark x1="77050" y1="57193" x2="77050" y2="56729"/>
                        <a14:backgroundMark x1="77050" y1="56845" x2="77050" y2="56613"/>
                        <a14:backgroundMark x1="44388" y1="65893" x2="44317" y2="65661"/>
                        <a14:backgroundMark x1="56619" y1="65893" x2="56547" y2="65313"/>
                        <a14:backgroundMark x1="58993" y1="66705" x2="59209" y2="66589"/>
                        <a14:backgroundMark x1="62014" y1="66357" x2="61942" y2="65429"/>
                        <a14:backgroundMark x1="64964" y1="65893" x2="65036" y2="65429"/>
                        <a14:backgroundMark x1="69424" y1="64849" x2="69712" y2="64849"/>
                        <a14:backgroundMark x1="43813" y1="55684" x2="43741" y2="55104"/>
                        <a14:backgroundMark x1="43669" y1="54756" x2="43669" y2="54872"/>
                        <a14:backgroundMark x1="58561" y1="64965" x2="59568" y2="64849"/>
                        <a14:backgroundMark x1="59568" y1="64965" x2="59640" y2="64965"/>
                        <a14:backgroundMark x1="69137" y1="66357" x2="68993" y2="66125"/>
                        <a14:backgroundMark x1="77122" y1="56613" x2="77122" y2="56613"/>
                        <a14:backgroundMark x1="73597" y1="57425" x2="74820" y2="57425"/>
                        <a14:backgroundMark x1="75036" y1="58353" x2="74964" y2="58121"/>
                      </a14:backgroundRemoval>
                    </a14:imgEffect>
                  </a14:imgLayer>
                </a14:imgProps>
              </a:ext>
              <a:ext uri="{28A0092B-C50C-407E-A947-70E740481C1C}">
                <a14:useLocalDpi xmlns:a14="http://schemas.microsoft.com/office/drawing/2010/main" val="0"/>
              </a:ext>
            </a:extLst>
          </a:blip>
          <a:srcRect/>
          <a:stretch>
            <a:fillRect/>
          </a:stretch>
        </p:blipFill>
        <p:spPr bwMode="auto">
          <a:xfrm>
            <a:off x="9525" y="12928"/>
            <a:ext cx="2238916" cy="1388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09505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1_Title Slide">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D558C8E6-9C65-4AA1-B39B-AE88E501241C}"/>
              </a:ext>
            </a:extLst>
          </p:cNvPr>
          <p:cNvSpPr>
            <a:spLocks noGrp="1"/>
          </p:cNvSpPr>
          <p:nvPr>
            <p:ph type="pic" sz="quarter" idx="14"/>
          </p:nvPr>
        </p:nvSpPr>
        <p:spPr>
          <a:xfrm>
            <a:off x="10780478" y="2598089"/>
            <a:ext cx="8696560" cy="5776624"/>
          </a:xfrm>
          <a:prstGeom prst="rect">
            <a:avLst/>
          </a:prstGeom>
        </p:spPr>
        <p:txBody>
          <a:bodyPr wrap="square">
            <a:noAutofit/>
          </a:bodyPr>
          <a:lstStyle>
            <a:lvl1pPr marL="0" indent="0" algn="ctr">
              <a:buNone/>
              <a:defRPr>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42306460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9_Title Slide">
    <p:spTree>
      <p:nvGrpSpPr>
        <p:cNvPr id="1" name=""/>
        <p:cNvGrpSpPr/>
        <p:nvPr/>
      </p:nvGrpSpPr>
      <p:grpSpPr>
        <a:xfrm>
          <a:off x="0" y="0"/>
          <a:ext cx="0" cy="0"/>
          <a:chOff x="0" y="0"/>
          <a:chExt cx="0" cy="0"/>
        </a:xfrm>
      </p:grpSpPr>
      <p:sp>
        <p:nvSpPr>
          <p:cNvPr id="3" name="Picture Placeholder 4">
            <a:extLst>
              <a:ext uri="{FF2B5EF4-FFF2-40B4-BE49-F238E27FC236}">
                <a16:creationId xmlns:a16="http://schemas.microsoft.com/office/drawing/2014/main" id="{D295C7ED-A719-4C9C-BEEC-FADC114AD1B0}"/>
              </a:ext>
            </a:extLst>
          </p:cNvPr>
          <p:cNvSpPr>
            <a:spLocks noGrp="1"/>
          </p:cNvSpPr>
          <p:nvPr>
            <p:ph type="pic" sz="quarter" idx="14"/>
          </p:nvPr>
        </p:nvSpPr>
        <p:spPr>
          <a:xfrm>
            <a:off x="1599872" y="3003015"/>
            <a:ext cx="7823990" cy="6281662"/>
          </a:xfrm>
          <a:prstGeom prst="rect">
            <a:avLst/>
          </a:prstGeom>
        </p:spPr>
        <p:txBody>
          <a:bodyPr wrap="square">
            <a:noAutofit/>
          </a:bodyPr>
          <a:lstStyle>
            <a:lvl1pPr marL="0" indent="0" algn="ctr">
              <a:buNone/>
              <a:defRPr>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2945117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50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ppt_x"/>
                                          </p:val>
                                        </p:tav>
                                        <p:tav tm="100000">
                                          <p:val>
                                            <p:strVal val="#ppt_x"/>
                                          </p:val>
                                        </p:tav>
                                      </p:tavLst>
                                    </p:anim>
                                    <p:anim calcmode="lin" valueType="num">
                                      <p:cBhvr additive="base">
                                        <p:cTn id="8" dur="75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2_Titl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EFF03CEF-3F19-4E70-B5AE-6F4E44EBC7D7}"/>
              </a:ext>
            </a:extLst>
          </p:cNvPr>
          <p:cNvSpPr/>
          <p:nvPr userDrawn="1"/>
        </p:nvSpPr>
        <p:spPr>
          <a:xfrm>
            <a:off x="0" y="2625213"/>
            <a:ext cx="1327355" cy="5014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65E25005-EF6B-4E59-AE9D-6EC1C78B4FD1}"/>
              </a:ext>
            </a:extLst>
          </p:cNvPr>
          <p:cNvSpPr/>
          <p:nvPr userDrawn="1"/>
        </p:nvSpPr>
        <p:spPr>
          <a:xfrm>
            <a:off x="18149683" y="2625213"/>
            <a:ext cx="1327355" cy="5014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1" name="Picture Placeholder 4">
            <a:extLst>
              <a:ext uri="{FF2B5EF4-FFF2-40B4-BE49-F238E27FC236}">
                <a16:creationId xmlns:a16="http://schemas.microsoft.com/office/drawing/2014/main" id="{4C54DFF0-3F11-4902-96EA-21A7D3B43DD0}"/>
              </a:ext>
            </a:extLst>
          </p:cNvPr>
          <p:cNvSpPr>
            <a:spLocks noGrp="1"/>
          </p:cNvSpPr>
          <p:nvPr>
            <p:ph type="pic" sz="quarter" idx="14"/>
          </p:nvPr>
        </p:nvSpPr>
        <p:spPr>
          <a:xfrm>
            <a:off x="0" y="4241534"/>
            <a:ext cx="19477038" cy="6731266"/>
          </a:xfrm>
          <a:custGeom>
            <a:avLst/>
            <a:gdLst>
              <a:gd name="connsiteX0" fmla="*/ 0 w 19477038"/>
              <a:gd name="connsiteY0" fmla="*/ 0 h 6731266"/>
              <a:gd name="connsiteX1" fmla="*/ 19477038 w 19477038"/>
              <a:gd name="connsiteY1" fmla="*/ 0 h 6731266"/>
              <a:gd name="connsiteX2" fmla="*/ 19477038 w 19477038"/>
              <a:gd name="connsiteY2" fmla="*/ 6731266 h 6731266"/>
              <a:gd name="connsiteX3" fmla="*/ 0 w 19477038"/>
              <a:gd name="connsiteY3" fmla="*/ 6731266 h 6731266"/>
              <a:gd name="connsiteX4" fmla="*/ 0 w 19477038"/>
              <a:gd name="connsiteY4" fmla="*/ 0 h 6731266"/>
              <a:gd name="connsiteX0" fmla="*/ 0 w 19477038"/>
              <a:gd name="connsiteY0" fmla="*/ 0 h 6731266"/>
              <a:gd name="connsiteX1" fmla="*/ 19477038 w 19477038"/>
              <a:gd name="connsiteY1" fmla="*/ 1433384 h 6731266"/>
              <a:gd name="connsiteX2" fmla="*/ 19477038 w 19477038"/>
              <a:gd name="connsiteY2" fmla="*/ 6731266 h 6731266"/>
              <a:gd name="connsiteX3" fmla="*/ 0 w 19477038"/>
              <a:gd name="connsiteY3" fmla="*/ 6731266 h 6731266"/>
              <a:gd name="connsiteX4" fmla="*/ 0 w 19477038"/>
              <a:gd name="connsiteY4" fmla="*/ 0 h 67312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7038" h="6731266">
                <a:moveTo>
                  <a:pt x="0" y="0"/>
                </a:moveTo>
                <a:lnTo>
                  <a:pt x="19477038" y="1433384"/>
                </a:lnTo>
                <a:lnTo>
                  <a:pt x="19477038" y="6731266"/>
                </a:lnTo>
                <a:lnTo>
                  <a:pt x="0" y="6731266"/>
                </a:lnTo>
                <a:lnTo>
                  <a:pt x="0" y="0"/>
                </a:lnTo>
                <a:close/>
              </a:path>
            </a:pathLst>
          </a:custGeom>
        </p:spPr>
        <p:txBody>
          <a:bodyPr wrap="square">
            <a:noAutofit/>
          </a:bodyPr>
          <a:lstStyle>
            <a:lvl1pPr marL="0" indent="0" algn="ctr">
              <a:buNone/>
              <a:defRPr>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2965340881"/>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nodePh="1" p14:presetBounceEnd="50000">
                                      <p:stCondLst>
                                        <p:cond delay="500"/>
                                      </p:stCondLst>
                                      <p:endCondLst>
                                        <p:cond evt="begin" delay="0">
                                          <p:tn val="5"/>
                                        </p:cond>
                                      </p:endCondLst>
                                      <p:childTnLst>
                                        <p:set>
                                          <p:cBhvr>
                                            <p:cTn id="6" dur="1" fill="hold">
                                              <p:stCondLst>
                                                <p:cond delay="0"/>
                                              </p:stCondLst>
                                            </p:cTn>
                                            <p:tgtEl>
                                              <p:spTgt spid="21"/>
                                            </p:tgtEl>
                                            <p:attrNameLst>
                                              <p:attrName>style.visibility</p:attrName>
                                            </p:attrNameLst>
                                          </p:cBhvr>
                                          <p:to>
                                            <p:strVal val="visible"/>
                                          </p:to>
                                        </p:set>
                                        <p:anim calcmode="lin" valueType="num" p14:bounceEnd="50000">
                                          <p:cBhvr additive="base">
                                            <p:cTn id="7" dur="1000" fill="hold"/>
                                            <p:tgtEl>
                                              <p:spTgt spid="21"/>
                                            </p:tgtEl>
                                            <p:attrNameLst>
                                              <p:attrName>ppt_x</p:attrName>
                                            </p:attrNameLst>
                                          </p:cBhvr>
                                          <p:tavLst>
                                            <p:tav tm="0">
                                              <p:val>
                                                <p:strVal val="#ppt_x"/>
                                              </p:val>
                                            </p:tav>
                                            <p:tav tm="100000">
                                              <p:val>
                                                <p:strVal val="#ppt_x"/>
                                              </p:val>
                                            </p:tav>
                                          </p:tavLst>
                                        </p:anim>
                                        <p:anim calcmode="lin" valueType="num" p14:bounceEnd="50000">
                                          <p:cBhvr additive="base">
                                            <p:cTn id="8" dur="10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nodePh="1">
                                      <p:stCondLst>
                                        <p:cond delay="500"/>
                                      </p:stCondLst>
                                      <p:endCondLst>
                                        <p:cond evt="begin" delay="0">
                                          <p:tn val="5"/>
                                        </p:cond>
                                      </p:end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1000" fill="hold"/>
                                            <p:tgtEl>
                                              <p:spTgt spid="21"/>
                                            </p:tgtEl>
                                            <p:attrNameLst>
                                              <p:attrName>ppt_x</p:attrName>
                                            </p:attrNameLst>
                                          </p:cBhvr>
                                          <p:tavLst>
                                            <p:tav tm="0">
                                              <p:val>
                                                <p:strVal val="#ppt_x"/>
                                              </p:val>
                                            </p:tav>
                                            <p:tav tm="100000">
                                              <p:val>
                                                <p:strVal val="#ppt_x"/>
                                              </p:val>
                                            </p:tav>
                                          </p:tavLst>
                                        </p:anim>
                                        <p:anim calcmode="lin" valueType="num">
                                          <p:cBhvr additive="base">
                                            <p:cTn id="8" dur="10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5604113"/>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651" r:id="rId3"/>
    <p:sldLayoutId id="2147483665" r:id="rId4"/>
    <p:sldLayoutId id="2147483666" r:id="rId5"/>
    <p:sldLayoutId id="2147483671" r:id="rId6"/>
    <p:sldLayoutId id="2147483672" r:id="rId7"/>
    <p:sldLayoutId id="2147483681" r:id="rId8"/>
    <p:sldLayoutId id="2147483686" r:id="rId9"/>
    <p:sldLayoutId id="2147483689" r:id="rId10"/>
    <p:sldLayoutId id="2147483690" r:id="rId11"/>
    <p:sldLayoutId id="2147483692" r:id="rId12"/>
    <p:sldLayoutId id="2147483700" r:id="rId13"/>
    <p:sldLayoutId id="2147483703" r:id="rId14"/>
  </p:sldLayoutIdLst>
  <p:txStyles>
    <p:titleStyle>
      <a:lvl1pPr algn="l" defTabSz="1460754" rtl="0" eaLnBrk="1" latinLnBrk="0" hangingPunct="1">
        <a:lnSpc>
          <a:spcPct val="90000"/>
        </a:lnSpc>
        <a:spcBef>
          <a:spcPct val="0"/>
        </a:spcBef>
        <a:buNone/>
        <a:defRPr sz="7029" kern="1200">
          <a:solidFill>
            <a:schemeClr val="tx1"/>
          </a:solidFill>
          <a:latin typeface="+mj-lt"/>
          <a:ea typeface="+mj-ea"/>
          <a:cs typeface="+mj-cs"/>
        </a:defRPr>
      </a:lvl1pPr>
    </p:titleStyle>
    <p:bodyStyle>
      <a:lvl1pPr marL="365189" indent="-365189" algn="l" defTabSz="1460754" rtl="0" eaLnBrk="1" latinLnBrk="0" hangingPunct="1">
        <a:lnSpc>
          <a:spcPct val="90000"/>
        </a:lnSpc>
        <a:spcBef>
          <a:spcPts val="1598"/>
        </a:spcBef>
        <a:buFont typeface="Arial" panose="020B0604020202020204" pitchFamily="34" charset="0"/>
        <a:buChar char="•"/>
        <a:defRPr sz="4473" kern="1200">
          <a:solidFill>
            <a:schemeClr val="tx1"/>
          </a:solidFill>
          <a:latin typeface="+mn-lt"/>
          <a:ea typeface="+mn-ea"/>
          <a:cs typeface="+mn-cs"/>
        </a:defRPr>
      </a:lvl1pPr>
      <a:lvl2pPr marL="1095566" indent="-365189" algn="l" defTabSz="1460754" rtl="0" eaLnBrk="1" latinLnBrk="0" hangingPunct="1">
        <a:lnSpc>
          <a:spcPct val="90000"/>
        </a:lnSpc>
        <a:spcBef>
          <a:spcPts val="799"/>
        </a:spcBef>
        <a:buFont typeface="Arial" panose="020B0604020202020204" pitchFamily="34" charset="0"/>
        <a:buChar char="•"/>
        <a:defRPr sz="3834" kern="1200">
          <a:solidFill>
            <a:schemeClr val="tx1"/>
          </a:solidFill>
          <a:latin typeface="+mn-lt"/>
          <a:ea typeface="+mn-ea"/>
          <a:cs typeface="+mn-cs"/>
        </a:defRPr>
      </a:lvl2pPr>
      <a:lvl3pPr marL="1825943" indent="-365189" algn="l" defTabSz="1460754" rtl="0" eaLnBrk="1" latinLnBrk="0" hangingPunct="1">
        <a:lnSpc>
          <a:spcPct val="90000"/>
        </a:lnSpc>
        <a:spcBef>
          <a:spcPts val="799"/>
        </a:spcBef>
        <a:buFont typeface="Arial" panose="020B0604020202020204" pitchFamily="34" charset="0"/>
        <a:buChar char="•"/>
        <a:defRPr sz="3195" kern="1200">
          <a:solidFill>
            <a:schemeClr val="tx1"/>
          </a:solidFill>
          <a:latin typeface="+mn-lt"/>
          <a:ea typeface="+mn-ea"/>
          <a:cs typeface="+mn-cs"/>
        </a:defRPr>
      </a:lvl3pPr>
      <a:lvl4pPr marL="2556320" indent="-365189" algn="l" defTabSz="1460754" rtl="0" eaLnBrk="1" latinLnBrk="0" hangingPunct="1">
        <a:lnSpc>
          <a:spcPct val="90000"/>
        </a:lnSpc>
        <a:spcBef>
          <a:spcPts val="799"/>
        </a:spcBef>
        <a:buFont typeface="Arial" panose="020B0604020202020204" pitchFamily="34" charset="0"/>
        <a:buChar char="•"/>
        <a:defRPr sz="2876" kern="1200">
          <a:solidFill>
            <a:schemeClr val="tx1"/>
          </a:solidFill>
          <a:latin typeface="+mn-lt"/>
          <a:ea typeface="+mn-ea"/>
          <a:cs typeface="+mn-cs"/>
        </a:defRPr>
      </a:lvl4pPr>
      <a:lvl5pPr marL="3286697" indent="-365189" algn="l" defTabSz="1460754" rtl="0" eaLnBrk="1" latinLnBrk="0" hangingPunct="1">
        <a:lnSpc>
          <a:spcPct val="90000"/>
        </a:lnSpc>
        <a:spcBef>
          <a:spcPts val="799"/>
        </a:spcBef>
        <a:buFont typeface="Arial" panose="020B0604020202020204" pitchFamily="34" charset="0"/>
        <a:buChar char="•"/>
        <a:defRPr sz="2876" kern="1200">
          <a:solidFill>
            <a:schemeClr val="tx1"/>
          </a:solidFill>
          <a:latin typeface="+mn-lt"/>
          <a:ea typeface="+mn-ea"/>
          <a:cs typeface="+mn-cs"/>
        </a:defRPr>
      </a:lvl5pPr>
      <a:lvl6pPr marL="4017074" indent="-365189" algn="l" defTabSz="1460754" rtl="0" eaLnBrk="1" latinLnBrk="0" hangingPunct="1">
        <a:lnSpc>
          <a:spcPct val="90000"/>
        </a:lnSpc>
        <a:spcBef>
          <a:spcPts val="799"/>
        </a:spcBef>
        <a:buFont typeface="Arial" panose="020B0604020202020204" pitchFamily="34" charset="0"/>
        <a:buChar char="•"/>
        <a:defRPr sz="2876" kern="1200">
          <a:solidFill>
            <a:schemeClr val="tx1"/>
          </a:solidFill>
          <a:latin typeface="+mn-lt"/>
          <a:ea typeface="+mn-ea"/>
          <a:cs typeface="+mn-cs"/>
        </a:defRPr>
      </a:lvl6pPr>
      <a:lvl7pPr marL="4747451" indent="-365189" algn="l" defTabSz="1460754" rtl="0" eaLnBrk="1" latinLnBrk="0" hangingPunct="1">
        <a:lnSpc>
          <a:spcPct val="90000"/>
        </a:lnSpc>
        <a:spcBef>
          <a:spcPts val="799"/>
        </a:spcBef>
        <a:buFont typeface="Arial" panose="020B0604020202020204" pitchFamily="34" charset="0"/>
        <a:buChar char="•"/>
        <a:defRPr sz="2876" kern="1200">
          <a:solidFill>
            <a:schemeClr val="tx1"/>
          </a:solidFill>
          <a:latin typeface="+mn-lt"/>
          <a:ea typeface="+mn-ea"/>
          <a:cs typeface="+mn-cs"/>
        </a:defRPr>
      </a:lvl7pPr>
      <a:lvl8pPr marL="5477828" indent="-365189" algn="l" defTabSz="1460754" rtl="0" eaLnBrk="1" latinLnBrk="0" hangingPunct="1">
        <a:lnSpc>
          <a:spcPct val="90000"/>
        </a:lnSpc>
        <a:spcBef>
          <a:spcPts val="799"/>
        </a:spcBef>
        <a:buFont typeface="Arial" panose="020B0604020202020204" pitchFamily="34" charset="0"/>
        <a:buChar char="•"/>
        <a:defRPr sz="2876" kern="1200">
          <a:solidFill>
            <a:schemeClr val="tx1"/>
          </a:solidFill>
          <a:latin typeface="+mn-lt"/>
          <a:ea typeface="+mn-ea"/>
          <a:cs typeface="+mn-cs"/>
        </a:defRPr>
      </a:lvl8pPr>
      <a:lvl9pPr marL="6208205" indent="-365189" algn="l" defTabSz="1460754" rtl="0" eaLnBrk="1" latinLnBrk="0" hangingPunct="1">
        <a:lnSpc>
          <a:spcPct val="90000"/>
        </a:lnSpc>
        <a:spcBef>
          <a:spcPts val="799"/>
        </a:spcBef>
        <a:buFont typeface="Arial" panose="020B0604020202020204" pitchFamily="34" charset="0"/>
        <a:buChar char="•"/>
        <a:defRPr sz="2876" kern="1200">
          <a:solidFill>
            <a:schemeClr val="tx1"/>
          </a:solidFill>
          <a:latin typeface="+mn-lt"/>
          <a:ea typeface="+mn-ea"/>
          <a:cs typeface="+mn-cs"/>
        </a:defRPr>
      </a:lvl9pPr>
    </p:bodyStyle>
    <p:otherStyle>
      <a:defPPr>
        <a:defRPr lang="en-US"/>
      </a:defPPr>
      <a:lvl1pPr marL="0" algn="l" defTabSz="1460754" rtl="0" eaLnBrk="1" latinLnBrk="0" hangingPunct="1">
        <a:defRPr sz="2876" kern="1200">
          <a:solidFill>
            <a:schemeClr val="tx1"/>
          </a:solidFill>
          <a:latin typeface="+mn-lt"/>
          <a:ea typeface="+mn-ea"/>
          <a:cs typeface="+mn-cs"/>
        </a:defRPr>
      </a:lvl1pPr>
      <a:lvl2pPr marL="730377" algn="l" defTabSz="1460754" rtl="0" eaLnBrk="1" latinLnBrk="0" hangingPunct="1">
        <a:defRPr sz="2876" kern="1200">
          <a:solidFill>
            <a:schemeClr val="tx1"/>
          </a:solidFill>
          <a:latin typeface="+mn-lt"/>
          <a:ea typeface="+mn-ea"/>
          <a:cs typeface="+mn-cs"/>
        </a:defRPr>
      </a:lvl2pPr>
      <a:lvl3pPr marL="1460754" algn="l" defTabSz="1460754" rtl="0" eaLnBrk="1" latinLnBrk="0" hangingPunct="1">
        <a:defRPr sz="2876" kern="1200">
          <a:solidFill>
            <a:schemeClr val="tx1"/>
          </a:solidFill>
          <a:latin typeface="+mn-lt"/>
          <a:ea typeface="+mn-ea"/>
          <a:cs typeface="+mn-cs"/>
        </a:defRPr>
      </a:lvl3pPr>
      <a:lvl4pPr marL="2191131" algn="l" defTabSz="1460754" rtl="0" eaLnBrk="1" latinLnBrk="0" hangingPunct="1">
        <a:defRPr sz="2876" kern="1200">
          <a:solidFill>
            <a:schemeClr val="tx1"/>
          </a:solidFill>
          <a:latin typeface="+mn-lt"/>
          <a:ea typeface="+mn-ea"/>
          <a:cs typeface="+mn-cs"/>
        </a:defRPr>
      </a:lvl4pPr>
      <a:lvl5pPr marL="2921508" algn="l" defTabSz="1460754" rtl="0" eaLnBrk="1" latinLnBrk="0" hangingPunct="1">
        <a:defRPr sz="2876" kern="1200">
          <a:solidFill>
            <a:schemeClr val="tx1"/>
          </a:solidFill>
          <a:latin typeface="+mn-lt"/>
          <a:ea typeface="+mn-ea"/>
          <a:cs typeface="+mn-cs"/>
        </a:defRPr>
      </a:lvl5pPr>
      <a:lvl6pPr marL="3651885" algn="l" defTabSz="1460754" rtl="0" eaLnBrk="1" latinLnBrk="0" hangingPunct="1">
        <a:defRPr sz="2876" kern="1200">
          <a:solidFill>
            <a:schemeClr val="tx1"/>
          </a:solidFill>
          <a:latin typeface="+mn-lt"/>
          <a:ea typeface="+mn-ea"/>
          <a:cs typeface="+mn-cs"/>
        </a:defRPr>
      </a:lvl6pPr>
      <a:lvl7pPr marL="4382262" algn="l" defTabSz="1460754" rtl="0" eaLnBrk="1" latinLnBrk="0" hangingPunct="1">
        <a:defRPr sz="2876" kern="1200">
          <a:solidFill>
            <a:schemeClr val="tx1"/>
          </a:solidFill>
          <a:latin typeface="+mn-lt"/>
          <a:ea typeface="+mn-ea"/>
          <a:cs typeface="+mn-cs"/>
        </a:defRPr>
      </a:lvl7pPr>
      <a:lvl8pPr marL="5112639" algn="l" defTabSz="1460754" rtl="0" eaLnBrk="1" latinLnBrk="0" hangingPunct="1">
        <a:defRPr sz="2876" kern="1200">
          <a:solidFill>
            <a:schemeClr val="tx1"/>
          </a:solidFill>
          <a:latin typeface="+mn-lt"/>
          <a:ea typeface="+mn-ea"/>
          <a:cs typeface="+mn-cs"/>
        </a:defRPr>
      </a:lvl8pPr>
      <a:lvl9pPr marL="5843016" algn="l" defTabSz="1460754" rtl="0" eaLnBrk="1" latinLnBrk="0" hangingPunct="1">
        <a:defRPr sz="287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microsoft.com/office/2007/relationships/hdphoto" Target="../media/hdphoto2.wdp"/><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5" Type="http://schemas.microsoft.com/office/2007/relationships/hdphoto" Target="../media/hdphoto3.wdp"/><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3.gif"/><Relationship Id="rId5" Type="http://schemas.openxmlformats.org/officeDocument/2006/relationships/image" Target="../media/image22.gif"/><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28.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0.png"/><Relationship Id="rId4" Type="http://schemas.microsoft.com/office/2007/relationships/hdphoto" Target="../media/hdphoto3.wdp"/></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B8BCC-F346-482D-BFB4-F81B644F141E}"/>
              </a:ext>
            </a:extLst>
          </p:cNvPr>
          <p:cNvSpPr txBox="1">
            <a:spLocks/>
          </p:cNvSpPr>
          <p:nvPr/>
        </p:nvSpPr>
        <p:spPr>
          <a:xfrm>
            <a:off x="629330" y="2380287"/>
            <a:ext cx="18098944" cy="2299929"/>
          </a:xfrm>
          <a:prstGeom prst="rect">
            <a:avLst/>
          </a:prstGeom>
        </p:spPr>
        <p:txBody>
          <a:bodyPr lIns="146078" tIns="73039" rIns="146078" bIns="73039"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6000"/>
              <a:t>Investigation of Modeling Differences between </a:t>
            </a:r>
            <a:r>
              <a:rPr lang="en-US" sz="6000" err="1"/>
              <a:t>OpenSim</a:t>
            </a:r>
            <a:r>
              <a:rPr lang="en-US" sz="6000"/>
              <a:t> and Visual3D for Gait Analysis of Healthy Gait</a:t>
            </a:r>
            <a:endParaRPr lang="en-SG" sz="6000"/>
          </a:p>
        </p:txBody>
      </p:sp>
      <p:sp>
        <p:nvSpPr>
          <p:cNvPr id="3" name="Subtitle 2">
            <a:extLst>
              <a:ext uri="{FF2B5EF4-FFF2-40B4-BE49-F238E27FC236}">
                <a16:creationId xmlns:a16="http://schemas.microsoft.com/office/drawing/2014/main" id="{4CD6EA1C-7BDC-47A5-A0AB-345A5F71CD49}"/>
              </a:ext>
            </a:extLst>
          </p:cNvPr>
          <p:cNvSpPr txBox="1">
            <a:spLocks/>
          </p:cNvSpPr>
          <p:nvPr/>
        </p:nvSpPr>
        <p:spPr>
          <a:xfrm>
            <a:off x="748763" y="4572700"/>
            <a:ext cx="18098944" cy="727963"/>
          </a:xfrm>
          <a:prstGeom prst="rect">
            <a:avLst/>
          </a:prstGeom>
        </p:spPr>
        <p:txBody>
          <a:bodyPr lIns="146078" tIns="73039" rIns="146078" bIns="73039"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SG" sz="3200"/>
              <a:t>Beth Eng Wan Xuan</a:t>
            </a:r>
            <a:r>
              <a:rPr lang="en-SG" sz="3200" baseline="30000"/>
              <a:t>1</a:t>
            </a:r>
            <a:r>
              <a:rPr lang="en-SG" sz="3200"/>
              <a:t>, Chan Sherwin Stephen</a:t>
            </a:r>
            <a:r>
              <a:rPr lang="en-SG" sz="3200" baseline="30000"/>
              <a:t>2*</a:t>
            </a:r>
            <a:r>
              <a:rPr lang="en-SG" sz="3200"/>
              <a:t>, Henry Johan</a:t>
            </a:r>
            <a:r>
              <a:rPr lang="en-SG" sz="3200" baseline="30000"/>
              <a:t>2</a:t>
            </a:r>
            <a:r>
              <a:rPr lang="en-SG" sz="3200"/>
              <a:t>, Lim Lek Syn</a:t>
            </a:r>
            <a:r>
              <a:rPr lang="en-SG" sz="3200" baseline="30000"/>
              <a:t>2</a:t>
            </a:r>
            <a:r>
              <a:rPr lang="en-SG" sz="3200"/>
              <a:t>, Zuo Bing Ran</a:t>
            </a:r>
            <a:r>
              <a:rPr lang="en-SG" sz="3200" baseline="30000"/>
              <a:t>2</a:t>
            </a:r>
            <a:r>
              <a:rPr lang="en-SG" sz="3200"/>
              <a:t>, Ang Wei Tech</a:t>
            </a:r>
            <a:r>
              <a:rPr lang="en-SG" sz="3200" baseline="30000"/>
              <a:t>2</a:t>
            </a:r>
            <a:endParaRPr lang="en-SG" sz="3200"/>
          </a:p>
        </p:txBody>
      </p:sp>
      <p:sp>
        <p:nvSpPr>
          <p:cNvPr id="4" name="Subtitle 2">
            <a:extLst>
              <a:ext uri="{FF2B5EF4-FFF2-40B4-BE49-F238E27FC236}">
                <a16:creationId xmlns:a16="http://schemas.microsoft.com/office/drawing/2014/main" id="{242C161B-D436-D168-B1EC-9FEE91E7232A}"/>
              </a:ext>
            </a:extLst>
          </p:cNvPr>
          <p:cNvSpPr txBox="1">
            <a:spLocks/>
          </p:cNvSpPr>
          <p:nvPr/>
        </p:nvSpPr>
        <p:spPr>
          <a:xfrm>
            <a:off x="629330" y="6437031"/>
            <a:ext cx="18098944" cy="871196"/>
          </a:xfrm>
          <a:prstGeom prst="rect">
            <a:avLst/>
          </a:prstGeom>
        </p:spPr>
        <p:txBody>
          <a:bodyPr lIns="146078" tIns="73039" rIns="146078" bIns="73039"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SG" sz="2000" baseline="30000"/>
              <a:t>1</a:t>
            </a:r>
            <a:r>
              <a:rPr lang="en-SG" sz="2000"/>
              <a:t> National University of Singapore</a:t>
            </a:r>
          </a:p>
          <a:p>
            <a:pPr marL="0" indent="0">
              <a:buNone/>
            </a:pPr>
            <a:r>
              <a:rPr lang="en-SG" sz="2000" baseline="30000"/>
              <a:t>2</a:t>
            </a:r>
            <a:r>
              <a:rPr lang="en-SG" sz="2000"/>
              <a:t> Rehabilitation Research Institute of Singapore</a:t>
            </a:r>
          </a:p>
          <a:p>
            <a:pPr marL="0" indent="0">
              <a:buNone/>
            </a:pPr>
            <a:r>
              <a:rPr lang="en-SG" sz="2000"/>
              <a:t>* Corresponding Author: sherwin.chan@ntu.edu.sg</a:t>
            </a:r>
          </a:p>
          <a:p>
            <a:pPr marL="0" indent="0">
              <a:buNone/>
            </a:pPr>
            <a:endParaRPr lang="en-SG" sz="2000"/>
          </a:p>
        </p:txBody>
      </p:sp>
    </p:spTree>
    <p:extLst>
      <p:ext uri="{BB962C8B-B14F-4D97-AF65-F5344CB8AC3E}">
        <p14:creationId xmlns:p14="http://schemas.microsoft.com/office/powerpoint/2010/main" val="15171366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ACAD0-8107-419D-87F4-A28EE287A8A6}"/>
              </a:ext>
            </a:extLst>
          </p:cNvPr>
          <p:cNvSpPr txBox="1">
            <a:spLocks/>
          </p:cNvSpPr>
          <p:nvPr/>
        </p:nvSpPr>
        <p:spPr>
          <a:xfrm>
            <a:off x="1339047" y="591781"/>
            <a:ext cx="16798945" cy="211762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7029"/>
              <a:t>Background</a:t>
            </a:r>
            <a:endParaRPr lang="en-SG" sz="7029"/>
          </a:p>
        </p:txBody>
      </p:sp>
      <p:sp>
        <p:nvSpPr>
          <p:cNvPr id="4" name="Text Placeholder 2">
            <a:extLst>
              <a:ext uri="{FF2B5EF4-FFF2-40B4-BE49-F238E27FC236}">
                <a16:creationId xmlns:a16="http://schemas.microsoft.com/office/drawing/2014/main" id="{990B7A17-FEBA-78C1-C7B7-CE1F3736F25D}"/>
              </a:ext>
            </a:extLst>
          </p:cNvPr>
          <p:cNvSpPr txBox="1">
            <a:spLocks/>
          </p:cNvSpPr>
          <p:nvPr/>
        </p:nvSpPr>
        <p:spPr>
          <a:xfrm>
            <a:off x="1969311" y="2265034"/>
            <a:ext cx="6500727" cy="1388450"/>
          </a:xfrm>
          <a:prstGeom prst="rect">
            <a:avLst/>
          </a:prstGeom>
        </p:spPr>
        <p:txBody>
          <a:bodyPr/>
          <a:lstStyle>
            <a:lvl1pPr marL="0" indent="0" algn="ctr" defTabSz="1460754" rtl="0" eaLnBrk="1" latinLnBrk="0" hangingPunct="1">
              <a:lnSpc>
                <a:spcPct val="90000"/>
              </a:lnSpc>
              <a:spcBef>
                <a:spcPts val="1598"/>
              </a:spcBef>
              <a:buFont typeface="Arial" panose="020B0604020202020204" pitchFamily="34" charset="0"/>
              <a:buNone/>
              <a:defRPr sz="4000" kern="1200">
                <a:solidFill>
                  <a:schemeClr val="tx1">
                    <a:lumMod val="65000"/>
                    <a:lumOff val="35000"/>
                  </a:schemeClr>
                </a:solidFill>
                <a:latin typeface="+mn-lt"/>
                <a:ea typeface="+mn-ea"/>
                <a:cs typeface="+mn-cs"/>
              </a:defRPr>
            </a:lvl1pPr>
            <a:lvl2pPr marL="1095566" indent="-365189" algn="l" defTabSz="1460754" rtl="0" eaLnBrk="1" latinLnBrk="0" hangingPunct="1">
              <a:lnSpc>
                <a:spcPct val="90000"/>
              </a:lnSpc>
              <a:spcBef>
                <a:spcPts val="799"/>
              </a:spcBef>
              <a:buFont typeface="Arial" panose="020B0604020202020204" pitchFamily="34" charset="0"/>
              <a:buChar char="•"/>
              <a:defRPr sz="3834" kern="1200">
                <a:solidFill>
                  <a:schemeClr val="tx1"/>
                </a:solidFill>
                <a:latin typeface="+mn-lt"/>
                <a:ea typeface="+mn-ea"/>
                <a:cs typeface="+mn-cs"/>
              </a:defRPr>
            </a:lvl2pPr>
            <a:lvl3pPr marL="1825943" indent="-365189" algn="l" defTabSz="1460754" rtl="0" eaLnBrk="1" latinLnBrk="0" hangingPunct="1">
              <a:lnSpc>
                <a:spcPct val="90000"/>
              </a:lnSpc>
              <a:spcBef>
                <a:spcPts val="799"/>
              </a:spcBef>
              <a:buFont typeface="Arial" panose="020B0604020202020204" pitchFamily="34" charset="0"/>
              <a:buChar char="•"/>
              <a:defRPr sz="3195" kern="1200">
                <a:solidFill>
                  <a:schemeClr val="tx1"/>
                </a:solidFill>
                <a:latin typeface="+mn-lt"/>
                <a:ea typeface="+mn-ea"/>
                <a:cs typeface="+mn-cs"/>
              </a:defRPr>
            </a:lvl3pPr>
            <a:lvl4pPr marL="2556320" indent="-365189" algn="l" defTabSz="1460754" rtl="0" eaLnBrk="1" latinLnBrk="0" hangingPunct="1">
              <a:lnSpc>
                <a:spcPct val="90000"/>
              </a:lnSpc>
              <a:spcBef>
                <a:spcPts val="799"/>
              </a:spcBef>
              <a:buFont typeface="Arial" panose="020B0604020202020204" pitchFamily="34" charset="0"/>
              <a:buChar char="•"/>
              <a:defRPr sz="2876" kern="1200">
                <a:solidFill>
                  <a:schemeClr val="tx1"/>
                </a:solidFill>
                <a:latin typeface="+mn-lt"/>
                <a:ea typeface="+mn-ea"/>
                <a:cs typeface="+mn-cs"/>
              </a:defRPr>
            </a:lvl4pPr>
            <a:lvl5pPr marL="3286697" indent="-365189" algn="l" defTabSz="1460754" rtl="0" eaLnBrk="1" latinLnBrk="0" hangingPunct="1">
              <a:lnSpc>
                <a:spcPct val="90000"/>
              </a:lnSpc>
              <a:spcBef>
                <a:spcPts val="799"/>
              </a:spcBef>
              <a:buFont typeface="Arial" panose="020B0604020202020204" pitchFamily="34" charset="0"/>
              <a:buChar char="•"/>
              <a:defRPr sz="2876" kern="1200">
                <a:solidFill>
                  <a:schemeClr val="tx1"/>
                </a:solidFill>
                <a:latin typeface="+mn-lt"/>
                <a:ea typeface="+mn-ea"/>
                <a:cs typeface="+mn-cs"/>
              </a:defRPr>
            </a:lvl5pPr>
            <a:lvl6pPr marL="4017074" indent="-365189" algn="l" defTabSz="1460754" rtl="0" eaLnBrk="1" latinLnBrk="0" hangingPunct="1">
              <a:lnSpc>
                <a:spcPct val="90000"/>
              </a:lnSpc>
              <a:spcBef>
                <a:spcPts val="799"/>
              </a:spcBef>
              <a:buFont typeface="Arial" panose="020B0604020202020204" pitchFamily="34" charset="0"/>
              <a:buChar char="•"/>
              <a:defRPr sz="2876" kern="1200">
                <a:solidFill>
                  <a:schemeClr val="tx1"/>
                </a:solidFill>
                <a:latin typeface="+mn-lt"/>
                <a:ea typeface="+mn-ea"/>
                <a:cs typeface="+mn-cs"/>
              </a:defRPr>
            </a:lvl6pPr>
            <a:lvl7pPr marL="4747451" indent="-365189" algn="l" defTabSz="1460754" rtl="0" eaLnBrk="1" latinLnBrk="0" hangingPunct="1">
              <a:lnSpc>
                <a:spcPct val="90000"/>
              </a:lnSpc>
              <a:spcBef>
                <a:spcPts val="799"/>
              </a:spcBef>
              <a:buFont typeface="Arial" panose="020B0604020202020204" pitchFamily="34" charset="0"/>
              <a:buChar char="•"/>
              <a:defRPr sz="2876" kern="1200">
                <a:solidFill>
                  <a:schemeClr val="tx1"/>
                </a:solidFill>
                <a:latin typeface="+mn-lt"/>
                <a:ea typeface="+mn-ea"/>
                <a:cs typeface="+mn-cs"/>
              </a:defRPr>
            </a:lvl7pPr>
            <a:lvl8pPr marL="5477828" indent="-365189" algn="l" defTabSz="1460754" rtl="0" eaLnBrk="1" latinLnBrk="0" hangingPunct="1">
              <a:lnSpc>
                <a:spcPct val="90000"/>
              </a:lnSpc>
              <a:spcBef>
                <a:spcPts val="799"/>
              </a:spcBef>
              <a:buFont typeface="Arial" panose="020B0604020202020204" pitchFamily="34" charset="0"/>
              <a:buChar char="•"/>
              <a:defRPr sz="2876" kern="1200">
                <a:solidFill>
                  <a:schemeClr val="tx1"/>
                </a:solidFill>
                <a:latin typeface="+mn-lt"/>
                <a:ea typeface="+mn-ea"/>
                <a:cs typeface="+mn-cs"/>
              </a:defRPr>
            </a:lvl8pPr>
            <a:lvl9pPr marL="6208205" indent="-365189" algn="l" defTabSz="1460754" rtl="0" eaLnBrk="1" latinLnBrk="0" hangingPunct="1">
              <a:lnSpc>
                <a:spcPct val="90000"/>
              </a:lnSpc>
              <a:spcBef>
                <a:spcPts val="799"/>
              </a:spcBef>
              <a:buFont typeface="Arial" panose="020B0604020202020204" pitchFamily="34" charset="0"/>
              <a:buChar char="•"/>
              <a:defRPr sz="2876" kern="1200">
                <a:solidFill>
                  <a:schemeClr val="tx1"/>
                </a:solidFill>
                <a:latin typeface="+mn-lt"/>
                <a:ea typeface="+mn-ea"/>
                <a:cs typeface="+mn-cs"/>
              </a:defRPr>
            </a:lvl9pPr>
          </a:lstStyle>
          <a:p>
            <a:pPr algn="l"/>
            <a:r>
              <a:rPr lang="en-US" sz="4400">
                <a:latin typeface="Geomanist Regular" panose="02000503000000020004" pitchFamily="50" charset="0"/>
              </a:rPr>
              <a:t>Ageing Population </a:t>
            </a:r>
            <a:endParaRPr lang="id-ID" sz="4400">
              <a:latin typeface="Geomanist Regular" panose="02000503000000020004" pitchFamily="50" charset="0"/>
            </a:endParaRPr>
          </a:p>
        </p:txBody>
      </p:sp>
      <p:pic>
        <p:nvPicPr>
          <p:cNvPr id="5" name="Picture 4">
            <a:extLst>
              <a:ext uri="{FF2B5EF4-FFF2-40B4-BE49-F238E27FC236}">
                <a16:creationId xmlns:a16="http://schemas.microsoft.com/office/drawing/2014/main" id="{ABBC4A2B-EF19-A606-2E82-109FE98FD4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8442" r="18442"/>
          <a:stretch/>
        </p:blipFill>
        <p:spPr>
          <a:xfrm>
            <a:off x="8463580" y="3462912"/>
            <a:ext cx="3412990" cy="3836087"/>
          </a:xfrm>
          <a:custGeom>
            <a:avLst/>
            <a:gdLst>
              <a:gd name="connsiteX0" fmla="*/ 1706731 w 3412990"/>
              <a:gd name="connsiteY0" fmla="*/ 0 h 3836087"/>
              <a:gd name="connsiteX1" fmla="*/ 1739167 w 3412990"/>
              <a:gd name="connsiteY1" fmla="*/ 1673 h 3836087"/>
              <a:gd name="connsiteX2" fmla="*/ 1772546 w 3412990"/>
              <a:gd name="connsiteY2" fmla="*/ 6933 h 3836087"/>
              <a:gd name="connsiteX3" fmla="*/ 1806863 w 3412990"/>
              <a:gd name="connsiteY3" fmla="*/ 15299 h 3836087"/>
              <a:gd name="connsiteX4" fmla="*/ 1842356 w 3412990"/>
              <a:gd name="connsiteY4" fmla="*/ 27250 h 3836087"/>
              <a:gd name="connsiteX5" fmla="*/ 1879966 w 3412990"/>
              <a:gd name="connsiteY5" fmla="*/ 42788 h 3836087"/>
              <a:gd name="connsiteX6" fmla="*/ 1919924 w 3412990"/>
              <a:gd name="connsiteY6" fmla="*/ 61433 h 3836087"/>
              <a:gd name="connsiteX7" fmla="*/ 1962704 w 3412990"/>
              <a:gd name="connsiteY7" fmla="*/ 83664 h 3836087"/>
              <a:gd name="connsiteX8" fmla="*/ 2008776 w 3412990"/>
              <a:gd name="connsiteY8" fmla="*/ 109001 h 3836087"/>
              <a:gd name="connsiteX9" fmla="*/ 2058606 w 3412990"/>
              <a:gd name="connsiteY9" fmla="*/ 138165 h 3836087"/>
              <a:gd name="connsiteX10" fmla="*/ 2112904 w 3412990"/>
              <a:gd name="connsiteY10" fmla="*/ 170435 h 3836087"/>
              <a:gd name="connsiteX11" fmla="*/ 2171903 w 3412990"/>
              <a:gd name="connsiteY11" fmla="*/ 206529 h 3836087"/>
              <a:gd name="connsiteX12" fmla="*/ 2236308 w 3412990"/>
              <a:gd name="connsiteY12" fmla="*/ 245493 h 3836087"/>
              <a:gd name="connsiteX13" fmla="*/ 2306354 w 3412990"/>
              <a:gd name="connsiteY13" fmla="*/ 288280 h 3836087"/>
              <a:gd name="connsiteX14" fmla="*/ 2382511 w 3412990"/>
              <a:gd name="connsiteY14" fmla="*/ 334176 h 3836087"/>
              <a:gd name="connsiteX15" fmla="*/ 2465485 w 3412990"/>
              <a:gd name="connsiteY15" fmla="*/ 383896 h 3836087"/>
              <a:gd name="connsiteX16" fmla="*/ 2555747 w 3412990"/>
              <a:gd name="connsiteY16" fmla="*/ 436484 h 3836087"/>
              <a:gd name="connsiteX17" fmla="*/ 2646008 w 3412990"/>
              <a:gd name="connsiteY17" fmla="*/ 488834 h 3836087"/>
              <a:gd name="connsiteX18" fmla="*/ 2730156 w 3412990"/>
              <a:gd name="connsiteY18" fmla="*/ 536402 h 3836087"/>
              <a:gd name="connsiteX19" fmla="*/ 2807725 w 3412990"/>
              <a:gd name="connsiteY19" fmla="*/ 579907 h 3836087"/>
              <a:gd name="connsiteX20" fmla="*/ 2879652 w 3412990"/>
              <a:gd name="connsiteY20" fmla="*/ 619826 h 3836087"/>
              <a:gd name="connsiteX21" fmla="*/ 2945232 w 3412990"/>
              <a:gd name="connsiteY21" fmla="*/ 656161 h 3836087"/>
              <a:gd name="connsiteX22" fmla="*/ 3005641 w 3412990"/>
              <a:gd name="connsiteY22" fmla="*/ 689865 h 3836087"/>
              <a:gd name="connsiteX23" fmla="*/ 3060644 w 3412990"/>
              <a:gd name="connsiteY23" fmla="*/ 720939 h 3836087"/>
              <a:gd name="connsiteX24" fmla="*/ 3110475 w 3412990"/>
              <a:gd name="connsiteY24" fmla="*/ 749864 h 3836087"/>
              <a:gd name="connsiteX25" fmla="*/ 3155606 w 3412990"/>
              <a:gd name="connsiteY25" fmla="*/ 777592 h 3836087"/>
              <a:gd name="connsiteX26" fmla="*/ 3196270 w 3412990"/>
              <a:gd name="connsiteY26" fmla="*/ 803647 h 3836087"/>
              <a:gd name="connsiteX27" fmla="*/ 3231998 w 3412990"/>
              <a:gd name="connsiteY27" fmla="*/ 828985 h 3836087"/>
              <a:gd name="connsiteX28" fmla="*/ 3264201 w 3412990"/>
              <a:gd name="connsiteY28" fmla="*/ 854323 h 3836087"/>
              <a:gd name="connsiteX29" fmla="*/ 3292407 w 3412990"/>
              <a:gd name="connsiteY29" fmla="*/ 879183 h 3836087"/>
              <a:gd name="connsiteX30" fmla="*/ 3316618 w 3412990"/>
              <a:gd name="connsiteY30" fmla="*/ 904760 h 3836087"/>
              <a:gd name="connsiteX31" fmla="*/ 3337773 w 3412990"/>
              <a:gd name="connsiteY31" fmla="*/ 931293 h 3836087"/>
              <a:gd name="connsiteX32" fmla="*/ 3355637 w 3412990"/>
              <a:gd name="connsiteY32" fmla="*/ 959022 h 3836087"/>
              <a:gd name="connsiteX33" fmla="*/ 3370445 w 3412990"/>
              <a:gd name="connsiteY33" fmla="*/ 988424 h 3836087"/>
              <a:gd name="connsiteX34" fmla="*/ 3382668 w 3412990"/>
              <a:gd name="connsiteY34" fmla="*/ 1019977 h 3836087"/>
              <a:gd name="connsiteX35" fmla="*/ 3392541 w 3412990"/>
              <a:gd name="connsiteY35" fmla="*/ 1054160 h 3836087"/>
              <a:gd name="connsiteX36" fmla="*/ 3399827 w 3412990"/>
              <a:gd name="connsiteY36" fmla="*/ 1091210 h 3836087"/>
              <a:gd name="connsiteX37" fmla="*/ 3405703 w 3412990"/>
              <a:gd name="connsiteY37" fmla="*/ 1131607 h 3836087"/>
              <a:gd name="connsiteX38" fmla="*/ 3409464 w 3412990"/>
              <a:gd name="connsiteY38" fmla="*/ 1175830 h 3836087"/>
              <a:gd name="connsiteX39" fmla="*/ 3411815 w 3412990"/>
              <a:gd name="connsiteY39" fmla="*/ 1224115 h 3836087"/>
              <a:gd name="connsiteX40" fmla="*/ 3412755 w 3412990"/>
              <a:gd name="connsiteY40" fmla="*/ 1277182 h 3836087"/>
              <a:gd name="connsiteX41" fmla="*/ 3412990 w 3412990"/>
              <a:gd name="connsiteY41" fmla="*/ 1335507 h 3836087"/>
              <a:gd name="connsiteX42" fmla="*/ 3412285 w 3412990"/>
              <a:gd name="connsiteY42" fmla="*/ 1399092 h 3836087"/>
              <a:gd name="connsiteX43" fmla="*/ 3410874 w 3412990"/>
              <a:gd name="connsiteY43" fmla="*/ 1468174 h 3836087"/>
              <a:gd name="connsiteX44" fmla="*/ 3409464 w 3412990"/>
              <a:gd name="connsiteY44" fmla="*/ 1543948 h 3836087"/>
              <a:gd name="connsiteX45" fmla="*/ 3407819 w 3412990"/>
              <a:gd name="connsiteY45" fmla="*/ 1626417 h 3836087"/>
              <a:gd name="connsiteX46" fmla="*/ 3406408 w 3412990"/>
              <a:gd name="connsiteY46" fmla="*/ 1715818 h 3836087"/>
              <a:gd name="connsiteX47" fmla="*/ 3405233 w 3412990"/>
              <a:gd name="connsiteY47" fmla="*/ 1813106 h 3836087"/>
              <a:gd name="connsiteX48" fmla="*/ 3404764 w 3412990"/>
              <a:gd name="connsiteY48" fmla="*/ 1918044 h 3836087"/>
              <a:gd name="connsiteX49" fmla="*/ 3405233 w 3412990"/>
              <a:gd name="connsiteY49" fmla="*/ 2022982 h 3836087"/>
              <a:gd name="connsiteX50" fmla="*/ 3406408 w 3412990"/>
              <a:gd name="connsiteY50" fmla="*/ 2120271 h 3836087"/>
              <a:gd name="connsiteX51" fmla="*/ 3407819 w 3412990"/>
              <a:gd name="connsiteY51" fmla="*/ 2209671 h 3836087"/>
              <a:gd name="connsiteX52" fmla="*/ 3409464 w 3412990"/>
              <a:gd name="connsiteY52" fmla="*/ 2292139 h 3836087"/>
              <a:gd name="connsiteX53" fmla="*/ 3410874 w 3412990"/>
              <a:gd name="connsiteY53" fmla="*/ 2367914 h 3836087"/>
              <a:gd name="connsiteX54" fmla="*/ 3412285 w 3412990"/>
              <a:gd name="connsiteY54" fmla="*/ 2436997 h 3836087"/>
              <a:gd name="connsiteX55" fmla="*/ 3412990 w 3412990"/>
              <a:gd name="connsiteY55" fmla="*/ 2500580 h 3836087"/>
              <a:gd name="connsiteX56" fmla="*/ 3412755 w 3412990"/>
              <a:gd name="connsiteY56" fmla="*/ 2558905 h 3836087"/>
              <a:gd name="connsiteX57" fmla="*/ 3411815 w 3412990"/>
              <a:gd name="connsiteY57" fmla="*/ 2611972 h 3836087"/>
              <a:gd name="connsiteX58" fmla="*/ 3409464 w 3412990"/>
              <a:gd name="connsiteY58" fmla="*/ 2660257 h 3836087"/>
              <a:gd name="connsiteX59" fmla="*/ 3405703 w 3412990"/>
              <a:gd name="connsiteY59" fmla="*/ 2704480 h 3836087"/>
              <a:gd name="connsiteX60" fmla="*/ 3400062 w 3412990"/>
              <a:gd name="connsiteY60" fmla="*/ 2744877 h 3836087"/>
              <a:gd name="connsiteX61" fmla="*/ 3392541 w 3412990"/>
              <a:gd name="connsiteY61" fmla="*/ 2781929 h 3836087"/>
              <a:gd name="connsiteX62" fmla="*/ 3382668 w 3412990"/>
              <a:gd name="connsiteY62" fmla="*/ 2816111 h 3836087"/>
              <a:gd name="connsiteX63" fmla="*/ 3370445 w 3412990"/>
              <a:gd name="connsiteY63" fmla="*/ 2847663 h 3836087"/>
              <a:gd name="connsiteX64" fmla="*/ 3355637 w 3412990"/>
              <a:gd name="connsiteY64" fmla="*/ 2877066 h 3836087"/>
              <a:gd name="connsiteX65" fmla="*/ 3337773 w 3412990"/>
              <a:gd name="connsiteY65" fmla="*/ 2904794 h 3836087"/>
              <a:gd name="connsiteX66" fmla="*/ 3316618 w 3412990"/>
              <a:gd name="connsiteY66" fmla="*/ 2931327 h 3836087"/>
              <a:gd name="connsiteX67" fmla="*/ 3292407 w 3412990"/>
              <a:gd name="connsiteY67" fmla="*/ 2956904 h 3836087"/>
              <a:gd name="connsiteX68" fmla="*/ 3264201 w 3412990"/>
              <a:gd name="connsiteY68" fmla="*/ 2981765 h 3836087"/>
              <a:gd name="connsiteX69" fmla="*/ 3232233 w 3412990"/>
              <a:gd name="connsiteY69" fmla="*/ 3007102 h 3836087"/>
              <a:gd name="connsiteX70" fmla="*/ 3196270 w 3412990"/>
              <a:gd name="connsiteY70" fmla="*/ 3032440 h 3836087"/>
              <a:gd name="connsiteX71" fmla="*/ 3155606 w 3412990"/>
              <a:gd name="connsiteY71" fmla="*/ 3058734 h 3836087"/>
              <a:gd name="connsiteX72" fmla="*/ 3110710 w 3412990"/>
              <a:gd name="connsiteY72" fmla="*/ 3086224 h 3836087"/>
              <a:gd name="connsiteX73" fmla="*/ 3060644 w 3412990"/>
              <a:gd name="connsiteY73" fmla="*/ 3115148 h 3836087"/>
              <a:gd name="connsiteX74" fmla="*/ 3005641 w 3412990"/>
              <a:gd name="connsiteY74" fmla="*/ 3146223 h 3836087"/>
              <a:gd name="connsiteX75" fmla="*/ 2945232 w 3412990"/>
              <a:gd name="connsiteY75" fmla="*/ 3179927 h 3836087"/>
              <a:gd name="connsiteX76" fmla="*/ 2879652 w 3412990"/>
              <a:gd name="connsiteY76" fmla="*/ 3216500 h 3836087"/>
              <a:gd name="connsiteX77" fmla="*/ 2807725 w 3412990"/>
              <a:gd name="connsiteY77" fmla="*/ 3256419 h 3836087"/>
              <a:gd name="connsiteX78" fmla="*/ 2730156 w 3412990"/>
              <a:gd name="connsiteY78" fmla="*/ 3299685 h 3836087"/>
              <a:gd name="connsiteX79" fmla="*/ 2646008 w 3412990"/>
              <a:gd name="connsiteY79" fmla="*/ 3347254 h 3836087"/>
              <a:gd name="connsiteX80" fmla="*/ 2555747 w 3412990"/>
              <a:gd name="connsiteY80" fmla="*/ 3399604 h 3836087"/>
              <a:gd name="connsiteX81" fmla="*/ 2465485 w 3412990"/>
              <a:gd name="connsiteY81" fmla="*/ 3452192 h 3836087"/>
              <a:gd name="connsiteX82" fmla="*/ 2382511 w 3412990"/>
              <a:gd name="connsiteY82" fmla="*/ 3501912 h 3836087"/>
              <a:gd name="connsiteX83" fmla="*/ 2306354 w 3412990"/>
              <a:gd name="connsiteY83" fmla="*/ 3547807 h 3836087"/>
              <a:gd name="connsiteX84" fmla="*/ 2236308 w 3412990"/>
              <a:gd name="connsiteY84" fmla="*/ 3590595 h 3836087"/>
              <a:gd name="connsiteX85" fmla="*/ 2171903 w 3412990"/>
              <a:gd name="connsiteY85" fmla="*/ 3629558 h 3836087"/>
              <a:gd name="connsiteX86" fmla="*/ 2112904 w 3412990"/>
              <a:gd name="connsiteY86" fmla="*/ 3665654 h 3836087"/>
              <a:gd name="connsiteX87" fmla="*/ 2058606 w 3412990"/>
              <a:gd name="connsiteY87" fmla="*/ 3697924 h 3836087"/>
              <a:gd name="connsiteX88" fmla="*/ 2008776 w 3412990"/>
              <a:gd name="connsiteY88" fmla="*/ 3727086 h 3836087"/>
              <a:gd name="connsiteX89" fmla="*/ 1962704 w 3412990"/>
              <a:gd name="connsiteY89" fmla="*/ 3752423 h 3836087"/>
              <a:gd name="connsiteX90" fmla="*/ 1919924 w 3412990"/>
              <a:gd name="connsiteY90" fmla="*/ 3774655 h 3836087"/>
              <a:gd name="connsiteX91" fmla="*/ 1879966 w 3412990"/>
              <a:gd name="connsiteY91" fmla="*/ 3793299 h 3836087"/>
              <a:gd name="connsiteX92" fmla="*/ 1842356 w 3412990"/>
              <a:gd name="connsiteY92" fmla="*/ 3808837 h 3836087"/>
              <a:gd name="connsiteX93" fmla="*/ 1806863 w 3412990"/>
              <a:gd name="connsiteY93" fmla="*/ 3820789 h 3836087"/>
              <a:gd name="connsiteX94" fmla="*/ 1772546 w 3412990"/>
              <a:gd name="connsiteY94" fmla="*/ 3829156 h 3836087"/>
              <a:gd name="connsiteX95" fmla="*/ 1739167 w 3412990"/>
              <a:gd name="connsiteY95" fmla="*/ 3834414 h 3836087"/>
              <a:gd name="connsiteX96" fmla="*/ 1706731 w 3412990"/>
              <a:gd name="connsiteY96" fmla="*/ 3836087 h 3836087"/>
              <a:gd name="connsiteX97" fmla="*/ 1673822 w 3412990"/>
              <a:gd name="connsiteY97" fmla="*/ 3834414 h 3836087"/>
              <a:gd name="connsiteX98" fmla="*/ 1640445 w 3412990"/>
              <a:gd name="connsiteY98" fmla="*/ 3829156 h 3836087"/>
              <a:gd name="connsiteX99" fmla="*/ 1606128 w 3412990"/>
              <a:gd name="connsiteY99" fmla="*/ 3820789 h 3836087"/>
              <a:gd name="connsiteX100" fmla="*/ 1570633 w 3412990"/>
              <a:gd name="connsiteY100" fmla="*/ 3808837 h 3836087"/>
              <a:gd name="connsiteX101" fmla="*/ 1533026 w 3412990"/>
              <a:gd name="connsiteY101" fmla="*/ 3793299 h 3836087"/>
              <a:gd name="connsiteX102" fmla="*/ 1493066 w 3412990"/>
              <a:gd name="connsiteY102" fmla="*/ 3774655 h 3836087"/>
              <a:gd name="connsiteX103" fmla="*/ 1450286 w 3412990"/>
              <a:gd name="connsiteY103" fmla="*/ 3752423 h 3836087"/>
              <a:gd name="connsiteX104" fmla="*/ 1404215 w 3412990"/>
              <a:gd name="connsiteY104" fmla="*/ 3727086 h 3836087"/>
              <a:gd name="connsiteX105" fmla="*/ 1354383 w 3412990"/>
              <a:gd name="connsiteY105" fmla="*/ 3697924 h 3836087"/>
              <a:gd name="connsiteX106" fmla="*/ 1300086 w 3412990"/>
              <a:gd name="connsiteY106" fmla="*/ 3665654 h 3836087"/>
              <a:gd name="connsiteX107" fmla="*/ 1241088 w 3412990"/>
              <a:gd name="connsiteY107" fmla="*/ 3629558 h 3836087"/>
              <a:gd name="connsiteX108" fmla="*/ 1176683 w 3412990"/>
              <a:gd name="connsiteY108" fmla="*/ 3590595 h 3836087"/>
              <a:gd name="connsiteX109" fmla="*/ 1106636 w 3412990"/>
              <a:gd name="connsiteY109" fmla="*/ 3547807 h 3836087"/>
              <a:gd name="connsiteX110" fmla="*/ 1030479 w 3412990"/>
              <a:gd name="connsiteY110" fmla="*/ 3501912 h 3836087"/>
              <a:gd name="connsiteX111" fmla="*/ 947505 w 3412990"/>
              <a:gd name="connsiteY111" fmla="*/ 3452192 h 3836087"/>
              <a:gd name="connsiteX112" fmla="*/ 857244 w 3412990"/>
              <a:gd name="connsiteY112" fmla="*/ 3399604 h 3836087"/>
              <a:gd name="connsiteX113" fmla="*/ 766983 w 3412990"/>
              <a:gd name="connsiteY113" fmla="*/ 3347254 h 3836087"/>
              <a:gd name="connsiteX114" fmla="*/ 682833 w 3412990"/>
              <a:gd name="connsiteY114" fmla="*/ 3299685 h 3836087"/>
              <a:gd name="connsiteX115" fmla="*/ 605266 w 3412990"/>
              <a:gd name="connsiteY115" fmla="*/ 3256180 h 3836087"/>
              <a:gd name="connsiteX116" fmla="*/ 533338 w 3412990"/>
              <a:gd name="connsiteY116" fmla="*/ 3216261 h 3836087"/>
              <a:gd name="connsiteX117" fmla="*/ 467758 w 3412990"/>
              <a:gd name="connsiteY117" fmla="*/ 3179927 h 3836087"/>
              <a:gd name="connsiteX118" fmla="*/ 407350 w 3412990"/>
              <a:gd name="connsiteY118" fmla="*/ 3146223 h 3836087"/>
              <a:gd name="connsiteX119" fmla="*/ 352347 w 3412990"/>
              <a:gd name="connsiteY119" fmla="*/ 3115148 h 3836087"/>
              <a:gd name="connsiteX120" fmla="*/ 302515 w 3412990"/>
              <a:gd name="connsiteY120" fmla="*/ 3086224 h 3836087"/>
              <a:gd name="connsiteX121" fmla="*/ 257384 w 3412990"/>
              <a:gd name="connsiteY121" fmla="*/ 3058496 h 3836087"/>
              <a:gd name="connsiteX122" fmla="*/ 216720 w 3412990"/>
              <a:gd name="connsiteY122" fmla="*/ 3032440 h 3836087"/>
              <a:gd name="connsiteX123" fmla="*/ 180992 w 3412990"/>
              <a:gd name="connsiteY123" fmla="*/ 3007102 h 3836087"/>
              <a:gd name="connsiteX124" fmla="*/ 148789 w 3412990"/>
              <a:gd name="connsiteY124" fmla="*/ 2981765 h 3836087"/>
              <a:gd name="connsiteX125" fmla="*/ 120583 w 3412990"/>
              <a:gd name="connsiteY125" fmla="*/ 2956904 h 3836087"/>
              <a:gd name="connsiteX126" fmla="*/ 96372 w 3412990"/>
              <a:gd name="connsiteY126" fmla="*/ 2931327 h 3836087"/>
              <a:gd name="connsiteX127" fmla="*/ 75218 w 3412990"/>
              <a:gd name="connsiteY127" fmla="*/ 2904794 h 3836087"/>
              <a:gd name="connsiteX128" fmla="*/ 57354 w 3412990"/>
              <a:gd name="connsiteY128" fmla="*/ 2877066 h 3836087"/>
              <a:gd name="connsiteX129" fmla="*/ 42545 w 3412990"/>
              <a:gd name="connsiteY129" fmla="*/ 2847663 h 3836087"/>
              <a:gd name="connsiteX130" fmla="*/ 30322 w 3412990"/>
              <a:gd name="connsiteY130" fmla="*/ 2816111 h 3836087"/>
              <a:gd name="connsiteX131" fmla="*/ 20450 w 3412990"/>
              <a:gd name="connsiteY131" fmla="*/ 2781929 h 3836087"/>
              <a:gd name="connsiteX132" fmla="*/ 13163 w 3412990"/>
              <a:gd name="connsiteY132" fmla="*/ 2744877 h 3836087"/>
              <a:gd name="connsiteX133" fmla="*/ 7287 w 3412990"/>
              <a:gd name="connsiteY133" fmla="*/ 2704480 h 3836087"/>
              <a:gd name="connsiteX134" fmla="*/ 3526 w 3412990"/>
              <a:gd name="connsiteY134" fmla="*/ 2660257 h 3836087"/>
              <a:gd name="connsiteX135" fmla="*/ 1175 w 3412990"/>
              <a:gd name="connsiteY135" fmla="*/ 2611972 h 3836087"/>
              <a:gd name="connsiteX136" fmla="*/ 235 w 3412990"/>
              <a:gd name="connsiteY136" fmla="*/ 2558905 h 3836087"/>
              <a:gd name="connsiteX137" fmla="*/ 0 w 3412990"/>
              <a:gd name="connsiteY137" fmla="*/ 2500580 h 3836087"/>
              <a:gd name="connsiteX138" fmla="*/ 705 w 3412990"/>
              <a:gd name="connsiteY138" fmla="*/ 2436997 h 3836087"/>
              <a:gd name="connsiteX139" fmla="*/ 2116 w 3412990"/>
              <a:gd name="connsiteY139" fmla="*/ 2367914 h 3836087"/>
              <a:gd name="connsiteX140" fmla="*/ 3526 w 3412990"/>
              <a:gd name="connsiteY140" fmla="*/ 2292139 h 3836087"/>
              <a:gd name="connsiteX141" fmla="*/ 5171 w 3412990"/>
              <a:gd name="connsiteY141" fmla="*/ 2209671 h 3836087"/>
              <a:gd name="connsiteX142" fmla="*/ 6582 w 3412990"/>
              <a:gd name="connsiteY142" fmla="*/ 2120271 h 3836087"/>
              <a:gd name="connsiteX143" fmla="*/ 7757 w 3412990"/>
              <a:gd name="connsiteY143" fmla="*/ 2022982 h 3836087"/>
              <a:gd name="connsiteX144" fmla="*/ 8227 w 3412990"/>
              <a:gd name="connsiteY144" fmla="*/ 1918044 h 3836087"/>
              <a:gd name="connsiteX145" fmla="*/ 7757 w 3412990"/>
              <a:gd name="connsiteY145" fmla="*/ 1813106 h 3836087"/>
              <a:gd name="connsiteX146" fmla="*/ 6582 w 3412990"/>
              <a:gd name="connsiteY146" fmla="*/ 1715818 h 3836087"/>
              <a:gd name="connsiteX147" fmla="*/ 5171 w 3412990"/>
              <a:gd name="connsiteY147" fmla="*/ 1626417 h 3836087"/>
              <a:gd name="connsiteX148" fmla="*/ 3526 w 3412990"/>
              <a:gd name="connsiteY148" fmla="*/ 1543948 h 3836087"/>
              <a:gd name="connsiteX149" fmla="*/ 2116 w 3412990"/>
              <a:gd name="connsiteY149" fmla="*/ 1468174 h 3836087"/>
              <a:gd name="connsiteX150" fmla="*/ 705 w 3412990"/>
              <a:gd name="connsiteY150" fmla="*/ 1399092 h 3836087"/>
              <a:gd name="connsiteX151" fmla="*/ 0 w 3412990"/>
              <a:gd name="connsiteY151" fmla="*/ 1335507 h 3836087"/>
              <a:gd name="connsiteX152" fmla="*/ 235 w 3412990"/>
              <a:gd name="connsiteY152" fmla="*/ 1277182 h 3836087"/>
              <a:gd name="connsiteX153" fmla="*/ 1175 w 3412990"/>
              <a:gd name="connsiteY153" fmla="*/ 1224115 h 3836087"/>
              <a:gd name="connsiteX154" fmla="*/ 3526 w 3412990"/>
              <a:gd name="connsiteY154" fmla="*/ 1175830 h 3836087"/>
              <a:gd name="connsiteX155" fmla="*/ 7287 w 3412990"/>
              <a:gd name="connsiteY155" fmla="*/ 1131607 h 3836087"/>
              <a:gd name="connsiteX156" fmla="*/ 12928 w 3412990"/>
              <a:gd name="connsiteY156" fmla="*/ 1091210 h 3836087"/>
              <a:gd name="connsiteX157" fmla="*/ 20450 w 3412990"/>
              <a:gd name="connsiteY157" fmla="*/ 1054160 h 3836087"/>
              <a:gd name="connsiteX158" fmla="*/ 30322 w 3412990"/>
              <a:gd name="connsiteY158" fmla="*/ 1019977 h 3836087"/>
              <a:gd name="connsiteX159" fmla="*/ 42545 w 3412990"/>
              <a:gd name="connsiteY159" fmla="*/ 988424 h 3836087"/>
              <a:gd name="connsiteX160" fmla="*/ 57354 w 3412990"/>
              <a:gd name="connsiteY160" fmla="*/ 959022 h 3836087"/>
              <a:gd name="connsiteX161" fmla="*/ 75218 w 3412990"/>
              <a:gd name="connsiteY161" fmla="*/ 931293 h 3836087"/>
              <a:gd name="connsiteX162" fmla="*/ 96372 w 3412990"/>
              <a:gd name="connsiteY162" fmla="*/ 904760 h 3836087"/>
              <a:gd name="connsiteX163" fmla="*/ 120583 w 3412990"/>
              <a:gd name="connsiteY163" fmla="*/ 879183 h 3836087"/>
              <a:gd name="connsiteX164" fmla="*/ 148789 w 3412990"/>
              <a:gd name="connsiteY164" fmla="*/ 854323 h 3836087"/>
              <a:gd name="connsiteX165" fmla="*/ 180757 w 3412990"/>
              <a:gd name="connsiteY165" fmla="*/ 828985 h 3836087"/>
              <a:gd name="connsiteX166" fmla="*/ 216720 w 3412990"/>
              <a:gd name="connsiteY166" fmla="*/ 803647 h 3836087"/>
              <a:gd name="connsiteX167" fmla="*/ 257384 w 3412990"/>
              <a:gd name="connsiteY167" fmla="*/ 777353 h 3836087"/>
              <a:gd name="connsiteX168" fmla="*/ 302280 w 3412990"/>
              <a:gd name="connsiteY168" fmla="*/ 749864 h 3836087"/>
              <a:gd name="connsiteX169" fmla="*/ 352347 w 3412990"/>
              <a:gd name="connsiteY169" fmla="*/ 720939 h 3836087"/>
              <a:gd name="connsiteX170" fmla="*/ 407350 w 3412990"/>
              <a:gd name="connsiteY170" fmla="*/ 689865 h 3836087"/>
              <a:gd name="connsiteX171" fmla="*/ 467758 w 3412990"/>
              <a:gd name="connsiteY171" fmla="*/ 656161 h 3836087"/>
              <a:gd name="connsiteX172" fmla="*/ 533338 w 3412990"/>
              <a:gd name="connsiteY172" fmla="*/ 619588 h 3836087"/>
              <a:gd name="connsiteX173" fmla="*/ 605266 w 3412990"/>
              <a:gd name="connsiteY173" fmla="*/ 579668 h 3836087"/>
              <a:gd name="connsiteX174" fmla="*/ 682833 w 3412990"/>
              <a:gd name="connsiteY174" fmla="*/ 536402 h 3836087"/>
              <a:gd name="connsiteX175" fmla="*/ 766983 w 3412990"/>
              <a:gd name="connsiteY175" fmla="*/ 488834 h 3836087"/>
              <a:gd name="connsiteX176" fmla="*/ 857244 w 3412990"/>
              <a:gd name="connsiteY176" fmla="*/ 436484 h 3836087"/>
              <a:gd name="connsiteX177" fmla="*/ 947505 w 3412990"/>
              <a:gd name="connsiteY177" fmla="*/ 383896 h 3836087"/>
              <a:gd name="connsiteX178" fmla="*/ 1030479 w 3412990"/>
              <a:gd name="connsiteY178" fmla="*/ 334176 h 3836087"/>
              <a:gd name="connsiteX179" fmla="*/ 1106636 w 3412990"/>
              <a:gd name="connsiteY179" fmla="*/ 288280 h 3836087"/>
              <a:gd name="connsiteX180" fmla="*/ 1176683 w 3412990"/>
              <a:gd name="connsiteY180" fmla="*/ 245493 h 3836087"/>
              <a:gd name="connsiteX181" fmla="*/ 1241088 w 3412990"/>
              <a:gd name="connsiteY181" fmla="*/ 206529 h 3836087"/>
              <a:gd name="connsiteX182" fmla="*/ 1300086 w 3412990"/>
              <a:gd name="connsiteY182" fmla="*/ 170435 h 3836087"/>
              <a:gd name="connsiteX183" fmla="*/ 1354383 w 3412990"/>
              <a:gd name="connsiteY183" fmla="*/ 138165 h 3836087"/>
              <a:gd name="connsiteX184" fmla="*/ 1404215 w 3412990"/>
              <a:gd name="connsiteY184" fmla="*/ 109001 h 3836087"/>
              <a:gd name="connsiteX185" fmla="*/ 1450286 w 3412990"/>
              <a:gd name="connsiteY185" fmla="*/ 83664 h 3836087"/>
              <a:gd name="connsiteX186" fmla="*/ 1493066 w 3412990"/>
              <a:gd name="connsiteY186" fmla="*/ 61433 h 3836087"/>
              <a:gd name="connsiteX187" fmla="*/ 1533026 w 3412990"/>
              <a:gd name="connsiteY187" fmla="*/ 42788 h 3836087"/>
              <a:gd name="connsiteX188" fmla="*/ 1570633 w 3412990"/>
              <a:gd name="connsiteY188" fmla="*/ 27250 h 3836087"/>
              <a:gd name="connsiteX189" fmla="*/ 1606128 w 3412990"/>
              <a:gd name="connsiteY189" fmla="*/ 15299 h 3836087"/>
              <a:gd name="connsiteX190" fmla="*/ 1640445 w 3412990"/>
              <a:gd name="connsiteY190" fmla="*/ 6933 h 3836087"/>
              <a:gd name="connsiteX191" fmla="*/ 1673822 w 3412990"/>
              <a:gd name="connsiteY191" fmla="*/ 1673 h 3836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3412990" h="3836087">
                <a:moveTo>
                  <a:pt x="1706731" y="0"/>
                </a:moveTo>
                <a:lnTo>
                  <a:pt x="1739167" y="1673"/>
                </a:lnTo>
                <a:lnTo>
                  <a:pt x="1772546" y="6933"/>
                </a:lnTo>
                <a:lnTo>
                  <a:pt x="1806863" y="15299"/>
                </a:lnTo>
                <a:lnTo>
                  <a:pt x="1842356" y="27250"/>
                </a:lnTo>
                <a:lnTo>
                  <a:pt x="1879966" y="42788"/>
                </a:lnTo>
                <a:lnTo>
                  <a:pt x="1919924" y="61433"/>
                </a:lnTo>
                <a:lnTo>
                  <a:pt x="1962704" y="83664"/>
                </a:lnTo>
                <a:lnTo>
                  <a:pt x="2008776" y="109001"/>
                </a:lnTo>
                <a:lnTo>
                  <a:pt x="2058606" y="138165"/>
                </a:lnTo>
                <a:lnTo>
                  <a:pt x="2112904" y="170435"/>
                </a:lnTo>
                <a:lnTo>
                  <a:pt x="2171903" y="206529"/>
                </a:lnTo>
                <a:lnTo>
                  <a:pt x="2236308" y="245493"/>
                </a:lnTo>
                <a:lnTo>
                  <a:pt x="2306354" y="288280"/>
                </a:lnTo>
                <a:lnTo>
                  <a:pt x="2382511" y="334176"/>
                </a:lnTo>
                <a:lnTo>
                  <a:pt x="2465485" y="383896"/>
                </a:lnTo>
                <a:lnTo>
                  <a:pt x="2555747" y="436484"/>
                </a:lnTo>
                <a:lnTo>
                  <a:pt x="2646008" y="488834"/>
                </a:lnTo>
                <a:lnTo>
                  <a:pt x="2730156" y="536402"/>
                </a:lnTo>
                <a:lnTo>
                  <a:pt x="2807725" y="579907"/>
                </a:lnTo>
                <a:lnTo>
                  <a:pt x="2879652" y="619826"/>
                </a:lnTo>
                <a:lnTo>
                  <a:pt x="2945232" y="656161"/>
                </a:lnTo>
                <a:lnTo>
                  <a:pt x="3005641" y="689865"/>
                </a:lnTo>
                <a:lnTo>
                  <a:pt x="3060644" y="720939"/>
                </a:lnTo>
                <a:lnTo>
                  <a:pt x="3110475" y="749864"/>
                </a:lnTo>
                <a:lnTo>
                  <a:pt x="3155606" y="777592"/>
                </a:lnTo>
                <a:lnTo>
                  <a:pt x="3196270" y="803647"/>
                </a:lnTo>
                <a:lnTo>
                  <a:pt x="3231998" y="828985"/>
                </a:lnTo>
                <a:lnTo>
                  <a:pt x="3264201" y="854323"/>
                </a:lnTo>
                <a:lnTo>
                  <a:pt x="3292407" y="879183"/>
                </a:lnTo>
                <a:lnTo>
                  <a:pt x="3316618" y="904760"/>
                </a:lnTo>
                <a:lnTo>
                  <a:pt x="3337773" y="931293"/>
                </a:lnTo>
                <a:lnTo>
                  <a:pt x="3355637" y="959022"/>
                </a:lnTo>
                <a:lnTo>
                  <a:pt x="3370445" y="988424"/>
                </a:lnTo>
                <a:lnTo>
                  <a:pt x="3382668" y="1019977"/>
                </a:lnTo>
                <a:lnTo>
                  <a:pt x="3392541" y="1054160"/>
                </a:lnTo>
                <a:lnTo>
                  <a:pt x="3399827" y="1091210"/>
                </a:lnTo>
                <a:lnTo>
                  <a:pt x="3405703" y="1131607"/>
                </a:lnTo>
                <a:lnTo>
                  <a:pt x="3409464" y="1175830"/>
                </a:lnTo>
                <a:lnTo>
                  <a:pt x="3411815" y="1224115"/>
                </a:lnTo>
                <a:lnTo>
                  <a:pt x="3412755" y="1277182"/>
                </a:lnTo>
                <a:lnTo>
                  <a:pt x="3412990" y="1335507"/>
                </a:lnTo>
                <a:lnTo>
                  <a:pt x="3412285" y="1399092"/>
                </a:lnTo>
                <a:lnTo>
                  <a:pt x="3410874" y="1468174"/>
                </a:lnTo>
                <a:lnTo>
                  <a:pt x="3409464" y="1543948"/>
                </a:lnTo>
                <a:lnTo>
                  <a:pt x="3407819" y="1626417"/>
                </a:lnTo>
                <a:lnTo>
                  <a:pt x="3406408" y="1715818"/>
                </a:lnTo>
                <a:lnTo>
                  <a:pt x="3405233" y="1813106"/>
                </a:lnTo>
                <a:lnTo>
                  <a:pt x="3404764" y="1918044"/>
                </a:lnTo>
                <a:lnTo>
                  <a:pt x="3405233" y="2022982"/>
                </a:lnTo>
                <a:lnTo>
                  <a:pt x="3406408" y="2120271"/>
                </a:lnTo>
                <a:lnTo>
                  <a:pt x="3407819" y="2209671"/>
                </a:lnTo>
                <a:lnTo>
                  <a:pt x="3409464" y="2292139"/>
                </a:lnTo>
                <a:lnTo>
                  <a:pt x="3410874" y="2367914"/>
                </a:lnTo>
                <a:lnTo>
                  <a:pt x="3412285" y="2436997"/>
                </a:lnTo>
                <a:lnTo>
                  <a:pt x="3412990" y="2500580"/>
                </a:lnTo>
                <a:lnTo>
                  <a:pt x="3412755" y="2558905"/>
                </a:lnTo>
                <a:lnTo>
                  <a:pt x="3411815" y="2611972"/>
                </a:lnTo>
                <a:lnTo>
                  <a:pt x="3409464" y="2660257"/>
                </a:lnTo>
                <a:lnTo>
                  <a:pt x="3405703" y="2704480"/>
                </a:lnTo>
                <a:lnTo>
                  <a:pt x="3400062" y="2744877"/>
                </a:lnTo>
                <a:lnTo>
                  <a:pt x="3392541" y="2781929"/>
                </a:lnTo>
                <a:lnTo>
                  <a:pt x="3382668" y="2816111"/>
                </a:lnTo>
                <a:lnTo>
                  <a:pt x="3370445" y="2847663"/>
                </a:lnTo>
                <a:lnTo>
                  <a:pt x="3355637" y="2877066"/>
                </a:lnTo>
                <a:lnTo>
                  <a:pt x="3337773" y="2904794"/>
                </a:lnTo>
                <a:lnTo>
                  <a:pt x="3316618" y="2931327"/>
                </a:lnTo>
                <a:lnTo>
                  <a:pt x="3292407" y="2956904"/>
                </a:lnTo>
                <a:lnTo>
                  <a:pt x="3264201" y="2981765"/>
                </a:lnTo>
                <a:lnTo>
                  <a:pt x="3232233" y="3007102"/>
                </a:lnTo>
                <a:lnTo>
                  <a:pt x="3196270" y="3032440"/>
                </a:lnTo>
                <a:lnTo>
                  <a:pt x="3155606" y="3058734"/>
                </a:lnTo>
                <a:lnTo>
                  <a:pt x="3110710" y="3086224"/>
                </a:lnTo>
                <a:lnTo>
                  <a:pt x="3060644" y="3115148"/>
                </a:lnTo>
                <a:lnTo>
                  <a:pt x="3005641" y="3146223"/>
                </a:lnTo>
                <a:lnTo>
                  <a:pt x="2945232" y="3179927"/>
                </a:lnTo>
                <a:lnTo>
                  <a:pt x="2879652" y="3216500"/>
                </a:lnTo>
                <a:lnTo>
                  <a:pt x="2807725" y="3256419"/>
                </a:lnTo>
                <a:lnTo>
                  <a:pt x="2730156" y="3299685"/>
                </a:lnTo>
                <a:lnTo>
                  <a:pt x="2646008" y="3347254"/>
                </a:lnTo>
                <a:lnTo>
                  <a:pt x="2555747" y="3399604"/>
                </a:lnTo>
                <a:lnTo>
                  <a:pt x="2465485" y="3452192"/>
                </a:lnTo>
                <a:lnTo>
                  <a:pt x="2382511" y="3501912"/>
                </a:lnTo>
                <a:lnTo>
                  <a:pt x="2306354" y="3547807"/>
                </a:lnTo>
                <a:lnTo>
                  <a:pt x="2236308" y="3590595"/>
                </a:lnTo>
                <a:lnTo>
                  <a:pt x="2171903" y="3629558"/>
                </a:lnTo>
                <a:lnTo>
                  <a:pt x="2112904" y="3665654"/>
                </a:lnTo>
                <a:lnTo>
                  <a:pt x="2058606" y="3697924"/>
                </a:lnTo>
                <a:lnTo>
                  <a:pt x="2008776" y="3727086"/>
                </a:lnTo>
                <a:lnTo>
                  <a:pt x="1962704" y="3752423"/>
                </a:lnTo>
                <a:lnTo>
                  <a:pt x="1919924" y="3774655"/>
                </a:lnTo>
                <a:lnTo>
                  <a:pt x="1879966" y="3793299"/>
                </a:lnTo>
                <a:lnTo>
                  <a:pt x="1842356" y="3808837"/>
                </a:lnTo>
                <a:lnTo>
                  <a:pt x="1806863" y="3820789"/>
                </a:lnTo>
                <a:lnTo>
                  <a:pt x="1772546" y="3829156"/>
                </a:lnTo>
                <a:lnTo>
                  <a:pt x="1739167" y="3834414"/>
                </a:lnTo>
                <a:lnTo>
                  <a:pt x="1706731" y="3836087"/>
                </a:lnTo>
                <a:lnTo>
                  <a:pt x="1673822" y="3834414"/>
                </a:lnTo>
                <a:lnTo>
                  <a:pt x="1640445" y="3829156"/>
                </a:lnTo>
                <a:lnTo>
                  <a:pt x="1606128" y="3820789"/>
                </a:lnTo>
                <a:lnTo>
                  <a:pt x="1570633" y="3808837"/>
                </a:lnTo>
                <a:lnTo>
                  <a:pt x="1533026" y="3793299"/>
                </a:lnTo>
                <a:lnTo>
                  <a:pt x="1493066" y="3774655"/>
                </a:lnTo>
                <a:lnTo>
                  <a:pt x="1450286" y="3752423"/>
                </a:lnTo>
                <a:lnTo>
                  <a:pt x="1404215" y="3727086"/>
                </a:lnTo>
                <a:lnTo>
                  <a:pt x="1354383" y="3697924"/>
                </a:lnTo>
                <a:lnTo>
                  <a:pt x="1300086" y="3665654"/>
                </a:lnTo>
                <a:lnTo>
                  <a:pt x="1241088" y="3629558"/>
                </a:lnTo>
                <a:lnTo>
                  <a:pt x="1176683" y="3590595"/>
                </a:lnTo>
                <a:lnTo>
                  <a:pt x="1106636" y="3547807"/>
                </a:lnTo>
                <a:lnTo>
                  <a:pt x="1030479" y="3501912"/>
                </a:lnTo>
                <a:lnTo>
                  <a:pt x="947505" y="3452192"/>
                </a:lnTo>
                <a:lnTo>
                  <a:pt x="857244" y="3399604"/>
                </a:lnTo>
                <a:lnTo>
                  <a:pt x="766983" y="3347254"/>
                </a:lnTo>
                <a:lnTo>
                  <a:pt x="682833" y="3299685"/>
                </a:lnTo>
                <a:lnTo>
                  <a:pt x="605266" y="3256180"/>
                </a:lnTo>
                <a:lnTo>
                  <a:pt x="533338" y="3216261"/>
                </a:lnTo>
                <a:lnTo>
                  <a:pt x="467758" y="3179927"/>
                </a:lnTo>
                <a:lnTo>
                  <a:pt x="407350" y="3146223"/>
                </a:lnTo>
                <a:lnTo>
                  <a:pt x="352347" y="3115148"/>
                </a:lnTo>
                <a:lnTo>
                  <a:pt x="302515" y="3086224"/>
                </a:lnTo>
                <a:lnTo>
                  <a:pt x="257384" y="3058496"/>
                </a:lnTo>
                <a:lnTo>
                  <a:pt x="216720" y="3032440"/>
                </a:lnTo>
                <a:lnTo>
                  <a:pt x="180992" y="3007102"/>
                </a:lnTo>
                <a:lnTo>
                  <a:pt x="148789" y="2981765"/>
                </a:lnTo>
                <a:lnTo>
                  <a:pt x="120583" y="2956904"/>
                </a:lnTo>
                <a:lnTo>
                  <a:pt x="96372" y="2931327"/>
                </a:lnTo>
                <a:lnTo>
                  <a:pt x="75218" y="2904794"/>
                </a:lnTo>
                <a:lnTo>
                  <a:pt x="57354" y="2877066"/>
                </a:lnTo>
                <a:lnTo>
                  <a:pt x="42545" y="2847663"/>
                </a:lnTo>
                <a:lnTo>
                  <a:pt x="30322" y="2816111"/>
                </a:lnTo>
                <a:lnTo>
                  <a:pt x="20450" y="2781929"/>
                </a:lnTo>
                <a:lnTo>
                  <a:pt x="13163" y="2744877"/>
                </a:lnTo>
                <a:lnTo>
                  <a:pt x="7287" y="2704480"/>
                </a:lnTo>
                <a:lnTo>
                  <a:pt x="3526" y="2660257"/>
                </a:lnTo>
                <a:lnTo>
                  <a:pt x="1175" y="2611972"/>
                </a:lnTo>
                <a:lnTo>
                  <a:pt x="235" y="2558905"/>
                </a:lnTo>
                <a:lnTo>
                  <a:pt x="0" y="2500580"/>
                </a:lnTo>
                <a:lnTo>
                  <a:pt x="705" y="2436997"/>
                </a:lnTo>
                <a:lnTo>
                  <a:pt x="2116" y="2367914"/>
                </a:lnTo>
                <a:lnTo>
                  <a:pt x="3526" y="2292139"/>
                </a:lnTo>
                <a:lnTo>
                  <a:pt x="5171" y="2209671"/>
                </a:lnTo>
                <a:lnTo>
                  <a:pt x="6582" y="2120271"/>
                </a:lnTo>
                <a:lnTo>
                  <a:pt x="7757" y="2022982"/>
                </a:lnTo>
                <a:lnTo>
                  <a:pt x="8227" y="1918044"/>
                </a:lnTo>
                <a:lnTo>
                  <a:pt x="7757" y="1813106"/>
                </a:lnTo>
                <a:lnTo>
                  <a:pt x="6582" y="1715818"/>
                </a:lnTo>
                <a:lnTo>
                  <a:pt x="5171" y="1626417"/>
                </a:lnTo>
                <a:lnTo>
                  <a:pt x="3526" y="1543948"/>
                </a:lnTo>
                <a:lnTo>
                  <a:pt x="2116" y="1468174"/>
                </a:lnTo>
                <a:lnTo>
                  <a:pt x="705" y="1399092"/>
                </a:lnTo>
                <a:lnTo>
                  <a:pt x="0" y="1335507"/>
                </a:lnTo>
                <a:lnTo>
                  <a:pt x="235" y="1277182"/>
                </a:lnTo>
                <a:lnTo>
                  <a:pt x="1175" y="1224115"/>
                </a:lnTo>
                <a:lnTo>
                  <a:pt x="3526" y="1175830"/>
                </a:lnTo>
                <a:lnTo>
                  <a:pt x="7287" y="1131607"/>
                </a:lnTo>
                <a:lnTo>
                  <a:pt x="12928" y="1091210"/>
                </a:lnTo>
                <a:lnTo>
                  <a:pt x="20450" y="1054160"/>
                </a:lnTo>
                <a:lnTo>
                  <a:pt x="30322" y="1019977"/>
                </a:lnTo>
                <a:lnTo>
                  <a:pt x="42545" y="988424"/>
                </a:lnTo>
                <a:lnTo>
                  <a:pt x="57354" y="959022"/>
                </a:lnTo>
                <a:lnTo>
                  <a:pt x="75218" y="931293"/>
                </a:lnTo>
                <a:lnTo>
                  <a:pt x="96372" y="904760"/>
                </a:lnTo>
                <a:lnTo>
                  <a:pt x="120583" y="879183"/>
                </a:lnTo>
                <a:lnTo>
                  <a:pt x="148789" y="854323"/>
                </a:lnTo>
                <a:lnTo>
                  <a:pt x="180757" y="828985"/>
                </a:lnTo>
                <a:lnTo>
                  <a:pt x="216720" y="803647"/>
                </a:lnTo>
                <a:lnTo>
                  <a:pt x="257384" y="777353"/>
                </a:lnTo>
                <a:lnTo>
                  <a:pt x="302280" y="749864"/>
                </a:lnTo>
                <a:lnTo>
                  <a:pt x="352347" y="720939"/>
                </a:lnTo>
                <a:lnTo>
                  <a:pt x="407350" y="689865"/>
                </a:lnTo>
                <a:lnTo>
                  <a:pt x="467758" y="656161"/>
                </a:lnTo>
                <a:lnTo>
                  <a:pt x="533338" y="619588"/>
                </a:lnTo>
                <a:lnTo>
                  <a:pt x="605266" y="579668"/>
                </a:lnTo>
                <a:lnTo>
                  <a:pt x="682833" y="536402"/>
                </a:lnTo>
                <a:lnTo>
                  <a:pt x="766983" y="488834"/>
                </a:lnTo>
                <a:lnTo>
                  <a:pt x="857244" y="436484"/>
                </a:lnTo>
                <a:lnTo>
                  <a:pt x="947505" y="383896"/>
                </a:lnTo>
                <a:lnTo>
                  <a:pt x="1030479" y="334176"/>
                </a:lnTo>
                <a:lnTo>
                  <a:pt x="1106636" y="288280"/>
                </a:lnTo>
                <a:lnTo>
                  <a:pt x="1176683" y="245493"/>
                </a:lnTo>
                <a:lnTo>
                  <a:pt x="1241088" y="206529"/>
                </a:lnTo>
                <a:lnTo>
                  <a:pt x="1300086" y="170435"/>
                </a:lnTo>
                <a:lnTo>
                  <a:pt x="1354383" y="138165"/>
                </a:lnTo>
                <a:lnTo>
                  <a:pt x="1404215" y="109001"/>
                </a:lnTo>
                <a:lnTo>
                  <a:pt x="1450286" y="83664"/>
                </a:lnTo>
                <a:lnTo>
                  <a:pt x="1493066" y="61433"/>
                </a:lnTo>
                <a:lnTo>
                  <a:pt x="1533026" y="42788"/>
                </a:lnTo>
                <a:lnTo>
                  <a:pt x="1570633" y="27250"/>
                </a:lnTo>
                <a:lnTo>
                  <a:pt x="1606128" y="15299"/>
                </a:lnTo>
                <a:lnTo>
                  <a:pt x="1640445" y="6933"/>
                </a:lnTo>
                <a:lnTo>
                  <a:pt x="1673822" y="1673"/>
                </a:lnTo>
                <a:close/>
              </a:path>
            </a:pathLst>
          </a:custGeom>
        </p:spPr>
      </p:pic>
      <p:pic>
        <p:nvPicPr>
          <p:cNvPr id="6" name="Picture 5">
            <a:extLst>
              <a:ext uri="{FF2B5EF4-FFF2-40B4-BE49-F238E27FC236}">
                <a16:creationId xmlns:a16="http://schemas.microsoft.com/office/drawing/2014/main" id="{47E57CFD-EBEF-761C-D9B4-BD365FBBF77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45" r="40686" b="-145"/>
          <a:stretch/>
        </p:blipFill>
        <p:spPr>
          <a:xfrm>
            <a:off x="14254945" y="3462912"/>
            <a:ext cx="3412990" cy="3836087"/>
          </a:xfrm>
          <a:custGeom>
            <a:avLst/>
            <a:gdLst>
              <a:gd name="connsiteX0" fmla="*/ 1706731 w 3412990"/>
              <a:gd name="connsiteY0" fmla="*/ 0 h 3836087"/>
              <a:gd name="connsiteX1" fmla="*/ 1739167 w 3412990"/>
              <a:gd name="connsiteY1" fmla="*/ 1673 h 3836087"/>
              <a:gd name="connsiteX2" fmla="*/ 1772546 w 3412990"/>
              <a:gd name="connsiteY2" fmla="*/ 6933 h 3836087"/>
              <a:gd name="connsiteX3" fmla="*/ 1806863 w 3412990"/>
              <a:gd name="connsiteY3" fmla="*/ 15299 h 3836087"/>
              <a:gd name="connsiteX4" fmla="*/ 1842356 w 3412990"/>
              <a:gd name="connsiteY4" fmla="*/ 27250 h 3836087"/>
              <a:gd name="connsiteX5" fmla="*/ 1879966 w 3412990"/>
              <a:gd name="connsiteY5" fmla="*/ 42788 h 3836087"/>
              <a:gd name="connsiteX6" fmla="*/ 1919924 w 3412990"/>
              <a:gd name="connsiteY6" fmla="*/ 61433 h 3836087"/>
              <a:gd name="connsiteX7" fmla="*/ 1962704 w 3412990"/>
              <a:gd name="connsiteY7" fmla="*/ 83664 h 3836087"/>
              <a:gd name="connsiteX8" fmla="*/ 2008776 w 3412990"/>
              <a:gd name="connsiteY8" fmla="*/ 109001 h 3836087"/>
              <a:gd name="connsiteX9" fmla="*/ 2058606 w 3412990"/>
              <a:gd name="connsiteY9" fmla="*/ 138165 h 3836087"/>
              <a:gd name="connsiteX10" fmla="*/ 2112904 w 3412990"/>
              <a:gd name="connsiteY10" fmla="*/ 170435 h 3836087"/>
              <a:gd name="connsiteX11" fmla="*/ 2171903 w 3412990"/>
              <a:gd name="connsiteY11" fmla="*/ 206529 h 3836087"/>
              <a:gd name="connsiteX12" fmla="*/ 2236308 w 3412990"/>
              <a:gd name="connsiteY12" fmla="*/ 245493 h 3836087"/>
              <a:gd name="connsiteX13" fmla="*/ 2306354 w 3412990"/>
              <a:gd name="connsiteY13" fmla="*/ 288280 h 3836087"/>
              <a:gd name="connsiteX14" fmla="*/ 2382511 w 3412990"/>
              <a:gd name="connsiteY14" fmla="*/ 334176 h 3836087"/>
              <a:gd name="connsiteX15" fmla="*/ 2465485 w 3412990"/>
              <a:gd name="connsiteY15" fmla="*/ 383896 h 3836087"/>
              <a:gd name="connsiteX16" fmla="*/ 2555747 w 3412990"/>
              <a:gd name="connsiteY16" fmla="*/ 436484 h 3836087"/>
              <a:gd name="connsiteX17" fmla="*/ 2646008 w 3412990"/>
              <a:gd name="connsiteY17" fmla="*/ 488834 h 3836087"/>
              <a:gd name="connsiteX18" fmla="*/ 2730156 w 3412990"/>
              <a:gd name="connsiteY18" fmla="*/ 536402 h 3836087"/>
              <a:gd name="connsiteX19" fmla="*/ 2807725 w 3412990"/>
              <a:gd name="connsiteY19" fmla="*/ 579907 h 3836087"/>
              <a:gd name="connsiteX20" fmla="*/ 2879652 w 3412990"/>
              <a:gd name="connsiteY20" fmla="*/ 619826 h 3836087"/>
              <a:gd name="connsiteX21" fmla="*/ 2945232 w 3412990"/>
              <a:gd name="connsiteY21" fmla="*/ 656161 h 3836087"/>
              <a:gd name="connsiteX22" fmla="*/ 3005641 w 3412990"/>
              <a:gd name="connsiteY22" fmla="*/ 689865 h 3836087"/>
              <a:gd name="connsiteX23" fmla="*/ 3060644 w 3412990"/>
              <a:gd name="connsiteY23" fmla="*/ 720939 h 3836087"/>
              <a:gd name="connsiteX24" fmla="*/ 3110475 w 3412990"/>
              <a:gd name="connsiteY24" fmla="*/ 749864 h 3836087"/>
              <a:gd name="connsiteX25" fmla="*/ 3155606 w 3412990"/>
              <a:gd name="connsiteY25" fmla="*/ 777592 h 3836087"/>
              <a:gd name="connsiteX26" fmla="*/ 3196270 w 3412990"/>
              <a:gd name="connsiteY26" fmla="*/ 803647 h 3836087"/>
              <a:gd name="connsiteX27" fmla="*/ 3231998 w 3412990"/>
              <a:gd name="connsiteY27" fmla="*/ 828985 h 3836087"/>
              <a:gd name="connsiteX28" fmla="*/ 3264201 w 3412990"/>
              <a:gd name="connsiteY28" fmla="*/ 854323 h 3836087"/>
              <a:gd name="connsiteX29" fmla="*/ 3292407 w 3412990"/>
              <a:gd name="connsiteY29" fmla="*/ 879183 h 3836087"/>
              <a:gd name="connsiteX30" fmla="*/ 3316618 w 3412990"/>
              <a:gd name="connsiteY30" fmla="*/ 904760 h 3836087"/>
              <a:gd name="connsiteX31" fmla="*/ 3337773 w 3412990"/>
              <a:gd name="connsiteY31" fmla="*/ 931293 h 3836087"/>
              <a:gd name="connsiteX32" fmla="*/ 3355637 w 3412990"/>
              <a:gd name="connsiteY32" fmla="*/ 959022 h 3836087"/>
              <a:gd name="connsiteX33" fmla="*/ 3370445 w 3412990"/>
              <a:gd name="connsiteY33" fmla="*/ 988424 h 3836087"/>
              <a:gd name="connsiteX34" fmla="*/ 3382668 w 3412990"/>
              <a:gd name="connsiteY34" fmla="*/ 1019977 h 3836087"/>
              <a:gd name="connsiteX35" fmla="*/ 3392541 w 3412990"/>
              <a:gd name="connsiteY35" fmla="*/ 1054160 h 3836087"/>
              <a:gd name="connsiteX36" fmla="*/ 3399827 w 3412990"/>
              <a:gd name="connsiteY36" fmla="*/ 1091210 h 3836087"/>
              <a:gd name="connsiteX37" fmla="*/ 3405703 w 3412990"/>
              <a:gd name="connsiteY37" fmla="*/ 1131607 h 3836087"/>
              <a:gd name="connsiteX38" fmla="*/ 3409464 w 3412990"/>
              <a:gd name="connsiteY38" fmla="*/ 1175830 h 3836087"/>
              <a:gd name="connsiteX39" fmla="*/ 3411815 w 3412990"/>
              <a:gd name="connsiteY39" fmla="*/ 1224115 h 3836087"/>
              <a:gd name="connsiteX40" fmla="*/ 3412755 w 3412990"/>
              <a:gd name="connsiteY40" fmla="*/ 1277182 h 3836087"/>
              <a:gd name="connsiteX41" fmla="*/ 3412990 w 3412990"/>
              <a:gd name="connsiteY41" fmla="*/ 1335507 h 3836087"/>
              <a:gd name="connsiteX42" fmla="*/ 3412285 w 3412990"/>
              <a:gd name="connsiteY42" fmla="*/ 1399092 h 3836087"/>
              <a:gd name="connsiteX43" fmla="*/ 3410874 w 3412990"/>
              <a:gd name="connsiteY43" fmla="*/ 1468174 h 3836087"/>
              <a:gd name="connsiteX44" fmla="*/ 3409464 w 3412990"/>
              <a:gd name="connsiteY44" fmla="*/ 1543948 h 3836087"/>
              <a:gd name="connsiteX45" fmla="*/ 3407819 w 3412990"/>
              <a:gd name="connsiteY45" fmla="*/ 1626417 h 3836087"/>
              <a:gd name="connsiteX46" fmla="*/ 3406408 w 3412990"/>
              <a:gd name="connsiteY46" fmla="*/ 1715818 h 3836087"/>
              <a:gd name="connsiteX47" fmla="*/ 3405233 w 3412990"/>
              <a:gd name="connsiteY47" fmla="*/ 1813106 h 3836087"/>
              <a:gd name="connsiteX48" fmla="*/ 3404764 w 3412990"/>
              <a:gd name="connsiteY48" fmla="*/ 1918044 h 3836087"/>
              <a:gd name="connsiteX49" fmla="*/ 3405233 w 3412990"/>
              <a:gd name="connsiteY49" fmla="*/ 2022982 h 3836087"/>
              <a:gd name="connsiteX50" fmla="*/ 3406408 w 3412990"/>
              <a:gd name="connsiteY50" fmla="*/ 2120271 h 3836087"/>
              <a:gd name="connsiteX51" fmla="*/ 3407819 w 3412990"/>
              <a:gd name="connsiteY51" fmla="*/ 2209671 h 3836087"/>
              <a:gd name="connsiteX52" fmla="*/ 3409464 w 3412990"/>
              <a:gd name="connsiteY52" fmla="*/ 2292139 h 3836087"/>
              <a:gd name="connsiteX53" fmla="*/ 3410874 w 3412990"/>
              <a:gd name="connsiteY53" fmla="*/ 2367914 h 3836087"/>
              <a:gd name="connsiteX54" fmla="*/ 3412285 w 3412990"/>
              <a:gd name="connsiteY54" fmla="*/ 2436997 h 3836087"/>
              <a:gd name="connsiteX55" fmla="*/ 3412990 w 3412990"/>
              <a:gd name="connsiteY55" fmla="*/ 2500580 h 3836087"/>
              <a:gd name="connsiteX56" fmla="*/ 3412755 w 3412990"/>
              <a:gd name="connsiteY56" fmla="*/ 2558905 h 3836087"/>
              <a:gd name="connsiteX57" fmla="*/ 3411815 w 3412990"/>
              <a:gd name="connsiteY57" fmla="*/ 2611972 h 3836087"/>
              <a:gd name="connsiteX58" fmla="*/ 3409464 w 3412990"/>
              <a:gd name="connsiteY58" fmla="*/ 2660257 h 3836087"/>
              <a:gd name="connsiteX59" fmla="*/ 3405703 w 3412990"/>
              <a:gd name="connsiteY59" fmla="*/ 2704480 h 3836087"/>
              <a:gd name="connsiteX60" fmla="*/ 3400062 w 3412990"/>
              <a:gd name="connsiteY60" fmla="*/ 2744877 h 3836087"/>
              <a:gd name="connsiteX61" fmla="*/ 3392541 w 3412990"/>
              <a:gd name="connsiteY61" fmla="*/ 2781929 h 3836087"/>
              <a:gd name="connsiteX62" fmla="*/ 3382668 w 3412990"/>
              <a:gd name="connsiteY62" fmla="*/ 2816111 h 3836087"/>
              <a:gd name="connsiteX63" fmla="*/ 3370445 w 3412990"/>
              <a:gd name="connsiteY63" fmla="*/ 2847663 h 3836087"/>
              <a:gd name="connsiteX64" fmla="*/ 3355637 w 3412990"/>
              <a:gd name="connsiteY64" fmla="*/ 2877066 h 3836087"/>
              <a:gd name="connsiteX65" fmla="*/ 3337773 w 3412990"/>
              <a:gd name="connsiteY65" fmla="*/ 2904794 h 3836087"/>
              <a:gd name="connsiteX66" fmla="*/ 3316618 w 3412990"/>
              <a:gd name="connsiteY66" fmla="*/ 2931327 h 3836087"/>
              <a:gd name="connsiteX67" fmla="*/ 3292407 w 3412990"/>
              <a:gd name="connsiteY67" fmla="*/ 2956904 h 3836087"/>
              <a:gd name="connsiteX68" fmla="*/ 3264201 w 3412990"/>
              <a:gd name="connsiteY68" fmla="*/ 2981765 h 3836087"/>
              <a:gd name="connsiteX69" fmla="*/ 3232233 w 3412990"/>
              <a:gd name="connsiteY69" fmla="*/ 3007102 h 3836087"/>
              <a:gd name="connsiteX70" fmla="*/ 3196270 w 3412990"/>
              <a:gd name="connsiteY70" fmla="*/ 3032440 h 3836087"/>
              <a:gd name="connsiteX71" fmla="*/ 3155606 w 3412990"/>
              <a:gd name="connsiteY71" fmla="*/ 3058734 h 3836087"/>
              <a:gd name="connsiteX72" fmla="*/ 3110710 w 3412990"/>
              <a:gd name="connsiteY72" fmla="*/ 3086224 h 3836087"/>
              <a:gd name="connsiteX73" fmla="*/ 3060644 w 3412990"/>
              <a:gd name="connsiteY73" fmla="*/ 3115148 h 3836087"/>
              <a:gd name="connsiteX74" fmla="*/ 3005641 w 3412990"/>
              <a:gd name="connsiteY74" fmla="*/ 3146223 h 3836087"/>
              <a:gd name="connsiteX75" fmla="*/ 2945232 w 3412990"/>
              <a:gd name="connsiteY75" fmla="*/ 3179927 h 3836087"/>
              <a:gd name="connsiteX76" fmla="*/ 2879652 w 3412990"/>
              <a:gd name="connsiteY76" fmla="*/ 3216500 h 3836087"/>
              <a:gd name="connsiteX77" fmla="*/ 2807725 w 3412990"/>
              <a:gd name="connsiteY77" fmla="*/ 3256419 h 3836087"/>
              <a:gd name="connsiteX78" fmla="*/ 2730156 w 3412990"/>
              <a:gd name="connsiteY78" fmla="*/ 3299685 h 3836087"/>
              <a:gd name="connsiteX79" fmla="*/ 2646008 w 3412990"/>
              <a:gd name="connsiteY79" fmla="*/ 3347254 h 3836087"/>
              <a:gd name="connsiteX80" fmla="*/ 2555747 w 3412990"/>
              <a:gd name="connsiteY80" fmla="*/ 3399604 h 3836087"/>
              <a:gd name="connsiteX81" fmla="*/ 2465485 w 3412990"/>
              <a:gd name="connsiteY81" fmla="*/ 3452192 h 3836087"/>
              <a:gd name="connsiteX82" fmla="*/ 2382511 w 3412990"/>
              <a:gd name="connsiteY82" fmla="*/ 3501912 h 3836087"/>
              <a:gd name="connsiteX83" fmla="*/ 2306354 w 3412990"/>
              <a:gd name="connsiteY83" fmla="*/ 3547807 h 3836087"/>
              <a:gd name="connsiteX84" fmla="*/ 2236308 w 3412990"/>
              <a:gd name="connsiteY84" fmla="*/ 3590595 h 3836087"/>
              <a:gd name="connsiteX85" fmla="*/ 2171903 w 3412990"/>
              <a:gd name="connsiteY85" fmla="*/ 3629558 h 3836087"/>
              <a:gd name="connsiteX86" fmla="*/ 2112904 w 3412990"/>
              <a:gd name="connsiteY86" fmla="*/ 3665654 h 3836087"/>
              <a:gd name="connsiteX87" fmla="*/ 2058606 w 3412990"/>
              <a:gd name="connsiteY87" fmla="*/ 3697924 h 3836087"/>
              <a:gd name="connsiteX88" fmla="*/ 2008776 w 3412990"/>
              <a:gd name="connsiteY88" fmla="*/ 3727086 h 3836087"/>
              <a:gd name="connsiteX89" fmla="*/ 1962704 w 3412990"/>
              <a:gd name="connsiteY89" fmla="*/ 3752423 h 3836087"/>
              <a:gd name="connsiteX90" fmla="*/ 1919924 w 3412990"/>
              <a:gd name="connsiteY90" fmla="*/ 3774655 h 3836087"/>
              <a:gd name="connsiteX91" fmla="*/ 1879966 w 3412990"/>
              <a:gd name="connsiteY91" fmla="*/ 3793299 h 3836087"/>
              <a:gd name="connsiteX92" fmla="*/ 1842356 w 3412990"/>
              <a:gd name="connsiteY92" fmla="*/ 3808837 h 3836087"/>
              <a:gd name="connsiteX93" fmla="*/ 1806863 w 3412990"/>
              <a:gd name="connsiteY93" fmla="*/ 3820789 h 3836087"/>
              <a:gd name="connsiteX94" fmla="*/ 1772546 w 3412990"/>
              <a:gd name="connsiteY94" fmla="*/ 3829156 h 3836087"/>
              <a:gd name="connsiteX95" fmla="*/ 1739167 w 3412990"/>
              <a:gd name="connsiteY95" fmla="*/ 3834414 h 3836087"/>
              <a:gd name="connsiteX96" fmla="*/ 1706731 w 3412990"/>
              <a:gd name="connsiteY96" fmla="*/ 3836087 h 3836087"/>
              <a:gd name="connsiteX97" fmla="*/ 1673822 w 3412990"/>
              <a:gd name="connsiteY97" fmla="*/ 3834414 h 3836087"/>
              <a:gd name="connsiteX98" fmla="*/ 1640445 w 3412990"/>
              <a:gd name="connsiteY98" fmla="*/ 3829156 h 3836087"/>
              <a:gd name="connsiteX99" fmla="*/ 1606128 w 3412990"/>
              <a:gd name="connsiteY99" fmla="*/ 3820789 h 3836087"/>
              <a:gd name="connsiteX100" fmla="*/ 1570633 w 3412990"/>
              <a:gd name="connsiteY100" fmla="*/ 3808837 h 3836087"/>
              <a:gd name="connsiteX101" fmla="*/ 1533026 w 3412990"/>
              <a:gd name="connsiteY101" fmla="*/ 3793299 h 3836087"/>
              <a:gd name="connsiteX102" fmla="*/ 1493066 w 3412990"/>
              <a:gd name="connsiteY102" fmla="*/ 3774655 h 3836087"/>
              <a:gd name="connsiteX103" fmla="*/ 1450286 w 3412990"/>
              <a:gd name="connsiteY103" fmla="*/ 3752423 h 3836087"/>
              <a:gd name="connsiteX104" fmla="*/ 1404215 w 3412990"/>
              <a:gd name="connsiteY104" fmla="*/ 3727086 h 3836087"/>
              <a:gd name="connsiteX105" fmla="*/ 1354383 w 3412990"/>
              <a:gd name="connsiteY105" fmla="*/ 3697924 h 3836087"/>
              <a:gd name="connsiteX106" fmla="*/ 1300086 w 3412990"/>
              <a:gd name="connsiteY106" fmla="*/ 3665654 h 3836087"/>
              <a:gd name="connsiteX107" fmla="*/ 1241088 w 3412990"/>
              <a:gd name="connsiteY107" fmla="*/ 3629558 h 3836087"/>
              <a:gd name="connsiteX108" fmla="*/ 1176683 w 3412990"/>
              <a:gd name="connsiteY108" fmla="*/ 3590595 h 3836087"/>
              <a:gd name="connsiteX109" fmla="*/ 1106636 w 3412990"/>
              <a:gd name="connsiteY109" fmla="*/ 3547807 h 3836087"/>
              <a:gd name="connsiteX110" fmla="*/ 1030479 w 3412990"/>
              <a:gd name="connsiteY110" fmla="*/ 3501912 h 3836087"/>
              <a:gd name="connsiteX111" fmla="*/ 947505 w 3412990"/>
              <a:gd name="connsiteY111" fmla="*/ 3452192 h 3836087"/>
              <a:gd name="connsiteX112" fmla="*/ 857244 w 3412990"/>
              <a:gd name="connsiteY112" fmla="*/ 3399604 h 3836087"/>
              <a:gd name="connsiteX113" fmla="*/ 766983 w 3412990"/>
              <a:gd name="connsiteY113" fmla="*/ 3347254 h 3836087"/>
              <a:gd name="connsiteX114" fmla="*/ 682833 w 3412990"/>
              <a:gd name="connsiteY114" fmla="*/ 3299685 h 3836087"/>
              <a:gd name="connsiteX115" fmla="*/ 605266 w 3412990"/>
              <a:gd name="connsiteY115" fmla="*/ 3256180 h 3836087"/>
              <a:gd name="connsiteX116" fmla="*/ 533338 w 3412990"/>
              <a:gd name="connsiteY116" fmla="*/ 3216261 h 3836087"/>
              <a:gd name="connsiteX117" fmla="*/ 467758 w 3412990"/>
              <a:gd name="connsiteY117" fmla="*/ 3179927 h 3836087"/>
              <a:gd name="connsiteX118" fmla="*/ 407350 w 3412990"/>
              <a:gd name="connsiteY118" fmla="*/ 3146223 h 3836087"/>
              <a:gd name="connsiteX119" fmla="*/ 352347 w 3412990"/>
              <a:gd name="connsiteY119" fmla="*/ 3115148 h 3836087"/>
              <a:gd name="connsiteX120" fmla="*/ 302515 w 3412990"/>
              <a:gd name="connsiteY120" fmla="*/ 3086224 h 3836087"/>
              <a:gd name="connsiteX121" fmla="*/ 257384 w 3412990"/>
              <a:gd name="connsiteY121" fmla="*/ 3058496 h 3836087"/>
              <a:gd name="connsiteX122" fmla="*/ 216720 w 3412990"/>
              <a:gd name="connsiteY122" fmla="*/ 3032440 h 3836087"/>
              <a:gd name="connsiteX123" fmla="*/ 180992 w 3412990"/>
              <a:gd name="connsiteY123" fmla="*/ 3007102 h 3836087"/>
              <a:gd name="connsiteX124" fmla="*/ 148789 w 3412990"/>
              <a:gd name="connsiteY124" fmla="*/ 2981765 h 3836087"/>
              <a:gd name="connsiteX125" fmla="*/ 120583 w 3412990"/>
              <a:gd name="connsiteY125" fmla="*/ 2956904 h 3836087"/>
              <a:gd name="connsiteX126" fmla="*/ 96372 w 3412990"/>
              <a:gd name="connsiteY126" fmla="*/ 2931327 h 3836087"/>
              <a:gd name="connsiteX127" fmla="*/ 75218 w 3412990"/>
              <a:gd name="connsiteY127" fmla="*/ 2904794 h 3836087"/>
              <a:gd name="connsiteX128" fmla="*/ 57354 w 3412990"/>
              <a:gd name="connsiteY128" fmla="*/ 2877066 h 3836087"/>
              <a:gd name="connsiteX129" fmla="*/ 42545 w 3412990"/>
              <a:gd name="connsiteY129" fmla="*/ 2847663 h 3836087"/>
              <a:gd name="connsiteX130" fmla="*/ 30322 w 3412990"/>
              <a:gd name="connsiteY130" fmla="*/ 2816111 h 3836087"/>
              <a:gd name="connsiteX131" fmla="*/ 20450 w 3412990"/>
              <a:gd name="connsiteY131" fmla="*/ 2781929 h 3836087"/>
              <a:gd name="connsiteX132" fmla="*/ 13163 w 3412990"/>
              <a:gd name="connsiteY132" fmla="*/ 2744877 h 3836087"/>
              <a:gd name="connsiteX133" fmla="*/ 7287 w 3412990"/>
              <a:gd name="connsiteY133" fmla="*/ 2704480 h 3836087"/>
              <a:gd name="connsiteX134" fmla="*/ 3526 w 3412990"/>
              <a:gd name="connsiteY134" fmla="*/ 2660257 h 3836087"/>
              <a:gd name="connsiteX135" fmla="*/ 1175 w 3412990"/>
              <a:gd name="connsiteY135" fmla="*/ 2611972 h 3836087"/>
              <a:gd name="connsiteX136" fmla="*/ 235 w 3412990"/>
              <a:gd name="connsiteY136" fmla="*/ 2558905 h 3836087"/>
              <a:gd name="connsiteX137" fmla="*/ 0 w 3412990"/>
              <a:gd name="connsiteY137" fmla="*/ 2500580 h 3836087"/>
              <a:gd name="connsiteX138" fmla="*/ 705 w 3412990"/>
              <a:gd name="connsiteY138" fmla="*/ 2436997 h 3836087"/>
              <a:gd name="connsiteX139" fmla="*/ 2116 w 3412990"/>
              <a:gd name="connsiteY139" fmla="*/ 2367914 h 3836087"/>
              <a:gd name="connsiteX140" fmla="*/ 3526 w 3412990"/>
              <a:gd name="connsiteY140" fmla="*/ 2292139 h 3836087"/>
              <a:gd name="connsiteX141" fmla="*/ 5171 w 3412990"/>
              <a:gd name="connsiteY141" fmla="*/ 2209671 h 3836087"/>
              <a:gd name="connsiteX142" fmla="*/ 6582 w 3412990"/>
              <a:gd name="connsiteY142" fmla="*/ 2120271 h 3836087"/>
              <a:gd name="connsiteX143" fmla="*/ 7757 w 3412990"/>
              <a:gd name="connsiteY143" fmla="*/ 2022982 h 3836087"/>
              <a:gd name="connsiteX144" fmla="*/ 8227 w 3412990"/>
              <a:gd name="connsiteY144" fmla="*/ 1918044 h 3836087"/>
              <a:gd name="connsiteX145" fmla="*/ 7757 w 3412990"/>
              <a:gd name="connsiteY145" fmla="*/ 1813106 h 3836087"/>
              <a:gd name="connsiteX146" fmla="*/ 6582 w 3412990"/>
              <a:gd name="connsiteY146" fmla="*/ 1715818 h 3836087"/>
              <a:gd name="connsiteX147" fmla="*/ 5171 w 3412990"/>
              <a:gd name="connsiteY147" fmla="*/ 1626417 h 3836087"/>
              <a:gd name="connsiteX148" fmla="*/ 3526 w 3412990"/>
              <a:gd name="connsiteY148" fmla="*/ 1543948 h 3836087"/>
              <a:gd name="connsiteX149" fmla="*/ 2116 w 3412990"/>
              <a:gd name="connsiteY149" fmla="*/ 1468174 h 3836087"/>
              <a:gd name="connsiteX150" fmla="*/ 705 w 3412990"/>
              <a:gd name="connsiteY150" fmla="*/ 1399092 h 3836087"/>
              <a:gd name="connsiteX151" fmla="*/ 0 w 3412990"/>
              <a:gd name="connsiteY151" fmla="*/ 1335507 h 3836087"/>
              <a:gd name="connsiteX152" fmla="*/ 235 w 3412990"/>
              <a:gd name="connsiteY152" fmla="*/ 1277182 h 3836087"/>
              <a:gd name="connsiteX153" fmla="*/ 1175 w 3412990"/>
              <a:gd name="connsiteY153" fmla="*/ 1224115 h 3836087"/>
              <a:gd name="connsiteX154" fmla="*/ 3526 w 3412990"/>
              <a:gd name="connsiteY154" fmla="*/ 1175830 h 3836087"/>
              <a:gd name="connsiteX155" fmla="*/ 7287 w 3412990"/>
              <a:gd name="connsiteY155" fmla="*/ 1131607 h 3836087"/>
              <a:gd name="connsiteX156" fmla="*/ 12928 w 3412990"/>
              <a:gd name="connsiteY156" fmla="*/ 1091210 h 3836087"/>
              <a:gd name="connsiteX157" fmla="*/ 20450 w 3412990"/>
              <a:gd name="connsiteY157" fmla="*/ 1054160 h 3836087"/>
              <a:gd name="connsiteX158" fmla="*/ 30322 w 3412990"/>
              <a:gd name="connsiteY158" fmla="*/ 1019977 h 3836087"/>
              <a:gd name="connsiteX159" fmla="*/ 42545 w 3412990"/>
              <a:gd name="connsiteY159" fmla="*/ 988424 h 3836087"/>
              <a:gd name="connsiteX160" fmla="*/ 57354 w 3412990"/>
              <a:gd name="connsiteY160" fmla="*/ 959022 h 3836087"/>
              <a:gd name="connsiteX161" fmla="*/ 75218 w 3412990"/>
              <a:gd name="connsiteY161" fmla="*/ 931293 h 3836087"/>
              <a:gd name="connsiteX162" fmla="*/ 96372 w 3412990"/>
              <a:gd name="connsiteY162" fmla="*/ 904760 h 3836087"/>
              <a:gd name="connsiteX163" fmla="*/ 120583 w 3412990"/>
              <a:gd name="connsiteY163" fmla="*/ 879183 h 3836087"/>
              <a:gd name="connsiteX164" fmla="*/ 148789 w 3412990"/>
              <a:gd name="connsiteY164" fmla="*/ 854323 h 3836087"/>
              <a:gd name="connsiteX165" fmla="*/ 180757 w 3412990"/>
              <a:gd name="connsiteY165" fmla="*/ 828985 h 3836087"/>
              <a:gd name="connsiteX166" fmla="*/ 216720 w 3412990"/>
              <a:gd name="connsiteY166" fmla="*/ 803647 h 3836087"/>
              <a:gd name="connsiteX167" fmla="*/ 257384 w 3412990"/>
              <a:gd name="connsiteY167" fmla="*/ 777353 h 3836087"/>
              <a:gd name="connsiteX168" fmla="*/ 302280 w 3412990"/>
              <a:gd name="connsiteY168" fmla="*/ 749864 h 3836087"/>
              <a:gd name="connsiteX169" fmla="*/ 352347 w 3412990"/>
              <a:gd name="connsiteY169" fmla="*/ 720939 h 3836087"/>
              <a:gd name="connsiteX170" fmla="*/ 407350 w 3412990"/>
              <a:gd name="connsiteY170" fmla="*/ 689865 h 3836087"/>
              <a:gd name="connsiteX171" fmla="*/ 467758 w 3412990"/>
              <a:gd name="connsiteY171" fmla="*/ 656161 h 3836087"/>
              <a:gd name="connsiteX172" fmla="*/ 533338 w 3412990"/>
              <a:gd name="connsiteY172" fmla="*/ 619588 h 3836087"/>
              <a:gd name="connsiteX173" fmla="*/ 605266 w 3412990"/>
              <a:gd name="connsiteY173" fmla="*/ 579668 h 3836087"/>
              <a:gd name="connsiteX174" fmla="*/ 682833 w 3412990"/>
              <a:gd name="connsiteY174" fmla="*/ 536402 h 3836087"/>
              <a:gd name="connsiteX175" fmla="*/ 766983 w 3412990"/>
              <a:gd name="connsiteY175" fmla="*/ 488834 h 3836087"/>
              <a:gd name="connsiteX176" fmla="*/ 857244 w 3412990"/>
              <a:gd name="connsiteY176" fmla="*/ 436484 h 3836087"/>
              <a:gd name="connsiteX177" fmla="*/ 947505 w 3412990"/>
              <a:gd name="connsiteY177" fmla="*/ 383896 h 3836087"/>
              <a:gd name="connsiteX178" fmla="*/ 1030479 w 3412990"/>
              <a:gd name="connsiteY178" fmla="*/ 334176 h 3836087"/>
              <a:gd name="connsiteX179" fmla="*/ 1106636 w 3412990"/>
              <a:gd name="connsiteY179" fmla="*/ 288280 h 3836087"/>
              <a:gd name="connsiteX180" fmla="*/ 1176683 w 3412990"/>
              <a:gd name="connsiteY180" fmla="*/ 245493 h 3836087"/>
              <a:gd name="connsiteX181" fmla="*/ 1241088 w 3412990"/>
              <a:gd name="connsiteY181" fmla="*/ 206529 h 3836087"/>
              <a:gd name="connsiteX182" fmla="*/ 1300086 w 3412990"/>
              <a:gd name="connsiteY182" fmla="*/ 170435 h 3836087"/>
              <a:gd name="connsiteX183" fmla="*/ 1354383 w 3412990"/>
              <a:gd name="connsiteY183" fmla="*/ 138165 h 3836087"/>
              <a:gd name="connsiteX184" fmla="*/ 1404215 w 3412990"/>
              <a:gd name="connsiteY184" fmla="*/ 109001 h 3836087"/>
              <a:gd name="connsiteX185" fmla="*/ 1450286 w 3412990"/>
              <a:gd name="connsiteY185" fmla="*/ 83664 h 3836087"/>
              <a:gd name="connsiteX186" fmla="*/ 1493066 w 3412990"/>
              <a:gd name="connsiteY186" fmla="*/ 61433 h 3836087"/>
              <a:gd name="connsiteX187" fmla="*/ 1533026 w 3412990"/>
              <a:gd name="connsiteY187" fmla="*/ 42788 h 3836087"/>
              <a:gd name="connsiteX188" fmla="*/ 1570633 w 3412990"/>
              <a:gd name="connsiteY188" fmla="*/ 27250 h 3836087"/>
              <a:gd name="connsiteX189" fmla="*/ 1606128 w 3412990"/>
              <a:gd name="connsiteY189" fmla="*/ 15299 h 3836087"/>
              <a:gd name="connsiteX190" fmla="*/ 1640445 w 3412990"/>
              <a:gd name="connsiteY190" fmla="*/ 6933 h 3836087"/>
              <a:gd name="connsiteX191" fmla="*/ 1673822 w 3412990"/>
              <a:gd name="connsiteY191" fmla="*/ 1673 h 3836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3412990" h="3836087">
                <a:moveTo>
                  <a:pt x="1706731" y="0"/>
                </a:moveTo>
                <a:lnTo>
                  <a:pt x="1739167" y="1673"/>
                </a:lnTo>
                <a:lnTo>
                  <a:pt x="1772546" y="6933"/>
                </a:lnTo>
                <a:lnTo>
                  <a:pt x="1806863" y="15299"/>
                </a:lnTo>
                <a:lnTo>
                  <a:pt x="1842356" y="27250"/>
                </a:lnTo>
                <a:lnTo>
                  <a:pt x="1879966" y="42788"/>
                </a:lnTo>
                <a:lnTo>
                  <a:pt x="1919924" y="61433"/>
                </a:lnTo>
                <a:lnTo>
                  <a:pt x="1962704" y="83664"/>
                </a:lnTo>
                <a:lnTo>
                  <a:pt x="2008776" y="109001"/>
                </a:lnTo>
                <a:lnTo>
                  <a:pt x="2058606" y="138165"/>
                </a:lnTo>
                <a:lnTo>
                  <a:pt x="2112904" y="170435"/>
                </a:lnTo>
                <a:lnTo>
                  <a:pt x="2171903" y="206529"/>
                </a:lnTo>
                <a:lnTo>
                  <a:pt x="2236308" y="245493"/>
                </a:lnTo>
                <a:lnTo>
                  <a:pt x="2306354" y="288280"/>
                </a:lnTo>
                <a:lnTo>
                  <a:pt x="2382511" y="334176"/>
                </a:lnTo>
                <a:lnTo>
                  <a:pt x="2465485" y="383896"/>
                </a:lnTo>
                <a:lnTo>
                  <a:pt x="2555747" y="436484"/>
                </a:lnTo>
                <a:lnTo>
                  <a:pt x="2646008" y="488834"/>
                </a:lnTo>
                <a:lnTo>
                  <a:pt x="2730156" y="536402"/>
                </a:lnTo>
                <a:lnTo>
                  <a:pt x="2807725" y="579907"/>
                </a:lnTo>
                <a:lnTo>
                  <a:pt x="2879652" y="619826"/>
                </a:lnTo>
                <a:lnTo>
                  <a:pt x="2945232" y="656161"/>
                </a:lnTo>
                <a:lnTo>
                  <a:pt x="3005641" y="689865"/>
                </a:lnTo>
                <a:lnTo>
                  <a:pt x="3060644" y="720939"/>
                </a:lnTo>
                <a:lnTo>
                  <a:pt x="3110475" y="749864"/>
                </a:lnTo>
                <a:lnTo>
                  <a:pt x="3155606" y="777592"/>
                </a:lnTo>
                <a:lnTo>
                  <a:pt x="3196270" y="803647"/>
                </a:lnTo>
                <a:lnTo>
                  <a:pt x="3231998" y="828985"/>
                </a:lnTo>
                <a:lnTo>
                  <a:pt x="3264201" y="854323"/>
                </a:lnTo>
                <a:lnTo>
                  <a:pt x="3292407" y="879183"/>
                </a:lnTo>
                <a:lnTo>
                  <a:pt x="3316618" y="904760"/>
                </a:lnTo>
                <a:lnTo>
                  <a:pt x="3337773" y="931293"/>
                </a:lnTo>
                <a:lnTo>
                  <a:pt x="3355637" y="959022"/>
                </a:lnTo>
                <a:lnTo>
                  <a:pt x="3370445" y="988424"/>
                </a:lnTo>
                <a:lnTo>
                  <a:pt x="3382668" y="1019977"/>
                </a:lnTo>
                <a:lnTo>
                  <a:pt x="3392541" y="1054160"/>
                </a:lnTo>
                <a:lnTo>
                  <a:pt x="3399827" y="1091210"/>
                </a:lnTo>
                <a:lnTo>
                  <a:pt x="3405703" y="1131607"/>
                </a:lnTo>
                <a:lnTo>
                  <a:pt x="3409464" y="1175830"/>
                </a:lnTo>
                <a:lnTo>
                  <a:pt x="3411815" y="1224115"/>
                </a:lnTo>
                <a:lnTo>
                  <a:pt x="3412755" y="1277182"/>
                </a:lnTo>
                <a:lnTo>
                  <a:pt x="3412990" y="1335507"/>
                </a:lnTo>
                <a:lnTo>
                  <a:pt x="3412285" y="1399092"/>
                </a:lnTo>
                <a:lnTo>
                  <a:pt x="3410874" y="1468174"/>
                </a:lnTo>
                <a:lnTo>
                  <a:pt x="3409464" y="1543948"/>
                </a:lnTo>
                <a:lnTo>
                  <a:pt x="3407819" y="1626417"/>
                </a:lnTo>
                <a:lnTo>
                  <a:pt x="3406408" y="1715818"/>
                </a:lnTo>
                <a:lnTo>
                  <a:pt x="3405233" y="1813106"/>
                </a:lnTo>
                <a:lnTo>
                  <a:pt x="3404764" y="1918044"/>
                </a:lnTo>
                <a:lnTo>
                  <a:pt x="3405233" y="2022982"/>
                </a:lnTo>
                <a:lnTo>
                  <a:pt x="3406408" y="2120271"/>
                </a:lnTo>
                <a:lnTo>
                  <a:pt x="3407819" y="2209671"/>
                </a:lnTo>
                <a:lnTo>
                  <a:pt x="3409464" y="2292139"/>
                </a:lnTo>
                <a:lnTo>
                  <a:pt x="3410874" y="2367914"/>
                </a:lnTo>
                <a:lnTo>
                  <a:pt x="3412285" y="2436997"/>
                </a:lnTo>
                <a:lnTo>
                  <a:pt x="3412990" y="2500580"/>
                </a:lnTo>
                <a:lnTo>
                  <a:pt x="3412755" y="2558905"/>
                </a:lnTo>
                <a:lnTo>
                  <a:pt x="3411815" y="2611972"/>
                </a:lnTo>
                <a:lnTo>
                  <a:pt x="3409464" y="2660257"/>
                </a:lnTo>
                <a:lnTo>
                  <a:pt x="3405703" y="2704480"/>
                </a:lnTo>
                <a:lnTo>
                  <a:pt x="3400062" y="2744877"/>
                </a:lnTo>
                <a:lnTo>
                  <a:pt x="3392541" y="2781929"/>
                </a:lnTo>
                <a:lnTo>
                  <a:pt x="3382668" y="2816111"/>
                </a:lnTo>
                <a:lnTo>
                  <a:pt x="3370445" y="2847663"/>
                </a:lnTo>
                <a:lnTo>
                  <a:pt x="3355637" y="2877066"/>
                </a:lnTo>
                <a:lnTo>
                  <a:pt x="3337773" y="2904794"/>
                </a:lnTo>
                <a:lnTo>
                  <a:pt x="3316618" y="2931327"/>
                </a:lnTo>
                <a:lnTo>
                  <a:pt x="3292407" y="2956904"/>
                </a:lnTo>
                <a:lnTo>
                  <a:pt x="3264201" y="2981765"/>
                </a:lnTo>
                <a:lnTo>
                  <a:pt x="3232233" y="3007102"/>
                </a:lnTo>
                <a:lnTo>
                  <a:pt x="3196270" y="3032440"/>
                </a:lnTo>
                <a:lnTo>
                  <a:pt x="3155606" y="3058734"/>
                </a:lnTo>
                <a:lnTo>
                  <a:pt x="3110710" y="3086224"/>
                </a:lnTo>
                <a:lnTo>
                  <a:pt x="3060644" y="3115148"/>
                </a:lnTo>
                <a:lnTo>
                  <a:pt x="3005641" y="3146223"/>
                </a:lnTo>
                <a:lnTo>
                  <a:pt x="2945232" y="3179927"/>
                </a:lnTo>
                <a:lnTo>
                  <a:pt x="2879652" y="3216500"/>
                </a:lnTo>
                <a:lnTo>
                  <a:pt x="2807725" y="3256419"/>
                </a:lnTo>
                <a:lnTo>
                  <a:pt x="2730156" y="3299685"/>
                </a:lnTo>
                <a:lnTo>
                  <a:pt x="2646008" y="3347254"/>
                </a:lnTo>
                <a:lnTo>
                  <a:pt x="2555747" y="3399604"/>
                </a:lnTo>
                <a:lnTo>
                  <a:pt x="2465485" y="3452192"/>
                </a:lnTo>
                <a:lnTo>
                  <a:pt x="2382511" y="3501912"/>
                </a:lnTo>
                <a:lnTo>
                  <a:pt x="2306354" y="3547807"/>
                </a:lnTo>
                <a:lnTo>
                  <a:pt x="2236308" y="3590595"/>
                </a:lnTo>
                <a:lnTo>
                  <a:pt x="2171903" y="3629558"/>
                </a:lnTo>
                <a:lnTo>
                  <a:pt x="2112904" y="3665654"/>
                </a:lnTo>
                <a:lnTo>
                  <a:pt x="2058606" y="3697924"/>
                </a:lnTo>
                <a:lnTo>
                  <a:pt x="2008776" y="3727086"/>
                </a:lnTo>
                <a:lnTo>
                  <a:pt x="1962704" y="3752423"/>
                </a:lnTo>
                <a:lnTo>
                  <a:pt x="1919924" y="3774655"/>
                </a:lnTo>
                <a:lnTo>
                  <a:pt x="1879966" y="3793299"/>
                </a:lnTo>
                <a:lnTo>
                  <a:pt x="1842356" y="3808837"/>
                </a:lnTo>
                <a:lnTo>
                  <a:pt x="1806863" y="3820789"/>
                </a:lnTo>
                <a:lnTo>
                  <a:pt x="1772546" y="3829156"/>
                </a:lnTo>
                <a:lnTo>
                  <a:pt x="1739167" y="3834414"/>
                </a:lnTo>
                <a:lnTo>
                  <a:pt x="1706731" y="3836087"/>
                </a:lnTo>
                <a:lnTo>
                  <a:pt x="1673822" y="3834414"/>
                </a:lnTo>
                <a:lnTo>
                  <a:pt x="1640445" y="3829156"/>
                </a:lnTo>
                <a:lnTo>
                  <a:pt x="1606128" y="3820789"/>
                </a:lnTo>
                <a:lnTo>
                  <a:pt x="1570633" y="3808837"/>
                </a:lnTo>
                <a:lnTo>
                  <a:pt x="1533026" y="3793299"/>
                </a:lnTo>
                <a:lnTo>
                  <a:pt x="1493066" y="3774655"/>
                </a:lnTo>
                <a:lnTo>
                  <a:pt x="1450286" y="3752423"/>
                </a:lnTo>
                <a:lnTo>
                  <a:pt x="1404215" y="3727086"/>
                </a:lnTo>
                <a:lnTo>
                  <a:pt x="1354383" y="3697924"/>
                </a:lnTo>
                <a:lnTo>
                  <a:pt x="1300086" y="3665654"/>
                </a:lnTo>
                <a:lnTo>
                  <a:pt x="1241088" y="3629558"/>
                </a:lnTo>
                <a:lnTo>
                  <a:pt x="1176683" y="3590595"/>
                </a:lnTo>
                <a:lnTo>
                  <a:pt x="1106636" y="3547807"/>
                </a:lnTo>
                <a:lnTo>
                  <a:pt x="1030479" y="3501912"/>
                </a:lnTo>
                <a:lnTo>
                  <a:pt x="947505" y="3452192"/>
                </a:lnTo>
                <a:lnTo>
                  <a:pt x="857244" y="3399604"/>
                </a:lnTo>
                <a:lnTo>
                  <a:pt x="766983" y="3347254"/>
                </a:lnTo>
                <a:lnTo>
                  <a:pt x="682833" y="3299685"/>
                </a:lnTo>
                <a:lnTo>
                  <a:pt x="605266" y="3256180"/>
                </a:lnTo>
                <a:lnTo>
                  <a:pt x="533338" y="3216261"/>
                </a:lnTo>
                <a:lnTo>
                  <a:pt x="467758" y="3179927"/>
                </a:lnTo>
                <a:lnTo>
                  <a:pt x="407350" y="3146223"/>
                </a:lnTo>
                <a:lnTo>
                  <a:pt x="352347" y="3115148"/>
                </a:lnTo>
                <a:lnTo>
                  <a:pt x="302515" y="3086224"/>
                </a:lnTo>
                <a:lnTo>
                  <a:pt x="257384" y="3058496"/>
                </a:lnTo>
                <a:lnTo>
                  <a:pt x="216720" y="3032440"/>
                </a:lnTo>
                <a:lnTo>
                  <a:pt x="180992" y="3007102"/>
                </a:lnTo>
                <a:lnTo>
                  <a:pt x="148789" y="2981765"/>
                </a:lnTo>
                <a:lnTo>
                  <a:pt x="120583" y="2956904"/>
                </a:lnTo>
                <a:lnTo>
                  <a:pt x="96372" y="2931327"/>
                </a:lnTo>
                <a:lnTo>
                  <a:pt x="75218" y="2904794"/>
                </a:lnTo>
                <a:lnTo>
                  <a:pt x="57354" y="2877066"/>
                </a:lnTo>
                <a:lnTo>
                  <a:pt x="42545" y="2847663"/>
                </a:lnTo>
                <a:lnTo>
                  <a:pt x="30322" y="2816111"/>
                </a:lnTo>
                <a:lnTo>
                  <a:pt x="20450" y="2781929"/>
                </a:lnTo>
                <a:lnTo>
                  <a:pt x="13163" y="2744877"/>
                </a:lnTo>
                <a:lnTo>
                  <a:pt x="7287" y="2704480"/>
                </a:lnTo>
                <a:lnTo>
                  <a:pt x="3526" y="2660257"/>
                </a:lnTo>
                <a:lnTo>
                  <a:pt x="1175" y="2611972"/>
                </a:lnTo>
                <a:lnTo>
                  <a:pt x="235" y="2558905"/>
                </a:lnTo>
                <a:lnTo>
                  <a:pt x="0" y="2500580"/>
                </a:lnTo>
                <a:lnTo>
                  <a:pt x="705" y="2436997"/>
                </a:lnTo>
                <a:lnTo>
                  <a:pt x="2116" y="2367914"/>
                </a:lnTo>
                <a:lnTo>
                  <a:pt x="3526" y="2292139"/>
                </a:lnTo>
                <a:lnTo>
                  <a:pt x="5171" y="2209671"/>
                </a:lnTo>
                <a:lnTo>
                  <a:pt x="6582" y="2120271"/>
                </a:lnTo>
                <a:lnTo>
                  <a:pt x="7757" y="2022982"/>
                </a:lnTo>
                <a:lnTo>
                  <a:pt x="8227" y="1918044"/>
                </a:lnTo>
                <a:lnTo>
                  <a:pt x="7757" y="1813106"/>
                </a:lnTo>
                <a:lnTo>
                  <a:pt x="6582" y="1715818"/>
                </a:lnTo>
                <a:lnTo>
                  <a:pt x="5171" y="1626417"/>
                </a:lnTo>
                <a:lnTo>
                  <a:pt x="3526" y="1543948"/>
                </a:lnTo>
                <a:lnTo>
                  <a:pt x="2116" y="1468174"/>
                </a:lnTo>
                <a:lnTo>
                  <a:pt x="705" y="1399092"/>
                </a:lnTo>
                <a:lnTo>
                  <a:pt x="0" y="1335507"/>
                </a:lnTo>
                <a:lnTo>
                  <a:pt x="235" y="1277182"/>
                </a:lnTo>
                <a:lnTo>
                  <a:pt x="1175" y="1224115"/>
                </a:lnTo>
                <a:lnTo>
                  <a:pt x="3526" y="1175830"/>
                </a:lnTo>
                <a:lnTo>
                  <a:pt x="7287" y="1131607"/>
                </a:lnTo>
                <a:lnTo>
                  <a:pt x="12928" y="1091210"/>
                </a:lnTo>
                <a:lnTo>
                  <a:pt x="20450" y="1054160"/>
                </a:lnTo>
                <a:lnTo>
                  <a:pt x="30322" y="1019977"/>
                </a:lnTo>
                <a:lnTo>
                  <a:pt x="42545" y="988424"/>
                </a:lnTo>
                <a:lnTo>
                  <a:pt x="57354" y="959022"/>
                </a:lnTo>
                <a:lnTo>
                  <a:pt x="75218" y="931293"/>
                </a:lnTo>
                <a:lnTo>
                  <a:pt x="96372" y="904760"/>
                </a:lnTo>
                <a:lnTo>
                  <a:pt x="120583" y="879183"/>
                </a:lnTo>
                <a:lnTo>
                  <a:pt x="148789" y="854323"/>
                </a:lnTo>
                <a:lnTo>
                  <a:pt x="180757" y="828985"/>
                </a:lnTo>
                <a:lnTo>
                  <a:pt x="216720" y="803647"/>
                </a:lnTo>
                <a:lnTo>
                  <a:pt x="257384" y="777353"/>
                </a:lnTo>
                <a:lnTo>
                  <a:pt x="302280" y="749864"/>
                </a:lnTo>
                <a:lnTo>
                  <a:pt x="352347" y="720939"/>
                </a:lnTo>
                <a:lnTo>
                  <a:pt x="407350" y="689865"/>
                </a:lnTo>
                <a:lnTo>
                  <a:pt x="467758" y="656161"/>
                </a:lnTo>
                <a:lnTo>
                  <a:pt x="533338" y="619588"/>
                </a:lnTo>
                <a:lnTo>
                  <a:pt x="605266" y="579668"/>
                </a:lnTo>
                <a:lnTo>
                  <a:pt x="682833" y="536402"/>
                </a:lnTo>
                <a:lnTo>
                  <a:pt x="766983" y="488834"/>
                </a:lnTo>
                <a:lnTo>
                  <a:pt x="857244" y="436484"/>
                </a:lnTo>
                <a:lnTo>
                  <a:pt x="947505" y="383896"/>
                </a:lnTo>
                <a:lnTo>
                  <a:pt x="1030479" y="334176"/>
                </a:lnTo>
                <a:lnTo>
                  <a:pt x="1106636" y="288280"/>
                </a:lnTo>
                <a:lnTo>
                  <a:pt x="1176683" y="245493"/>
                </a:lnTo>
                <a:lnTo>
                  <a:pt x="1241088" y="206529"/>
                </a:lnTo>
                <a:lnTo>
                  <a:pt x="1300086" y="170435"/>
                </a:lnTo>
                <a:lnTo>
                  <a:pt x="1354383" y="138165"/>
                </a:lnTo>
                <a:lnTo>
                  <a:pt x="1404215" y="109001"/>
                </a:lnTo>
                <a:lnTo>
                  <a:pt x="1450286" y="83664"/>
                </a:lnTo>
                <a:lnTo>
                  <a:pt x="1493066" y="61433"/>
                </a:lnTo>
                <a:lnTo>
                  <a:pt x="1533026" y="42788"/>
                </a:lnTo>
                <a:lnTo>
                  <a:pt x="1570633" y="27250"/>
                </a:lnTo>
                <a:lnTo>
                  <a:pt x="1606128" y="15299"/>
                </a:lnTo>
                <a:lnTo>
                  <a:pt x="1640445" y="6933"/>
                </a:lnTo>
                <a:lnTo>
                  <a:pt x="1673822" y="1673"/>
                </a:lnTo>
                <a:close/>
              </a:path>
            </a:pathLst>
          </a:custGeom>
        </p:spPr>
      </p:pic>
      <p:sp>
        <p:nvSpPr>
          <p:cNvPr id="7" name="Rectangle 6">
            <a:extLst>
              <a:ext uri="{FF2B5EF4-FFF2-40B4-BE49-F238E27FC236}">
                <a16:creationId xmlns:a16="http://schemas.microsoft.com/office/drawing/2014/main" id="{20836FD3-8822-B246-D730-38C4B400D254}"/>
              </a:ext>
            </a:extLst>
          </p:cNvPr>
          <p:cNvSpPr/>
          <p:nvPr/>
        </p:nvSpPr>
        <p:spPr>
          <a:xfrm>
            <a:off x="13839180" y="8817814"/>
            <a:ext cx="4838426" cy="1380827"/>
          </a:xfrm>
          <a:prstGeom prst="rect">
            <a:avLst/>
          </a:prstGeom>
        </p:spPr>
        <p:txBody>
          <a:bodyPr wrap="square">
            <a:spAutoFit/>
          </a:bodyPr>
          <a:lstStyle/>
          <a:p>
            <a:pPr marL="342900" indent="-342900">
              <a:lnSpc>
                <a:spcPct val="120000"/>
              </a:lnSpc>
              <a:buFont typeface="Arial" panose="020B0604020202020204" pitchFamily="34" charset="0"/>
              <a:buChar char="•"/>
            </a:pPr>
            <a:r>
              <a:rPr lang="en-US" sz="2400">
                <a:solidFill>
                  <a:schemeClr val="tx1">
                    <a:lumMod val="65000"/>
                    <a:lumOff val="35000"/>
                  </a:schemeClr>
                </a:solidFill>
                <a:latin typeface="Segoe UI" panose="020B0502040204020203" pitchFamily="34" charset="0"/>
                <a:cs typeface="Segoe UI" panose="020B0502040204020203" pitchFamily="34" charset="0"/>
              </a:rPr>
              <a:t>Provide gait analysis to caregivers to better understand impairment</a:t>
            </a:r>
          </a:p>
        </p:txBody>
      </p:sp>
      <p:sp>
        <p:nvSpPr>
          <p:cNvPr id="8" name="Rectangle 7">
            <a:extLst>
              <a:ext uri="{FF2B5EF4-FFF2-40B4-BE49-F238E27FC236}">
                <a16:creationId xmlns:a16="http://schemas.microsoft.com/office/drawing/2014/main" id="{DAD0F635-397A-3AD9-FFAC-8C681D1E68B9}"/>
              </a:ext>
            </a:extLst>
          </p:cNvPr>
          <p:cNvSpPr/>
          <p:nvPr/>
        </p:nvSpPr>
        <p:spPr>
          <a:xfrm>
            <a:off x="8114447" y="8675880"/>
            <a:ext cx="4687432" cy="1380827"/>
          </a:xfrm>
          <a:prstGeom prst="rect">
            <a:avLst/>
          </a:prstGeom>
        </p:spPr>
        <p:txBody>
          <a:bodyPr wrap="square">
            <a:spAutoFit/>
          </a:bodyPr>
          <a:lstStyle/>
          <a:p>
            <a:pPr marL="342900" indent="-342900">
              <a:lnSpc>
                <a:spcPct val="120000"/>
              </a:lnSpc>
              <a:buFont typeface="Arial" panose="020B0604020202020204" pitchFamily="34" charset="0"/>
              <a:buChar char="•"/>
            </a:pPr>
            <a:r>
              <a:rPr lang="en-US" sz="2400">
                <a:solidFill>
                  <a:schemeClr val="tx1">
                    <a:lumMod val="65000"/>
                    <a:lumOff val="35000"/>
                  </a:schemeClr>
                </a:solidFill>
                <a:latin typeface="Segoe UI" panose="020B0502040204020203" pitchFamily="34" charset="0"/>
                <a:cs typeface="Segoe UI" panose="020B0502040204020203" pitchFamily="34" charset="0"/>
              </a:rPr>
              <a:t>Increased risk of impairment due to ageing related conditions (e.g. stroke)</a:t>
            </a:r>
          </a:p>
        </p:txBody>
      </p:sp>
      <p:pic>
        <p:nvPicPr>
          <p:cNvPr id="9" name="Picture 2">
            <a:extLst>
              <a:ext uri="{FF2B5EF4-FFF2-40B4-BE49-F238E27FC236}">
                <a16:creationId xmlns:a16="http://schemas.microsoft.com/office/drawing/2014/main" id="{17923AFE-42FA-2711-B51B-166DBF9650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20373" r="20373"/>
          <a:stretch/>
        </p:blipFill>
        <p:spPr>
          <a:xfrm>
            <a:off x="2913378" y="3462912"/>
            <a:ext cx="3412990" cy="3836087"/>
          </a:xfrm>
          <a:custGeom>
            <a:avLst/>
            <a:gdLst>
              <a:gd name="connsiteX0" fmla="*/ 1706731 w 3412990"/>
              <a:gd name="connsiteY0" fmla="*/ 0 h 3836087"/>
              <a:gd name="connsiteX1" fmla="*/ 1739167 w 3412990"/>
              <a:gd name="connsiteY1" fmla="*/ 1673 h 3836087"/>
              <a:gd name="connsiteX2" fmla="*/ 1772546 w 3412990"/>
              <a:gd name="connsiteY2" fmla="*/ 6933 h 3836087"/>
              <a:gd name="connsiteX3" fmla="*/ 1806863 w 3412990"/>
              <a:gd name="connsiteY3" fmla="*/ 15299 h 3836087"/>
              <a:gd name="connsiteX4" fmla="*/ 1842356 w 3412990"/>
              <a:gd name="connsiteY4" fmla="*/ 27250 h 3836087"/>
              <a:gd name="connsiteX5" fmla="*/ 1879966 w 3412990"/>
              <a:gd name="connsiteY5" fmla="*/ 42788 h 3836087"/>
              <a:gd name="connsiteX6" fmla="*/ 1919924 w 3412990"/>
              <a:gd name="connsiteY6" fmla="*/ 61433 h 3836087"/>
              <a:gd name="connsiteX7" fmla="*/ 1962704 w 3412990"/>
              <a:gd name="connsiteY7" fmla="*/ 83664 h 3836087"/>
              <a:gd name="connsiteX8" fmla="*/ 2008776 w 3412990"/>
              <a:gd name="connsiteY8" fmla="*/ 109001 h 3836087"/>
              <a:gd name="connsiteX9" fmla="*/ 2058606 w 3412990"/>
              <a:gd name="connsiteY9" fmla="*/ 138165 h 3836087"/>
              <a:gd name="connsiteX10" fmla="*/ 2112904 w 3412990"/>
              <a:gd name="connsiteY10" fmla="*/ 170435 h 3836087"/>
              <a:gd name="connsiteX11" fmla="*/ 2171903 w 3412990"/>
              <a:gd name="connsiteY11" fmla="*/ 206529 h 3836087"/>
              <a:gd name="connsiteX12" fmla="*/ 2236308 w 3412990"/>
              <a:gd name="connsiteY12" fmla="*/ 245493 h 3836087"/>
              <a:gd name="connsiteX13" fmla="*/ 2306354 w 3412990"/>
              <a:gd name="connsiteY13" fmla="*/ 288280 h 3836087"/>
              <a:gd name="connsiteX14" fmla="*/ 2382511 w 3412990"/>
              <a:gd name="connsiteY14" fmla="*/ 334176 h 3836087"/>
              <a:gd name="connsiteX15" fmla="*/ 2465485 w 3412990"/>
              <a:gd name="connsiteY15" fmla="*/ 383896 h 3836087"/>
              <a:gd name="connsiteX16" fmla="*/ 2555747 w 3412990"/>
              <a:gd name="connsiteY16" fmla="*/ 436484 h 3836087"/>
              <a:gd name="connsiteX17" fmla="*/ 2646008 w 3412990"/>
              <a:gd name="connsiteY17" fmla="*/ 488834 h 3836087"/>
              <a:gd name="connsiteX18" fmla="*/ 2730156 w 3412990"/>
              <a:gd name="connsiteY18" fmla="*/ 536402 h 3836087"/>
              <a:gd name="connsiteX19" fmla="*/ 2807725 w 3412990"/>
              <a:gd name="connsiteY19" fmla="*/ 579907 h 3836087"/>
              <a:gd name="connsiteX20" fmla="*/ 2879652 w 3412990"/>
              <a:gd name="connsiteY20" fmla="*/ 619826 h 3836087"/>
              <a:gd name="connsiteX21" fmla="*/ 2945232 w 3412990"/>
              <a:gd name="connsiteY21" fmla="*/ 656161 h 3836087"/>
              <a:gd name="connsiteX22" fmla="*/ 3005641 w 3412990"/>
              <a:gd name="connsiteY22" fmla="*/ 689865 h 3836087"/>
              <a:gd name="connsiteX23" fmla="*/ 3060644 w 3412990"/>
              <a:gd name="connsiteY23" fmla="*/ 720939 h 3836087"/>
              <a:gd name="connsiteX24" fmla="*/ 3110475 w 3412990"/>
              <a:gd name="connsiteY24" fmla="*/ 749864 h 3836087"/>
              <a:gd name="connsiteX25" fmla="*/ 3155606 w 3412990"/>
              <a:gd name="connsiteY25" fmla="*/ 777592 h 3836087"/>
              <a:gd name="connsiteX26" fmla="*/ 3196270 w 3412990"/>
              <a:gd name="connsiteY26" fmla="*/ 803647 h 3836087"/>
              <a:gd name="connsiteX27" fmla="*/ 3231998 w 3412990"/>
              <a:gd name="connsiteY27" fmla="*/ 828985 h 3836087"/>
              <a:gd name="connsiteX28" fmla="*/ 3264201 w 3412990"/>
              <a:gd name="connsiteY28" fmla="*/ 854323 h 3836087"/>
              <a:gd name="connsiteX29" fmla="*/ 3292407 w 3412990"/>
              <a:gd name="connsiteY29" fmla="*/ 879183 h 3836087"/>
              <a:gd name="connsiteX30" fmla="*/ 3316618 w 3412990"/>
              <a:gd name="connsiteY30" fmla="*/ 904760 h 3836087"/>
              <a:gd name="connsiteX31" fmla="*/ 3337773 w 3412990"/>
              <a:gd name="connsiteY31" fmla="*/ 931293 h 3836087"/>
              <a:gd name="connsiteX32" fmla="*/ 3355637 w 3412990"/>
              <a:gd name="connsiteY32" fmla="*/ 959022 h 3836087"/>
              <a:gd name="connsiteX33" fmla="*/ 3370445 w 3412990"/>
              <a:gd name="connsiteY33" fmla="*/ 988424 h 3836087"/>
              <a:gd name="connsiteX34" fmla="*/ 3382668 w 3412990"/>
              <a:gd name="connsiteY34" fmla="*/ 1019977 h 3836087"/>
              <a:gd name="connsiteX35" fmla="*/ 3392541 w 3412990"/>
              <a:gd name="connsiteY35" fmla="*/ 1054160 h 3836087"/>
              <a:gd name="connsiteX36" fmla="*/ 3399827 w 3412990"/>
              <a:gd name="connsiteY36" fmla="*/ 1091210 h 3836087"/>
              <a:gd name="connsiteX37" fmla="*/ 3405703 w 3412990"/>
              <a:gd name="connsiteY37" fmla="*/ 1131607 h 3836087"/>
              <a:gd name="connsiteX38" fmla="*/ 3409464 w 3412990"/>
              <a:gd name="connsiteY38" fmla="*/ 1175830 h 3836087"/>
              <a:gd name="connsiteX39" fmla="*/ 3411815 w 3412990"/>
              <a:gd name="connsiteY39" fmla="*/ 1224115 h 3836087"/>
              <a:gd name="connsiteX40" fmla="*/ 3412755 w 3412990"/>
              <a:gd name="connsiteY40" fmla="*/ 1277182 h 3836087"/>
              <a:gd name="connsiteX41" fmla="*/ 3412990 w 3412990"/>
              <a:gd name="connsiteY41" fmla="*/ 1335507 h 3836087"/>
              <a:gd name="connsiteX42" fmla="*/ 3412285 w 3412990"/>
              <a:gd name="connsiteY42" fmla="*/ 1399092 h 3836087"/>
              <a:gd name="connsiteX43" fmla="*/ 3410874 w 3412990"/>
              <a:gd name="connsiteY43" fmla="*/ 1468174 h 3836087"/>
              <a:gd name="connsiteX44" fmla="*/ 3409464 w 3412990"/>
              <a:gd name="connsiteY44" fmla="*/ 1543948 h 3836087"/>
              <a:gd name="connsiteX45" fmla="*/ 3407819 w 3412990"/>
              <a:gd name="connsiteY45" fmla="*/ 1626417 h 3836087"/>
              <a:gd name="connsiteX46" fmla="*/ 3406408 w 3412990"/>
              <a:gd name="connsiteY46" fmla="*/ 1715818 h 3836087"/>
              <a:gd name="connsiteX47" fmla="*/ 3405233 w 3412990"/>
              <a:gd name="connsiteY47" fmla="*/ 1813106 h 3836087"/>
              <a:gd name="connsiteX48" fmla="*/ 3404764 w 3412990"/>
              <a:gd name="connsiteY48" fmla="*/ 1918044 h 3836087"/>
              <a:gd name="connsiteX49" fmla="*/ 3405233 w 3412990"/>
              <a:gd name="connsiteY49" fmla="*/ 2022982 h 3836087"/>
              <a:gd name="connsiteX50" fmla="*/ 3406408 w 3412990"/>
              <a:gd name="connsiteY50" fmla="*/ 2120271 h 3836087"/>
              <a:gd name="connsiteX51" fmla="*/ 3407819 w 3412990"/>
              <a:gd name="connsiteY51" fmla="*/ 2209671 h 3836087"/>
              <a:gd name="connsiteX52" fmla="*/ 3409464 w 3412990"/>
              <a:gd name="connsiteY52" fmla="*/ 2292139 h 3836087"/>
              <a:gd name="connsiteX53" fmla="*/ 3410874 w 3412990"/>
              <a:gd name="connsiteY53" fmla="*/ 2367914 h 3836087"/>
              <a:gd name="connsiteX54" fmla="*/ 3412285 w 3412990"/>
              <a:gd name="connsiteY54" fmla="*/ 2436997 h 3836087"/>
              <a:gd name="connsiteX55" fmla="*/ 3412990 w 3412990"/>
              <a:gd name="connsiteY55" fmla="*/ 2500580 h 3836087"/>
              <a:gd name="connsiteX56" fmla="*/ 3412755 w 3412990"/>
              <a:gd name="connsiteY56" fmla="*/ 2558905 h 3836087"/>
              <a:gd name="connsiteX57" fmla="*/ 3411815 w 3412990"/>
              <a:gd name="connsiteY57" fmla="*/ 2611972 h 3836087"/>
              <a:gd name="connsiteX58" fmla="*/ 3409464 w 3412990"/>
              <a:gd name="connsiteY58" fmla="*/ 2660257 h 3836087"/>
              <a:gd name="connsiteX59" fmla="*/ 3405703 w 3412990"/>
              <a:gd name="connsiteY59" fmla="*/ 2704480 h 3836087"/>
              <a:gd name="connsiteX60" fmla="*/ 3400062 w 3412990"/>
              <a:gd name="connsiteY60" fmla="*/ 2744877 h 3836087"/>
              <a:gd name="connsiteX61" fmla="*/ 3392541 w 3412990"/>
              <a:gd name="connsiteY61" fmla="*/ 2781929 h 3836087"/>
              <a:gd name="connsiteX62" fmla="*/ 3382668 w 3412990"/>
              <a:gd name="connsiteY62" fmla="*/ 2816111 h 3836087"/>
              <a:gd name="connsiteX63" fmla="*/ 3370445 w 3412990"/>
              <a:gd name="connsiteY63" fmla="*/ 2847663 h 3836087"/>
              <a:gd name="connsiteX64" fmla="*/ 3355637 w 3412990"/>
              <a:gd name="connsiteY64" fmla="*/ 2877066 h 3836087"/>
              <a:gd name="connsiteX65" fmla="*/ 3337773 w 3412990"/>
              <a:gd name="connsiteY65" fmla="*/ 2904794 h 3836087"/>
              <a:gd name="connsiteX66" fmla="*/ 3316618 w 3412990"/>
              <a:gd name="connsiteY66" fmla="*/ 2931327 h 3836087"/>
              <a:gd name="connsiteX67" fmla="*/ 3292407 w 3412990"/>
              <a:gd name="connsiteY67" fmla="*/ 2956904 h 3836087"/>
              <a:gd name="connsiteX68" fmla="*/ 3264201 w 3412990"/>
              <a:gd name="connsiteY68" fmla="*/ 2981765 h 3836087"/>
              <a:gd name="connsiteX69" fmla="*/ 3232233 w 3412990"/>
              <a:gd name="connsiteY69" fmla="*/ 3007102 h 3836087"/>
              <a:gd name="connsiteX70" fmla="*/ 3196270 w 3412990"/>
              <a:gd name="connsiteY70" fmla="*/ 3032440 h 3836087"/>
              <a:gd name="connsiteX71" fmla="*/ 3155606 w 3412990"/>
              <a:gd name="connsiteY71" fmla="*/ 3058734 h 3836087"/>
              <a:gd name="connsiteX72" fmla="*/ 3110710 w 3412990"/>
              <a:gd name="connsiteY72" fmla="*/ 3086224 h 3836087"/>
              <a:gd name="connsiteX73" fmla="*/ 3060644 w 3412990"/>
              <a:gd name="connsiteY73" fmla="*/ 3115148 h 3836087"/>
              <a:gd name="connsiteX74" fmla="*/ 3005641 w 3412990"/>
              <a:gd name="connsiteY74" fmla="*/ 3146223 h 3836087"/>
              <a:gd name="connsiteX75" fmla="*/ 2945232 w 3412990"/>
              <a:gd name="connsiteY75" fmla="*/ 3179927 h 3836087"/>
              <a:gd name="connsiteX76" fmla="*/ 2879652 w 3412990"/>
              <a:gd name="connsiteY76" fmla="*/ 3216500 h 3836087"/>
              <a:gd name="connsiteX77" fmla="*/ 2807725 w 3412990"/>
              <a:gd name="connsiteY77" fmla="*/ 3256419 h 3836087"/>
              <a:gd name="connsiteX78" fmla="*/ 2730156 w 3412990"/>
              <a:gd name="connsiteY78" fmla="*/ 3299685 h 3836087"/>
              <a:gd name="connsiteX79" fmla="*/ 2646008 w 3412990"/>
              <a:gd name="connsiteY79" fmla="*/ 3347254 h 3836087"/>
              <a:gd name="connsiteX80" fmla="*/ 2555747 w 3412990"/>
              <a:gd name="connsiteY80" fmla="*/ 3399604 h 3836087"/>
              <a:gd name="connsiteX81" fmla="*/ 2465485 w 3412990"/>
              <a:gd name="connsiteY81" fmla="*/ 3452192 h 3836087"/>
              <a:gd name="connsiteX82" fmla="*/ 2382511 w 3412990"/>
              <a:gd name="connsiteY82" fmla="*/ 3501912 h 3836087"/>
              <a:gd name="connsiteX83" fmla="*/ 2306354 w 3412990"/>
              <a:gd name="connsiteY83" fmla="*/ 3547807 h 3836087"/>
              <a:gd name="connsiteX84" fmla="*/ 2236308 w 3412990"/>
              <a:gd name="connsiteY84" fmla="*/ 3590595 h 3836087"/>
              <a:gd name="connsiteX85" fmla="*/ 2171903 w 3412990"/>
              <a:gd name="connsiteY85" fmla="*/ 3629558 h 3836087"/>
              <a:gd name="connsiteX86" fmla="*/ 2112904 w 3412990"/>
              <a:gd name="connsiteY86" fmla="*/ 3665654 h 3836087"/>
              <a:gd name="connsiteX87" fmla="*/ 2058606 w 3412990"/>
              <a:gd name="connsiteY87" fmla="*/ 3697924 h 3836087"/>
              <a:gd name="connsiteX88" fmla="*/ 2008776 w 3412990"/>
              <a:gd name="connsiteY88" fmla="*/ 3727086 h 3836087"/>
              <a:gd name="connsiteX89" fmla="*/ 1962704 w 3412990"/>
              <a:gd name="connsiteY89" fmla="*/ 3752423 h 3836087"/>
              <a:gd name="connsiteX90" fmla="*/ 1919924 w 3412990"/>
              <a:gd name="connsiteY90" fmla="*/ 3774655 h 3836087"/>
              <a:gd name="connsiteX91" fmla="*/ 1879966 w 3412990"/>
              <a:gd name="connsiteY91" fmla="*/ 3793299 h 3836087"/>
              <a:gd name="connsiteX92" fmla="*/ 1842356 w 3412990"/>
              <a:gd name="connsiteY92" fmla="*/ 3808837 h 3836087"/>
              <a:gd name="connsiteX93" fmla="*/ 1806863 w 3412990"/>
              <a:gd name="connsiteY93" fmla="*/ 3820789 h 3836087"/>
              <a:gd name="connsiteX94" fmla="*/ 1772546 w 3412990"/>
              <a:gd name="connsiteY94" fmla="*/ 3829156 h 3836087"/>
              <a:gd name="connsiteX95" fmla="*/ 1739167 w 3412990"/>
              <a:gd name="connsiteY95" fmla="*/ 3834414 h 3836087"/>
              <a:gd name="connsiteX96" fmla="*/ 1706731 w 3412990"/>
              <a:gd name="connsiteY96" fmla="*/ 3836087 h 3836087"/>
              <a:gd name="connsiteX97" fmla="*/ 1673822 w 3412990"/>
              <a:gd name="connsiteY97" fmla="*/ 3834414 h 3836087"/>
              <a:gd name="connsiteX98" fmla="*/ 1640445 w 3412990"/>
              <a:gd name="connsiteY98" fmla="*/ 3829156 h 3836087"/>
              <a:gd name="connsiteX99" fmla="*/ 1606128 w 3412990"/>
              <a:gd name="connsiteY99" fmla="*/ 3820789 h 3836087"/>
              <a:gd name="connsiteX100" fmla="*/ 1570633 w 3412990"/>
              <a:gd name="connsiteY100" fmla="*/ 3808837 h 3836087"/>
              <a:gd name="connsiteX101" fmla="*/ 1533026 w 3412990"/>
              <a:gd name="connsiteY101" fmla="*/ 3793299 h 3836087"/>
              <a:gd name="connsiteX102" fmla="*/ 1493066 w 3412990"/>
              <a:gd name="connsiteY102" fmla="*/ 3774655 h 3836087"/>
              <a:gd name="connsiteX103" fmla="*/ 1450286 w 3412990"/>
              <a:gd name="connsiteY103" fmla="*/ 3752423 h 3836087"/>
              <a:gd name="connsiteX104" fmla="*/ 1404215 w 3412990"/>
              <a:gd name="connsiteY104" fmla="*/ 3727086 h 3836087"/>
              <a:gd name="connsiteX105" fmla="*/ 1354383 w 3412990"/>
              <a:gd name="connsiteY105" fmla="*/ 3697924 h 3836087"/>
              <a:gd name="connsiteX106" fmla="*/ 1300086 w 3412990"/>
              <a:gd name="connsiteY106" fmla="*/ 3665654 h 3836087"/>
              <a:gd name="connsiteX107" fmla="*/ 1241088 w 3412990"/>
              <a:gd name="connsiteY107" fmla="*/ 3629558 h 3836087"/>
              <a:gd name="connsiteX108" fmla="*/ 1176683 w 3412990"/>
              <a:gd name="connsiteY108" fmla="*/ 3590595 h 3836087"/>
              <a:gd name="connsiteX109" fmla="*/ 1106636 w 3412990"/>
              <a:gd name="connsiteY109" fmla="*/ 3547807 h 3836087"/>
              <a:gd name="connsiteX110" fmla="*/ 1030479 w 3412990"/>
              <a:gd name="connsiteY110" fmla="*/ 3501912 h 3836087"/>
              <a:gd name="connsiteX111" fmla="*/ 947505 w 3412990"/>
              <a:gd name="connsiteY111" fmla="*/ 3452192 h 3836087"/>
              <a:gd name="connsiteX112" fmla="*/ 857244 w 3412990"/>
              <a:gd name="connsiteY112" fmla="*/ 3399604 h 3836087"/>
              <a:gd name="connsiteX113" fmla="*/ 766983 w 3412990"/>
              <a:gd name="connsiteY113" fmla="*/ 3347254 h 3836087"/>
              <a:gd name="connsiteX114" fmla="*/ 682833 w 3412990"/>
              <a:gd name="connsiteY114" fmla="*/ 3299685 h 3836087"/>
              <a:gd name="connsiteX115" fmla="*/ 605266 w 3412990"/>
              <a:gd name="connsiteY115" fmla="*/ 3256180 h 3836087"/>
              <a:gd name="connsiteX116" fmla="*/ 533338 w 3412990"/>
              <a:gd name="connsiteY116" fmla="*/ 3216261 h 3836087"/>
              <a:gd name="connsiteX117" fmla="*/ 467758 w 3412990"/>
              <a:gd name="connsiteY117" fmla="*/ 3179927 h 3836087"/>
              <a:gd name="connsiteX118" fmla="*/ 407350 w 3412990"/>
              <a:gd name="connsiteY118" fmla="*/ 3146223 h 3836087"/>
              <a:gd name="connsiteX119" fmla="*/ 352347 w 3412990"/>
              <a:gd name="connsiteY119" fmla="*/ 3115148 h 3836087"/>
              <a:gd name="connsiteX120" fmla="*/ 302515 w 3412990"/>
              <a:gd name="connsiteY120" fmla="*/ 3086224 h 3836087"/>
              <a:gd name="connsiteX121" fmla="*/ 257384 w 3412990"/>
              <a:gd name="connsiteY121" fmla="*/ 3058496 h 3836087"/>
              <a:gd name="connsiteX122" fmla="*/ 216720 w 3412990"/>
              <a:gd name="connsiteY122" fmla="*/ 3032440 h 3836087"/>
              <a:gd name="connsiteX123" fmla="*/ 180992 w 3412990"/>
              <a:gd name="connsiteY123" fmla="*/ 3007102 h 3836087"/>
              <a:gd name="connsiteX124" fmla="*/ 148789 w 3412990"/>
              <a:gd name="connsiteY124" fmla="*/ 2981765 h 3836087"/>
              <a:gd name="connsiteX125" fmla="*/ 120583 w 3412990"/>
              <a:gd name="connsiteY125" fmla="*/ 2956904 h 3836087"/>
              <a:gd name="connsiteX126" fmla="*/ 96372 w 3412990"/>
              <a:gd name="connsiteY126" fmla="*/ 2931327 h 3836087"/>
              <a:gd name="connsiteX127" fmla="*/ 75218 w 3412990"/>
              <a:gd name="connsiteY127" fmla="*/ 2904794 h 3836087"/>
              <a:gd name="connsiteX128" fmla="*/ 57354 w 3412990"/>
              <a:gd name="connsiteY128" fmla="*/ 2877066 h 3836087"/>
              <a:gd name="connsiteX129" fmla="*/ 42545 w 3412990"/>
              <a:gd name="connsiteY129" fmla="*/ 2847663 h 3836087"/>
              <a:gd name="connsiteX130" fmla="*/ 30322 w 3412990"/>
              <a:gd name="connsiteY130" fmla="*/ 2816111 h 3836087"/>
              <a:gd name="connsiteX131" fmla="*/ 20450 w 3412990"/>
              <a:gd name="connsiteY131" fmla="*/ 2781929 h 3836087"/>
              <a:gd name="connsiteX132" fmla="*/ 13163 w 3412990"/>
              <a:gd name="connsiteY132" fmla="*/ 2744877 h 3836087"/>
              <a:gd name="connsiteX133" fmla="*/ 7287 w 3412990"/>
              <a:gd name="connsiteY133" fmla="*/ 2704480 h 3836087"/>
              <a:gd name="connsiteX134" fmla="*/ 3526 w 3412990"/>
              <a:gd name="connsiteY134" fmla="*/ 2660257 h 3836087"/>
              <a:gd name="connsiteX135" fmla="*/ 1175 w 3412990"/>
              <a:gd name="connsiteY135" fmla="*/ 2611972 h 3836087"/>
              <a:gd name="connsiteX136" fmla="*/ 235 w 3412990"/>
              <a:gd name="connsiteY136" fmla="*/ 2558905 h 3836087"/>
              <a:gd name="connsiteX137" fmla="*/ 0 w 3412990"/>
              <a:gd name="connsiteY137" fmla="*/ 2500580 h 3836087"/>
              <a:gd name="connsiteX138" fmla="*/ 705 w 3412990"/>
              <a:gd name="connsiteY138" fmla="*/ 2436997 h 3836087"/>
              <a:gd name="connsiteX139" fmla="*/ 2116 w 3412990"/>
              <a:gd name="connsiteY139" fmla="*/ 2367914 h 3836087"/>
              <a:gd name="connsiteX140" fmla="*/ 3526 w 3412990"/>
              <a:gd name="connsiteY140" fmla="*/ 2292139 h 3836087"/>
              <a:gd name="connsiteX141" fmla="*/ 5171 w 3412990"/>
              <a:gd name="connsiteY141" fmla="*/ 2209671 h 3836087"/>
              <a:gd name="connsiteX142" fmla="*/ 6582 w 3412990"/>
              <a:gd name="connsiteY142" fmla="*/ 2120271 h 3836087"/>
              <a:gd name="connsiteX143" fmla="*/ 7757 w 3412990"/>
              <a:gd name="connsiteY143" fmla="*/ 2022982 h 3836087"/>
              <a:gd name="connsiteX144" fmla="*/ 8227 w 3412990"/>
              <a:gd name="connsiteY144" fmla="*/ 1918044 h 3836087"/>
              <a:gd name="connsiteX145" fmla="*/ 7757 w 3412990"/>
              <a:gd name="connsiteY145" fmla="*/ 1813106 h 3836087"/>
              <a:gd name="connsiteX146" fmla="*/ 6582 w 3412990"/>
              <a:gd name="connsiteY146" fmla="*/ 1715818 h 3836087"/>
              <a:gd name="connsiteX147" fmla="*/ 5171 w 3412990"/>
              <a:gd name="connsiteY147" fmla="*/ 1626417 h 3836087"/>
              <a:gd name="connsiteX148" fmla="*/ 3526 w 3412990"/>
              <a:gd name="connsiteY148" fmla="*/ 1543948 h 3836087"/>
              <a:gd name="connsiteX149" fmla="*/ 2116 w 3412990"/>
              <a:gd name="connsiteY149" fmla="*/ 1468174 h 3836087"/>
              <a:gd name="connsiteX150" fmla="*/ 705 w 3412990"/>
              <a:gd name="connsiteY150" fmla="*/ 1399092 h 3836087"/>
              <a:gd name="connsiteX151" fmla="*/ 0 w 3412990"/>
              <a:gd name="connsiteY151" fmla="*/ 1335507 h 3836087"/>
              <a:gd name="connsiteX152" fmla="*/ 235 w 3412990"/>
              <a:gd name="connsiteY152" fmla="*/ 1277182 h 3836087"/>
              <a:gd name="connsiteX153" fmla="*/ 1175 w 3412990"/>
              <a:gd name="connsiteY153" fmla="*/ 1224115 h 3836087"/>
              <a:gd name="connsiteX154" fmla="*/ 3526 w 3412990"/>
              <a:gd name="connsiteY154" fmla="*/ 1175830 h 3836087"/>
              <a:gd name="connsiteX155" fmla="*/ 7287 w 3412990"/>
              <a:gd name="connsiteY155" fmla="*/ 1131607 h 3836087"/>
              <a:gd name="connsiteX156" fmla="*/ 12928 w 3412990"/>
              <a:gd name="connsiteY156" fmla="*/ 1091210 h 3836087"/>
              <a:gd name="connsiteX157" fmla="*/ 20450 w 3412990"/>
              <a:gd name="connsiteY157" fmla="*/ 1054160 h 3836087"/>
              <a:gd name="connsiteX158" fmla="*/ 30322 w 3412990"/>
              <a:gd name="connsiteY158" fmla="*/ 1019977 h 3836087"/>
              <a:gd name="connsiteX159" fmla="*/ 42545 w 3412990"/>
              <a:gd name="connsiteY159" fmla="*/ 988424 h 3836087"/>
              <a:gd name="connsiteX160" fmla="*/ 57354 w 3412990"/>
              <a:gd name="connsiteY160" fmla="*/ 959022 h 3836087"/>
              <a:gd name="connsiteX161" fmla="*/ 75218 w 3412990"/>
              <a:gd name="connsiteY161" fmla="*/ 931293 h 3836087"/>
              <a:gd name="connsiteX162" fmla="*/ 96372 w 3412990"/>
              <a:gd name="connsiteY162" fmla="*/ 904760 h 3836087"/>
              <a:gd name="connsiteX163" fmla="*/ 120583 w 3412990"/>
              <a:gd name="connsiteY163" fmla="*/ 879183 h 3836087"/>
              <a:gd name="connsiteX164" fmla="*/ 148789 w 3412990"/>
              <a:gd name="connsiteY164" fmla="*/ 854323 h 3836087"/>
              <a:gd name="connsiteX165" fmla="*/ 180757 w 3412990"/>
              <a:gd name="connsiteY165" fmla="*/ 828985 h 3836087"/>
              <a:gd name="connsiteX166" fmla="*/ 216720 w 3412990"/>
              <a:gd name="connsiteY166" fmla="*/ 803647 h 3836087"/>
              <a:gd name="connsiteX167" fmla="*/ 257384 w 3412990"/>
              <a:gd name="connsiteY167" fmla="*/ 777353 h 3836087"/>
              <a:gd name="connsiteX168" fmla="*/ 302280 w 3412990"/>
              <a:gd name="connsiteY168" fmla="*/ 749864 h 3836087"/>
              <a:gd name="connsiteX169" fmla="*/ 352347 w 3412990"/>
              <a:gd name="connsiteY169" fmla="*/ 720939 h 3836087"/>
              <a:gd name="connsiteX170" fmla="*/ 407350 w 3412990"/>
              <a:gd name="connsiteY170" fmla="*/ 689865 h 3836087"/>
              <a:gd name="connsiteX171" fmla="*/ 467758 w 3412990"/>
              <a:gd name="connsiteY171" fmla="*/ 656161 h 3836087"/>
              <a:gd name="connsiteX172" fmla="*/ 533338 w 3412990"/>
              <a:gd name="connsiteY172" fmla="*/ 619588 h 3836087"/>
              <a:gd name="connsiteX173" fmla="*/ 605266 w 3412990"/>
              <a:gd name="connsiteY173" fmla="*/ 579668 h 3836087"/>
              <a:gd name="connsiteX174" fmla="*/ 682833 w 3412990"/>
              <a:gd name="connsiteY174" fmla="*/ 536402 h 3836087"/>
              <a:gd name="connsiteX175" fmla="*/ 766983 w 3412990"/>
              <a:gd name="connsiteY175" fmla="*/ 488834 h 3836087"/>
              <a:gd name="connsiteX176" fmla="*/ 857244 w 3412990"/>
              <a:gd name="connsiteY176" fmla="*/ 436484 h 3836087"/>
              <a:gd name="connsiteX177" fmla="*/ 947505 w 3412990"/>
              <a:gd name="connsiteY177" fmla="*/ 383896 h 3836087"/>
              <a:gd name="connsiteX178" fmla="*/ 1030479 w 3412990"/>
              <a:gd name="connsiteY178" fmla="*/ 334176 h 3836087"/>
              <a:gd name="connsiteX179" fmla="*/ 1106636 w 3412990"/>
              <a:gd name="connsiteY179" fmla="*/ 288280 h 3836087"/>
              <a:gd name="connsiteX180" fmla="*/ 1176683 w 3412990"/>
              <a:gd name="connsiteY180" fmla="*/ 245493 h 3836087"/>
              <a:gd name="connsiteX181" fmla="*/ 1241088 w 3412990"/>
              <a:gd name="connsiteY181" fmla="*/ 206529 h 3836087"/>
              <a:gd name="connsiteX182" fmla="*/ 1300086 w 3412990"/>
              <a:gd name="connsiteY182" fmla="*/ 170435 h 3836087"/>
              <a:gd name="connsiteX183" fmla="*/ 1354383 w 3412990"/>
              <a:gd name="connsiteY183" fmla="*/ 138165 h 3836087"/>
              <a:gd name="connsiteX184" fmla="*/ 1404215 w 3412990"/>
              <a:gd name="connsiteY184" fmla="*/ 109001 h 3836087"/>
              <a:gd name="connsiteX185" fmla="*/ 1450286 w 3412990"/>
              <a:gd name="connsiteY185" fmla="*/ 83664 h 3836087"/>
              <a:gd name="connsiteX186" fmla="*/ 1493066 w 3412990"/>
              <a:gd name="connsiteY186" fmla="*/ 61433 h 3836087"/>
              <a:gd name="connsiteX187" fmla="*/ 1533026 w 3412990"/>
              <a:gd name="connsiteY187" fmla="*/ 42788 h 3836087"/>
              <a:gd name="connsiteX188" fmla="*/ 1570633 w 3412990"/>
              <a:gd name="connsiteY188" fmla="*/ 27250 h 3836087"/>
              <a:gd name="connsiteX189" fmla="*/ 1606128 w 3412990"/>
              <a:gd name="connsiteY189" fmla="*/ 15299 h 3836087"/>
              <a:gd name="connsiteX190" fmla="*/ 1640445 w 3412990"/>
              <a:gd name="connsiteY190" fmla="*/ 6933 h 3836087"/>
              <a:gd name="connsiteX191" fmla="*/ 1673822 w 3412990"/>
              <a:gd name="connsiteY191" fmla="*/ 1673 h 3836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3412990" h="3836087">
                <a:moveTo>
                  <a:pt x="1706731" y="0"/>
                </a:moveTo>
                <a:lnTo>
                  <a:pt x="1739167" y="1673"/>
                </a:lnTo>
                <a:lnTo>
                  <a:pt x="1772546" y="6933"/>
                </a:lnTo>
                <a:lnTo>
                  <a:pt x="1806863" y="15299"/>
                </a:lnTo>
                <a:lnTo>
                  <a:pt x="1842356" y="27250"/>
                </a:lnTo>
                <a:lnTo>
                  <a:pt x="1879966" y="42788"/>
                </a:lnTo>
                <a:lnTo>
                  <a:pt x="1919924" y="61433"/>
                </a:lnTo>
                <a:lnTo>
                  <a:pt x="1962704" y="83664"/>
                </a:lnTo>
                <a:lnTo>
                  <a:pt x="2008776" y="109001"/>
                </a:lnTo>
                <a:lnTo>
                  <a:pt x="2058606" y="138165"/>
                </a:lnTo>
                <a:lnTo>
                  <a:pt x="2112904" y="170435"/>
                </a:lnTo>
                <a:lnTo>
                  <a:pt x="2171903" y="206529"/>
                </a:lnTo>
                <a:lnTo>
                  <a:pt x="2236308" y="245493"/>
                </a:lnTo>
                <a:lnTo>
                  <a:pt x="2306354" y="288280"/>
                </a:lnTo>
                <a:lnTo>
                  <a:pt x="2382511" y="334176"/>
                </a:lnTo>
                <a:lnTo>
                  <a:pt x="2465485" y="383896"/>
                </a:lnTo>
                <a:lnTo>
                  <a:pt x="2555747" y="436484"/>
                </a:lnTo>
                <a:lnTo>
                  <a:pt x="2646008" y="488834"/>
                </a:lnTo>
                <a:lnTo>
                  <a:pt x="2730156" y="536402"/>
                </a:lnTo>
                <a:lnTo>
                  <a:pt x="2807725" y="579907"/>
                </a:lnTo>
                <a:lnTo>
                  <a:pt x="2879652" y="619826"/>
                </a:lnTo>
                <a:lnTo>
                  <a:pt x="2945232" y="656161"/>
                </a:lnTo>
                <a:lnTo>
                  <a:pt x="3005641" y="689865"/>
                </a:lnTo>
                <a:lnTo>
                  <a:pt x="3060644" y="720939"/>
                </a:lnTo>
                <a:lnTo>
                  <a:pt x="3110475" y="749864"/>
                </a:lnTo>
                <a:lnTo>
                  <a:pt x="3155606" y="777592"/>
                </a:lnTo>
                <a:lnTo>
                  <a:pt x="3196270" y="803647"/>
                </a:lnTo>
                <a:lnTo>
                  <a:pt x="3231998" y="828985"/>
                </a:lnTo>
                <a:lnTo>
                  <a:pt x="3264201" y="854323"/>
                </a:lnTo>
                <a:lnTo>
                  <a:pt x="3292407" y="879183"/>
                </a:lnTo>
                <a:lnTo>
                  <a:pt x="3316618" y="904760"/>
                </a:lnTo>
                <a:lnTo>
                  <a:pt x="3337773" y="931293"/>
                </a:lnTo>
                <a:lnTo>
                  <a:pt x="3355637" y="959022"/>
                </a:lnTo>
                <a:lnTo>
                  <a:pt x="3370445" y="988424"/>
                </a:lnTo>
                <a:lnTo>
                  <a:pt x="3382668" y="1019977"/>
                </a:lnTo>
                <a:lnTo>
                  <a:pt x="3392541" y="1054160"/>
                </a:lnTo>
                <a:lnTo>
                  <a:pt x="3399827" y="1091210"/>
                </a:lnTo>
                <a:lnTo>
                  <a:pt x="3405703" y="1131607"/>
                </a:lnTo>
                <a:lnTo>
                  <a:pt x="3409464" y="1175830"/>
                </a:lnTo>
                <a:lnTo>
                  <a:pt x="3411815" y="1224115"/>
                </a:lnTo>
                <a:lnTo>
                  <a:pt x="3412755" y="1277182"/>
                </a:lnTo>
                <a:lnTo>
                  <a:pt x="3412990" y="1335507"/>
                </a:lnTo>
                <a:lnTo>
                  <a:pt x="3412285" y="1399092"/>
                </a:lnTo>
                <a:lnTo>
                  <a:pt x="3410874" y="1468174"/>
                </a:lnTo>
                <a:lnTo>
                  <a:pt x="3409464" y="1543948"/>
                </a:lnTo>
                <a:lnTo>
                  <a:pt x="3407819" y="1626417"/>
                </a:lnTo>
                <a:lnTo>
                  <a:pt x="3406408" y="1715818"/>
                </a:lnTo>
                <a:lnTo>
                  <a:pt x="3405233" y="1813106"/>
                </a:lnTo>
                <a:lnTo>
                  <a:pt x="3404764" y="1918044"/>
                </a:lnTo>
                <a:lnTo>
                  <a:pt x="3405233" y="2022982"/>
                </a:lnTo>
                <a:lnTo>
                  <a:pt x="3406408" y="2120271"/>
                </a:lnTo>
                <a:lnTo>
                  <a:pt x="3407819" y="2209671"/>
                </a:lnTo>
                <a:lnTo>
                  <a:pt x="3409464" y="2292139"/>
                </a:lnTo>
                <a:lnTo>
                  <a:pt x="3410874" y="2367914"/>
                </a:lnTo>
                <a:lnTo>
                  <a:pt x="3412285" y="2436997"/>
                </a:lnTo>
                <a:lnTo>
                  <a:pt x="3412990" y="2500580"/>
                </a:lnTo>
                <a:lnTo>
                  <a:pt x="3412755" y="2558905"/>
                </a:lnTo>
                <a:lnTo>
                  <a:pt x="3411815" y="2611972"/>
                </a:lnTo>
                <a:lnTo>
                  <a:pt x="3409464" y="2660257"/>
                </a:lnTo>
                <a:lnTo>
                  <a:pt x="3405703" y="2704480"/>
                </a:lnTo>
                <a:lnTo>
                  <a:pt x="3400062" y="2744877"/>
                </a:lnTo>
                <a:lnTo>
                  <a:pt x="3392541" y="2781929"/>
                </a:lnTo>
                <a:lnTo>
                  <a:pt x="3382668" y="2816111"/>
                </a:lnTo>
                <a:lnTo>
                  <a:pt x="3370445" y="2847663"/>
                </a:lnTo>
                <a:lnTo>
                  <a:pt x="3355637" y="2877066"/>
                </a:lnTo>
                <a:lnTo>
                  <a:pt x="3337773" y="2904794"/>
                </a:lnTo>
                <a:lnTo>
                  <a:pt x="3316618" y="2931327"/>
                </a:lnTo>
                <a:lnTo>
                  <a:pt x="3292407" y="2956904"/>
                </a:lnTo>
                <a:lnTo>
                  <a:pt x="3264201" y="2981765"/>
                </a:lnTo>
                <a:lnTo>
                  <a:pt x="3232233" y="3007102"/>
                </a:lnTo>
                <a:lnTo>
                  <a:pt x="3196270" y="3032440"/>
                </a:lnTo>
                <a:lnTo>
                  <a:pt x="3155606" y="3058734"/>
                </a:lnTo>
                <a:lnTo>
                  <a:pt x="3110710" y="3086224"/>
                </a:lnTo>
                <a:lnTo>
                  <a:pt x="3060644" y="3115148"/>
                </a:lnTo>
                <a:lnTo>
                  <a:pt x="3005641" y="3146223"/>
                </a:lnTo>
                <a:lnTo>
                  <a:pt x="2945232" y="3179927"/>
                </a:lnTo>
                <a:lnTo>
                  <a:pt x="2879652" y="3216500"/>
                </a:lnTo>
                <a:lnTo>
                  <a:pt x="2807725" y="3256419"/>
                </a:lnTo>
                <a:lnTo>
                  <a:pt x="2730156" y="3299685"/>
                </a:lnTo>
                <a:lnTo>
                  <a:pt x="2646008" y="3347254"/>
                </a:lnTo>
                <a:lnTo>
                  <a:pt x="2555747" y="3399604"/>
                </a:lnTo>
                <a:lnTo>
                  <a:pt x="2465485" y="3452192"/>
                </a:lnTo>
                <a:lnTo>
                  <a:pt x="2382511" y="3501912"/>
                </a:lnTo>
                <a:lnTo>
                  <a:pt x="2306354" y="3547807"/>
                </a:lnTo>
                <a:lnTo>
                  <a:pt x="2236308" y="3590595"/>
                </a:lnTo>
                <a:lnTo>
                  <a:pt x="2171903" y="3629558"/>
                </a:lnTo>
                <a:lnTo>
                  <a:pt x="2112904" y="3665654"/>
                </a:lnTo>
                <a:lnTo>
                  <a:pt x="2058606" y="3697924"/>
                </a:lnTo>
                <a:lnTo>
                  <a:pt x="2008776" y="3727086"/>
                </a:lnTo>
                <a:lnTo>
                  <a:pt x="1962704" y="3752423"/>
                </a:lnTo>
                <a:lnTo>
                  <a:pt x="1919924" y="3774655"/>
                </a:lnTo>
                <a:lnTo>
                  <a:pt x="1879966" y="3793299"/>
                </a:lnTo>
                <a:lnTo>
                  <a:pt x="1842356" y="3808837"/>
                </a:lnTo>
                <a:lnTo>
                  <a:pt x="1806863" y="3820789"/>
                </a:lnTo>
                <a:lnTo>
                  <a:pt x="1772546" y="3829156"/>
                </a:lnTo>
                <a:lnTo>
                  <a:pt x="1739167" y="3834414"/>
                </a:lnTo>
                <a:lnTo>
                  <a:pt x="1706731" y="3836087"/>
                </a:lnTo>
                <a:lnTo>
                  <a:pt x="1673822" y="3834414"/>
                </a:lnTo>
                <a:lnTo>
                  <a:pt x="1640445" y="3829156"/>
                </a:lnTo>
                <a:lnTo>
                  <a:pt x="1606128" y="3820789"/>
                </a:lnTo>
                <a:lnTo>
                  <a:pt x="1570633" y="3808837"/>
                </a:lnTo>
                <a:lnTo>
                  <a:pt x="1533026" y="3793299"/>
                </a:lnTo>
                <a:lnTo>
                  <a:pt x="1493066" y="3774655"/>
                </a:lnTo>
                <a:lnTo>
                  <a:pt x="1450286" y="3752423"/>
                </a:lnTo>
                <a:lnTo>
                  <a:pt x="1404215" y="3727086"/>
                </a:lnTo>
                <a:lnTo>
                  <a:pt x="1354383" y="3697924"/>
                </a:lnTo>
                <a:lnTo>
                  <a:pt x="1300086" y="3665654"/>
                </a:lnTo>
                <a:lnTo>
                  <a:pt x="1241088" y="3629558"/>
                </a:lnTo>
                <a:lnTo>
                  <a:pt x="1176683" y="3590595"/>
                </a:lnTo>
                <a:lnTo>
                  <a:pt x="1106636" y="3547807"/>
                </a:lnTo>
                <a:lnTo>
                  <a:pt x="1030479" y="3501912"/>
                </a:lnTo>
                <a:lnTo>
                  <a:pt x="947505" y="3452192"/>
                </a:lnTo>
                <a:lnTo>
                  <a:pt x="857244" y="3399604"/>
                </a:lnTo>
                <a:lnTo>
                  <a:pt x="766983" y="3347254"/>
                </a:lnTo>
                <a:lnTo>
                  <a:pt x="682833" y="3299685"/>
                </a:lnTo>
                <a:lnTo>
                  <a:pt x="605266" y="3256180"/>
                </a:lnTo>
                <a:lnTo>
                  <a:pt x="533338" y="3216261"/>
                </a:lnTo>
                <a:lnTo>
                  <a:pt x="467758" y="3179927"/>
                </a:lnTo>
                <a:lnTo>
                  <a:pt x="407350" y="3146223"/>
                </a:lnTo>
                <a:lnTo>
                  <a:pt x="352347" y="3115148"/>
                </a:lnTo>
                <a:lnTo>
                  <a:pt x="302515" y="3086224"/>
                </a:lnTo>
                <a:lnTo>
                  <a:pt x="257384" y="3058496"/>
                </a:lnTo>
                <a:lnTo>
                  <a:pt x="216720" y="3032440"/>
                </a:lnTo>
                <a:lnTo>
                  <a:pt x="180992" y="3007102"/>
                </a:lnTo>
                <a:lnTo>
                  <a:pt x="148789" y="2981765"/>
                </a:lnTo>
                <a:lnTo>
                  <a:pt x="120583" y="2956904"/>
                </a:lnTo>
                <a:lnTo>
                  <a:pt x="96372" y="2931327"/>
                </a:lnTo>
                <a:lnTo>
                  <a:pt x="75218" y="2904794"/>
                </a:lnTo>
                <a:lnTo>
                  <a:pt x="57354" y="2877066"/>
                </a:lnTo>
                <a:lnTo>
                  <a:pt x="42545" y="2847663"/>
                </a:lnTo>
                <a:lnTo>
                  <a:pt x="30322" y="2816111"/>
                </a:lnTo>
                <a:lnTo>
                  <a:pt x="20450" y="2781929"/>
                </a:lnTo>
                <a:lnTo>
                  <a:pt x="13163" y="2744877"/>
                </a:lnTo>
                <a:lnTo>
                  <a:pt x="7287" y="2704480"/>
                </a:lnTo>
                <a:lnTo>
                  <a:pt x="3526" y="2660257"/>
                </a:lnTo>
                <a:lnTo>
                  <a:pt x="1175" y="2611972"/>
                </a:lnTo>
                <a:lnTo>
                  <a:pt x="235" y="2558905"/>
                </a:lnTo>
                <a:lnTo>
                  <a:pt x="0" y="2500580"/>
                </a:lnTo>
                <a:lnTo>
                  <a:pt x="705" y="2436997"/>
                </a:lnTo>
                <a:lnTo>
                  <a:pt x="2116" y="2367914"/>
                </a:lnTo>
                <a:lnTo>
                  <a:pt x="3526" y="2292139"/>
                </a:lnTo>
                <a:lnTo>
                  <a:pt x="5171" y="2209671"/>
                </a:lnTo>
                <a:lnTo>
                  <a:pt x="6582" y="2120271"/>
                </a:lnTo>
                <a:lnTo>
                  <a:pt x="7757" y="2022982"/>
                </a:lnTo>
                <a:lnTo>
                  <a:pt x="8227" y="1918044"/>
                </a:lnTo>
                <a:lnTo>
                  <a:pt x="7757" y="1813106"/>
                </a:lnTo>
                <a:lnTo>
                  <a:pt x="6582" y="1715818"/>
                </a:lnTo>
                <a:lnTo>
                  <a:pt x="5171" y="1626417"/>
                </a:lnTo>
                <a:lnTo>
                  <a:pt x="3526" y="1543948"/>
                </a:lnTo>
                <a:lnTo>
                  <a:pt x="2116" y="1468174"/>
                </a:lnTo>
                <a:lnTo>
                  <a:pt x="705" y="1399092"/>
                </a:lnTo>
                <a:lnTo>
                  <a:pt x="0" y="1335507"/>
                </a:lnTo>
                <a:lnTo>
                  <a:pt x="235" y="1277182"/>
                </a:lnTo>
                <a:lnTo>
                  <a:pt x="1175" y="1224115"/>
                </a:lnTo>
                <a:lnTo>
                  <a:pt x="3526" y="1175830"/>
                </a:lnTo>
                <a:lnTo>
                  <a:pt x="7287" y="1131607"/>
                </a:lnTo>
                <a:lnTo>
                  <a:pt x="12928" y="1091210"/>
                </a:lnTo>
                <a:lnTo>
                  <a:pt x="20450" y="1054160"/>
                </a:lnTo>
                <a:lnTo>
                  <a:pt x="30322" y="1019977"/>
                </a:lnTo>
                <a:lnTo>
                  <a:pt x="42545" y="988424"/>
                </a:lnTo>
                <a:lnTo>
                  <a:pt x="57354" y="959022"/>
                </a:lnTo>
                <a:lnTo>
                  <a:pt x="75218" y="931293"/>
                </a:lnTo>
                <a:lnTo>
                  <a:pt x="96372" y="904760"/>
                </a:lnTo>
                <a:lnTo>
                  <a:pt x="120583" y="879183"/>
                </a:lnTo>
                <a:lnTo>
                  <a:pt x="148789" y="854323"/>
                </a:lnTo>
                <a:lnTo>
                  <a:pt x="180757" y="828985"/>
                </a:lnTo>
                <a:lnTo>
                  <a:pt x="216720" y="803647"/>
                </a:lnTo>
                <a:lnTo>
                  <a:pt x="257384" y="777353"/>
                </a:lnTo>
                <a:lnTo>
                  <a:pt x="302280" y="749864"/>
                </a:lnTo>
                <a:lnTo>
                  <a:pt x="352347" y="720939"/>
                </a:lnTo>
                <a:lnTo>
                  <a:pt x="407350" y="689865"/>
                </a:lnTo>
                <a:lnTo>
                  <a:pt x="467758" y="656161"/>
                </a:lnTo>
                <a:lnTo>
                  <a:pt x="533338" y="619588"/>
                </a:lnTo>
                <a:lnTo>
                  <a:pt x="605266" y="579668"/>
                </a:lnTo>
                <a:lnTo>
                  <a:pt x="682833" y="536402"/>
                </a:lnTo>
                <a:lnTo>
                  <a:pt x="766983" y="488834"/>
                </a:lnTo>
                <a:lnTo>
                  <a:pt x="857244" y="436484"/>
                </a:lnTo>
                <a:lnTo>
                  <a:pt x="947505" y="383896"/>
                </a:lnTo>
                <a:lnTo>
                  <a:pt x="1030479" y="334176"/>
                </a:lnTo>
                <a:lnTo>
                  <a:pt x="1106636" y="288280"/>
                </a:lnTo>
                <a:lnTo>
                  <a:pt x="1176683" y="245493"/>
                </a:lnTo>
                <a:lnTo>
                  <a:pt x="1241088" y="206529"/>
                </a:lnTo>
                <a:lnTo>
                  <a:pt x="1300086" y="170435"/>
                </a:lnTo>
                <a:lnTo>
                  <a:pt x="1354383" y="138165"/>
                </a:lnTo>
                <a:lnTo>
                  <a:pt x="1404215" y="109001"/>
                </a:lnTo>
                <a:lnTo>
                  <a:pt x="1450286" y="83664"/>
                </a:lnTo>
                <a:lnTo>
                  <a:pt x="1493066" y="61433"/>
                </a:lnTo>
                <a:lnTo>
                  <a:pt x="1533026" y="42788"/>
                </a:lnTo>
                <a:lnTo>
                  <a:pt x="1570633" y="27250"/>
                </a:lnTo>
                <a:lnTo>
                  <a:pt x="1606128" y="15299"/>
                </a:lnTo>
                <a:lnTo>
                  <a:pt x="1640445" y="6933"/>
                </a:lnTo>
                <a:lnTo>
                  <a:pt x="1673822" y="1673"/>
                </a:lnTo>
                <a:close/>
              </a:path>
            </a:pathLst>
          </a:custGeom>
        </p:spPr>
      </p:pic>
      <p:sp>
        <p:nvSpPr>
          <p:cNvPr id="10" name="Rectangle 9">
            <a:extLst>
              <a:ext uri="{FF2B5EF4-FFF2-40B4-BE49-F238E27FC236}">
                <a16:creationId xmlns:a16="http://schemas.microsoft.com/office/drawing/2014/main" id="{9E71ED8F-C137-51B1-4151-B5066A1DDBFB}"/>
              </a:ext>
            </a:extLst>
          </p:cNvPr>
          <p:cNvSpPr/>
          <p:nvPr/>
        </p:nvSpPr>
        <p:spPr>
          <a:xfrm>
            <a:off x="2077059" y="8364399"/>
            <a:ext cx="5008254" cy="1313821"/>
          </a:xfrm>
          <a:prstGeom prst="rect">
            <a:avLst/>
          </a:prstGeom>
        </p:spPr>
        <p:txBody>
          <a:bodyPr wrap="square">
            <a:spAutoFit/>
          </a:bodyPr>
          <a:lstStyle/>
          <a:p>
            <a:pPr marL="342900" indent="-342900">
              <a:lnSpc>
                <a:spcPct val="120000"/>
              </a:lnSpc>
              <a:buFont typeface="Arial" panose="020B0604020202020204" pitchFamily="34" charset="0"/>
              <a:buChar char="•"/>
            </a:pPr>
            <a:r>
              <a:rPr lang="en-US" sz="2400">
                <a:solidFill>
                  <a:schemeClr val="tx1">
                    <a:lumMod val="65000"/>
                    <a:lumOff val="35000"/>
                  </a:schemeClr>
                </a:solidFill>
                <a:latin typeface="Segoe UI" panose="020B0502040204020203" pitchFamily="34" charset="0"/>
                <a:cs typeface="Segoe UI" panose="020B0502040204020203" pitchFamily="34" charset="0"/>
              </a:rPr>
              <a:t>40% increase of population aged 60 years and above by 2030</a:t>
            </a:r>
          </a:p>
          <a:p>
            <a:pPr>
              <a:lnSpc>
                <a:spcPct val="120000"/>
              </a:lnSpc>
            </a:pPr>
            <a:endParaRPr lang="id-ID" sz="2000">
              <a:solidFill>
                <a:schemeClr val="tx1">
                  <a:lumMod val="65000"/>
                  <a:lumOff val="35000"/>
                </a:schemeClr>
              </a:solidFill>
              <a:latin typeface="Segoe UI" panose="020B0502040204020203" pitchFamily="34" charset="0"/>
              <a:cs typeface="Segoe UI" panose="020B0502040204020203" pitchFamily="34" charset="0"/>
            </a:endParaRPr>
          </a:p>
        </p:txBody>
      </p:sp>
      <p:grpSp>
        <p:nvGrpSpPr>
          <p:cNvPr id="11" name="Group 10">
            <a:extLst>
              <a:ext uri="{FF2B5EF4-FFF2-40B4-BE49-F238E27FC236}">
                <a16:creationId xmlns:a16="http://schemas.microsoft.com/office/drawing/2014/main" id="{3C53DF8C-F536-02C4-8924-B96839C0D1CE}"/>
              </a:ext>
            </a:extLst>
          </p:cNvPr>
          <p:cNvGrpSpPr/>
          <p:nvPr/>
        </p:nvGrpSpPr>
        <p:grpSpPr>
          <a:xfrm>
            <a:off x="2033096" y="7737686"/>
            <a:ext cx="5173555" cy="525692"/>
            <a:chOff x="1818784" y="7076308"/>
            <a:chExt cx="5173555" cy="525692"/>
          </a:xfrm>
        </p:grpSpPr>
        <p:sp>
          <p:nvSpPr>
            <p:cNvPr id="12" name="Rectangle 11">
              <a:extLst>
                <a:ext uri="{FF2B5EF4-FFF2-40B4-BE49-F238E27FC236}">
                  <a16:creationId xmlns:a16="http://schemas.microsoft.com/office/drawing/2014/main" id="{33203851-7DD8-A878-A849-B8B56924FB2B}"/>
                </a:ext>
              </a:extLst>
            </p:cNvPr>
            <p:cNvSpPr/>
            <p:nvPr/>
          </p:nvSpPr>
          <p:spPr>
            <a:xfrm>
              <a:off x="2499639" y="7077544"/>
              <a:ext cx="4492700" cy="523220"/>
            </a:xfrm>
            <a:prstGeom prst="rect">
              <a:avLst/>
            </a:prstGeom>
          </p:spPr>
          <p:txBody>
            <a:bodyPr wrap="square">
              <a:spAutoFit/>
            </a:bodyPr>
            <a:lstStyle/>
            <a:p>
              <a:r>
                <a:rPr lang="en-US" sz="2800">
                  <a:solidFill>
                    <a:schemeClr val="accent1">
                      <a:lumMod val="75000"/>
                    </a:schemeClr>
                  </a:solidFill>
                  <a:latin typeface="Segoe UI" panose="020B0502040204020203" pitchFamily="34" charset="0"/>
                  <a:ea typeface="Lato Heavy" panose="020F0502020204030203" pitchFamily="34" charset="0"/>
                  <a:cs typeface="Segoe UI" panose="020B0502040204020203" pitchFamily="34" charset="0"/>
                </a:rPr>
                <a:t>Rise of Ageing Population</a:t>
              </a:r>
            </a:p>
          </p:txBody>
        </p:sp>
        <p:pic>
          <p:nvPicPr>
            <p:cNvPr id="13" name="Picture 6" descr="Gray arrow 27 icon - Free gray arrow icons">
              <a:extLst>
                <a:ext uri="{FF2B5EF4-FFF2-40B4-BE49-F238E27FC236}">
                  <a16:creationId xmlns:a16="http://schemas.microsoft.com/office/drawing/2014/main" id="{EF671115-6EEB-FFD9-9EBE-DF25C4E824B1}"/>
                </a:ext>
              </a:extLst>
            </p:cNvPr>
            <p:cNvPicPr>
              <a:picLocks noChangeAspect="1" noChangeArrowheads="1"/>
            </p:cNvPicPr>
            <p:nvPr/>
          </p:nvPicPr>
          <p:blipFill>
            <a:blip r:embed="rId6">
              <a:duotone>
                <a:prstClr val="black"/>
                <a:schemeClr val="accent1">
                  <a:tint val="45000"/>
                  <a:satMod val="400000"/>
                </a:schemeClr>
              </a:duotone>
              <a:extLst>
                <a:ext uri="{BEBA8EAE-BF5A-486C-A8C5-ECC9F3942E4B}">
                  <a14:imgProps xmlns:a14="http://schemas.microsoft.com/office/drawing/2010/main">
                    <a14:imgLayer r:embed="rId7">
                      <a14:imgEffect>
                        <a14:backgroundRemoval t="0" b="96889" l="4000" r="98667">
                          <a14:foregroundMark x1="17778" y1="31111" x2="29778" y2="53778"/>
                          <a14:foregroundMark x1="29778" y1="53778" x2="27556" y2="83556"/>
                          <a14:foregroundMark x1="27556" y1="83556" x2="52444" y2="86667"/>
                          <a14:foregroundMark x1="52444" y1="86667" x2="82222" y2="63556"/>
                          <a14:foregroundMark x1="82222" y1="63556" x2="76889" y2="24444"/>
                          <a14:foregroundMark x1="76889" y1="24444" x2="53333" y2="10667"/>
                          <a14:foregroundMark x1="53333" y1="10667" x2="25333" y2="27111"/>
                          <a14:foregroundMark x1="25333" y1="27111" x2="20889" y2="34222"/>
                          <a14:foregroundMark x1="36444" y1="6222" x2="53778" y2="5333"/>
                          <a14:foregroundMark x1="95556" y1="48000" x2="94222" y2="54667"/>
                          <a14:foregroundMark x1="4000" y1="43111" x2="4000" y2="61333"/>
                          <a14:foregroundMark x1="39111" y1="95111" x2="58667" y2="94667"/>
                          <a14:foregroundMark x1="97778" y1="46667" x2="99111" y2="49778"/>
                          <a14:foregroundMark x1="48889" y1="93778" x2="48889" y2="97333"/>
                          <a14:foregroundMark x1="49333" y1="2667" x2="50667" y2="0"/>
                        </a14:backgroundRemoval>
                      </a14:imgEffect>
                    </a14:imgLayer>
                  </a14:imgProps>
                </a:ext>
                <a:ext uri="{28A0092B-C50C-407E-A947-70E740481C1C}">
                  <a14:useLocalDpi xmlns:a14="http://schemas.microsoft.com/office/drawing/2010/main" val="0"/>
                </a:ext>
              </a:extLst>
            </a:blip>
            <a:srcRect/>
            <a:stretch>
              <a:fillRect/>
            </a:stretch>
          </p:blipFill>
          <p:spPr bwMode="auto">
            <a:xfrm rot="16200000">
              <a:off x="1818784" y="7076308"/>
              <a:ext cx="525692" cy="525692"/>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4" name="Straight Connector 13">
            <a:extLst>
              <a:ext uri="{FF2B5EF4-FFF2-40B4-BE49-F238E27FC236}">
                <a16:creationId xmlns:a16="http://schemas.microsoft.com/office/drawing/2014/main" id="{B81A852C-AA00-978F-6990-4BD886147988}"/>
              </a:ext>
            </a:extLst>
          </p:cNvPr>
          <p:cNvCxnSpPr>
            <a:cxnSpLocks/>
          </p:cNvCxnSpPr>
          <p:nvPr/>
        </p:nvCxnSpPr>
        <p:spPr>
          <a:xfrm>
            <a:off x="7394974" y="3462912"/>
            <a:ext cx="0" cy="7010401"/>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28B9819-C175-1735-0B3B-3C8A062B6BB3}"/>
              </a:ext>
            </a:extLst>
          </p:cNvPr>
          <p:cNvCxnSpPr>
            <a:cxnSpLocks/>
          </p:cNvCxnSpPr>
          <p:nvPr/>
        </p:nvCxnSpPr>
        <p:spPr>
          <a:xfrm>
            <a:off x="12945176" y="3462912"/>
            <a:ext cx="0" cy="7010401"/>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915FA82E-9E71-D109-84BF-396F5CC978C8}"/>
              </a:ext>
            </a:extLst>
          </p:cNvPr>
          <p:cNvGrpSpPr/>
          <p:nvPr/>
        </p:nvGrpSpPr>
        <p:grpSpPr>
          <a:xfrm>
            <a:off x="8253640" y="7737686"/>
            <a:ext cx="3832869" cy="956579"/>
            <a:chOff x="7392420" y="7080001"/>
            <a:chExt cx="3832869" cy="956579"/>
          </a:xfrm>
        </p:grpSpPr>
        <p:sp>
          <p:nvSpPr>
            <p:cNvPr id="17" name="Rectangle 16">
              <a:extLst>
                <a:ext uri="{FF2B5EF4-FFF2-40B4-BE49-F238E27FC236}">
                  <a16:creationId xmlns:a16="http://schemas.microsoft.com/office/drawing/2014/main" id="{5DCBE38E-539D-9B2A-D895-DBA53B4AD97D}"/>
                </a:ext>
              </a:extLst>
            </p:cNvPr>
            <p:cNvSpPr/>
            <p:nvPr/>
          </p:nvSpPr>
          <p:spPr>
            <a:xfrm>
              <a:off x="7968598" y="7082473"/>
              <a:ext cx="3256691" cy="954107"/>
            </a:xfrm>
            <a:prstGeom prst="rect">
              <a:avLst/>
            </a:prstGeom>
          </p:spPr>
          <p:txBody>
            <a:bodyPr wrap="square">
              <a:spAutoFit/>
            </a:bodyPr>
            <a:lstStyle/>
            <a:p>
              <a:r>
                <a:rPr lang="en-US" sz="2800">
                  <a:solidFill>
                    <a:schemeClr val="accent1">
                      <a:lumMod val="75000"/>
                    </a:schemeClr>
                  </a:solidFill>
                  <a:latin typeface="Segoe UI" panose="020B0502040204020203" pitchFamily="34" charset="0"/>
                  <a:ea typeface="Lato Heavy" panose="020F0502020204030203" pitchFamily="34" charset="0"/>
                  <a:cs typeface="Segoe UI" panose="020B0502040204020203" pitchFamily="34" charset="0"/>
                </a:rPr>
                <a:t>Increased Gait Impairments</a:t>
              </a:r>
            </a:p>
          </p:txBody>
        </p:sp>
        <p:pic>
          <p:nvPicPr>
            <p:cNvPr id="18" name="Picture 6" descr="Gray arrow 27 icon - Free gray arrow icons">
              <a:extLst>
                <a:ext uri="{FF2B5EF4-FFF2-40B4-BE49-F238E27FC236}">
                  <a16:creationId xmlns:a16="http://schemas.microsoft.com/office/drawing/2014/main" id="{BA2DDF55-9F15-5397-BC38-F79B71ED71B2}"/>
                </a:ext>
              </a:extLst>
            </p:cNvPr>
            <p:cNvPicPr>
              <a:picLocks noChangeAspect="1" noChangeArrowheads="1"/>
            </p:cNvPicPr>
            <p:nvPr/>
          </p:nvPicPr>
          <p:blipFill>
            <a:blip r:embed="rId6">
              <a:duotone>
                <a:prstClr val="black"/>
                <a:schemeClr val="accent1">
                  <a:tint val="45000"/>
                  <a:satMod val="400000"/>
                </a:schemeClr>
              </a:duotone>
              <a:extLst>
                <a:ext uri="{BEBA8EAE-BF5A-486C-A8C5-ECC9F3942E4B}">
                  <a14:imgProps xmlns:a14="http://schemas.microsoft.com/office/drawing/2010/main">
                    <a14:imgLayer r:embed="rId7">
                      <a14:imgEffect>
                        <a14:backgroundRemoval t="0" b="96889" l="4000" r="98667">
                          <a14:foregroundMark x1="17778" y1="31111" x2="29778" y2="53778"/>
                          <a14:foregroundMark x1="29778" y1="53778" x2="27556" y2="83556"/>
                          <a14:foregroundMark x1="27556" y1="83556" x2="52444" y2="86667"/>
                          <a14:foregroundMark x1="52444" y1="86667" x2="82222" y2="63556"/>
                          <a14:foregroundMark x1="82222" y1="63556" x2="76889" y2="24444"/>
                          <a14:foregroundMark x1="76889" y1="24444" x2="53333" y2="10667"/>
                          <a14:foregroundMark x1="53333" y1="10667" x2="25333" y2="27111"/>
                          <a14:foregroundMark x1="25333" y1="27111" x2="20889" y2="34222"/>
                          <a14:foregroundMark x1="36444" y1="6222" x2="53778" y2="5333"/>
                          <a14:foregroundMark x1="95556" y1="48000" x2="94222" y2="54667"/>
                          <a14:foregroundMark x1="4000" y1="43111" x2="4000" y2="61333"/>
                          <a14:foregroundMark x1="39111" y1="95111" x2="58667" y2="94667"/>
                          <a14:foregroundMark x1="97778" y1="46667" x2="99111" y2="49778"/>
                          <a14:foregroundMark x1="48889" y1="93778" x2="48889" y2="97333"/>
                          <a14:foregroundMark x1="49333" y1="2667" x2="50667" y2="0"/>
                        </a14:backgroundRemoval>
                      </a14:imgEffect>
                    </a14:imgLayer>
                  </a14:imgProps>
                </a:ext>
                <a:ext uri="{28A0092B-C50C-407E-A947-70E740481C1C}">
                  <a14:useLocalDpi xmlns:a14="http://schemas.microsoft.com/office/drawing/2010/main" val="0"/>
                </a:ext>
              </a:extLst>
            </a:blip>
            <a:srcRect/>
            <a:stretch>
              <a:fillRect/>
            </a:stretch>
          </p:blipFill>
          <p:spPr bwMode="auto">
            <a:xfrm rot="16200000">
              <a:off x="7392420" y="7080001"/>
              <a:ext cx="525692" cy="52569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9" name="Group 18">
            <a:extLst>
              <a:ext uri="{FF2B5EF4-FFF2-40B4-BE49-F238E27FC236}">
                <a16:creationId xmlns:a16="http://schemas.microsoft.com/office/drawing/2014/main" id="{BEF468F7-3A28-23EA-550F-E60F3EECC275}"/>
              </a:ext>
            </a:extLst>
          </p:cNvPr>
          <p:cNvGrpSpPr/>
          <p:nvPr/>
        </p:nvGrpSpPr>
        <p:grpSpPr>
          <a:xfrm>
            <a:off x="13838745" y="7737686"/>
            <a:ext cx="4546472" cy="954107"/>
            <a:chOff x="12947866" y="7051886"/>
            <a:chExt cx="4546472" cy="954107"/>
          </a:xfrm>
        </p:grpSpPr>
        <p:sp>
          <p:nvSpPr>
            <p:cNvPr id="20" name="Rectangle 19">
              <a:extLst>
                <a:ext uri="{FF2B5EF4-FFF2-40B4-BE49-F238E27FC236}">
                  <a16:creationId xmlns:a16="http://schemas.microsoft.com/office/drawing/2014/main" id="{049F7412-222B-A341-7F2A-40338FA7C8BC}"/>
                </a:ext>
              </a:extLst>
            </p:cNvPr>
            <p:cNvSpPr/>
            <p:nvPr/>
          </p:nvSpPr>
          <p:spPr>
            <a:xfrm>
              <a:off x="13528874" y="7051886"/>
              <a:ext cx="3965464" cy="954107"/>
            </a:xfrm>
            <a:prstGeom prst="rect">
              <a:avLst/>
            </a:prstGeom>
          </p:spPr>
          <p:txBody>
            <a:bodyPr wrap="square">
              <a:spAutoFit/>
            </a:bodyPr>
            <a:lstStyle/>
            <a:p>
              <a:r>
                <a:rPr lang="en-US" sz="2800">
                  <a:solidFill>
                    <a:schemeClr val="accent1">
                      <a:lumMod val="75000"/>
                    </a:schemeClr>
                  </a:solidFill>
                  <a:latin typeface="Segoe UI" panose="020B0502040204020203" pitchFamily="34" charset="0"/>
                  <a:ea typeface="Lato Heavy" panose="020F0502020204030203" pitchFamily="34" charset="0"/>
                  <a:cs typeface="Segoe UI" panose="020B0502040204020203" pitchFamily="34" charset="0"/>
                </a:rPr>
                <a:t>More Targeted Gait Rehabilitation</a:t>
              </a:r>
            </a:p>
          </p:txBody>
        </p:sp>
        <p:pic>
          <p:nvPicPr>
            <p:cNvPr id="21" name="Picture 6" descr="Gray arrow 27 icon - Free gray arrow icons">
              <a:extLst>
                <a:ext uri="{FF2B5EF4-FFF2-40B4-BE49-F238E27FC236}">
                  <a16:creationId xmlns:a16="http://schemas.microsoft.com/office/drawing/2014/main" id="{2D6C5573-BC7B-E21B-6946-F23523F2ABE9}"/>
                </a:ext>
              </a:extLst>
            </p:cNvPr>
            <p:cNvPicPr>
              <a:picLocks noChangeAspect="1" noChangeArrowheads="1"/>
            </p:cNvPicPr>
            <p:nvPr/>
          </p:nvPicPr>
          <p:blipFill>
            <a:blip r:embed="rId6">
              <a:duotone>
                <a:prstClr val="black"/>
                <a:schemeClr val="accent1">
                  <a:tint val="45000"/>
                  <a:satMod val="400000"/>
                </a:schemeClr>
              </a:duotone>
              <a:extLst>
                <a:ext uri="{BEBA8EAE-BF5A-486C-A8C5-ECC9F3942E4B}">
                  <a14:imgProps xmlns:a14="http://schemas.microsoft.com/office/drawing/2010/main">
                    <a14:imgLayer r:embed="rId7">
                      <a14:imgEffect>
                        <a14:backgroundRemoval t="0" b="96889" l="4000" r="98667">
                          <a14:foregroundMark x1="17778" y1="31111" x2="29778" y2="53778"/>
                          <a14:foregroundMark x1="29778" y1="53778" x2="27556" y2="83556"/>
                          <a14:foregroundMark x1="27556" y1="83556" x2="52444" y2="86667"/>
                          <a14:foregroundMark x1="52444" y1="86667" x2="82222" y2="63556"/>
                          <a14:foregroundMark x1="82222" y1="63556" x2="76889" y2="24444"/>
                          <a14:foregroundMark x1="76889" y1="24444" x2="53333" y2="10667"/>
                          <a14:foregroundMark x1="53333" y1="10667" x2="25333" y2="27111"/>
                          <a14:foregroundMark x1="25333" y1="27111" x2="20889" y2="34222"/>
                          <a14:foregroundMark x1="36444" y1="6222" x2="53778" y2="5333"/>
                          <a14:foregroundMark x1="95556" y1="48000" x2="94222" y2="54667"/>
                          <a14:foregroundMark x1="4000" y1="43111" x2="4000" y2="61333"/>
                          <a14:foregroundMark x1="39111" y1="95111" x2="58667" y2="94667"/>
                          <a14:foregroundMark x1="97778" y1="46667" x2="99111" y2="49778"/>
                          <a14:foregroundMark x1="48889" y1="93778" x2="48889" y2="97333"/>
                          <a14:foregroundMark x1="49333" y1="2667" x2="50667" y2="0"/>
                        </a14:backgroundRemoval>
                      </a14:imgEffect>
                    </a14:imgLayer>
                  </a14:imgProps>
                </a:ext>
                <a:ext uri="{28A0092B-C50C-407E-A947-70E740481C1C}">
                  <a14:useLocalDpi xmlns:a14="http://schemas.microsoft.com/office/drawing/2010/main" val="0"/>
                </a:ext>
              </a:extLst>
            </a:blip>
            <a:srcRect/>
            <a:stretch>
              <a:fillRect/>
            </a:stretch>
          </p:blipFill>
          <p:spPr bwMode="auto">
            <a:xfrm rot="16200000">
              <a:off x="12947866" y="7109761"/>
              <a:ext cx="525692" cy="52569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2370708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ACAD0-8107-419D-87F4-A28EE287A8A6}"/>
              </a:ext>
            </a:extLst>
          </p:cNvPr>
          <p:cNvSpPr txBox="1">
            <a:spLocks/>
          </p:cNvSpPr>
          <p:nvPr/>
        </p:nvSpPr>
        <p:spPr>
          <a:xfrm>
            <a:off x="1339047" y="591781"/>
            <a:ext cx="16798945" cy="211762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7029"/>
              <a:t>Background</a:t>
            </a:r>
            <a:endParaRPr lang="en-SG" sz="7029"/>
          </a:p>
        </p:txBody>
      </p:sp>
      <p:sp>
        <p:nvSpPr>
          <p:cNvPr id="3" name="TextBox 2">
            <a:extLst>
              <a:ext uri="{FF2B5EF4-FFF2-40B4-BE49-F238E27FC236}">
                <a16:creationId xmlns:a16="http://schemas.microsoft.com/office/drawing/2014/main" id="{091578D2-04EB-3CC1-4A9E-500CEEC6B34A}"/>
              </a:ext>
            </a:extLst>
          </p:cNvPr>
          <p:cNvSpPr txBox="1"/>
          <p:nvPr/>
        </p:nvSpPr>
        <p:spPr>
          <a:xfrm>
            <a:off x="14317876" y="3981141"/>
            <a:ext cx="2209799" cy="707886"/>
          </a:xfrm>
          <a:prstGeom prst="rect">
            <a:avLst/>
          </a:prstGeom>
          <a:noFill/>
        </p:spPr>
        <p:txBody>
          <a:bodyPr wrap="square" rtlCol="0">
            <a:spAutoFit/>
          </a:bodyPr>
          <a:lstStyle/>
          <a:p>
            <a:r>
              <a:rPr lang="en-US" sz="4000" b="1">
                <a:solidFill>
                  <a:schemeClr val="accent1"/>
                </a:solidFill>
                <a:latin typeface="Geomanist Regular" panose="02000503000000020004"/>
              </a:rPr>
              <a:t>Visual3D</a:t>
            </a:r>
            <a:endParaRPr lang="en-GB" sz="4000" b="1">
              <a:solidFill>
                <a:schemeClr val="accent1"/>
              </a:solidFill>
              <a:latin typeface="Geomanist Regular" panose="02000503000000020004"/>
            </a:endParaRPr>
          </a:p>
        </p:txBody>
      </p:sp>
      <p:pic>
        <p:nvPicPr>
          <p:cNvPr id="22" name="Picture 21" descr="Iamge Description">
            <a:extLst>
              <a:ext uri="{FF2B5EF4-FFF2-40B4-BE49-F238E27FC236}">
                <a16:creationId xmlns:a16="http://schemas.microsoft.com/office/drawing/2014/main" id="{02D037ED-7E31-C6F5-117C-912E0239754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22019" y="4938357"/>
            <a:ext cx="9269291" cy="5110027"/>
          </a:xfrm>
          <a:prstGeom prst="rect">
            <a:avLst/>
          </a:prstGeom>
          <a:noFill/>
          <a:ln>
            <a:noFill/>
          </a:ln>
        </p:spPr>
      </p:pic>
      <p:pic>
        <p:nvPicPr>
          <p:cNvPr id="23" name="Picture 4" descr="5. File Menu — Theia3D 2023.1 documentation">
            <a:extLst>
              <a:ext uri="{FF2B5EF4-FFF2-40B4-BE49-F238E27FC236}">
                <a16:creationId xmlns:a16="http://schemas.microsoft.com/office/drawing/2014/main" id="{A9D0754F-693C-E16C-8E72-77BFD0A3C054}"/>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21073" b="80492" l="23862" r="77885"/>
                    </a14:imgEffect>
                  </a14:imgLayer>
                </a14:imgProps>
              </a:ext>
              <a:ext uri="{28A0092B-C50C-407E-A947-70E740481C1C}">
                <a14:useLocalDpi xmlns:a14="http://schemas.microsoft.com/office/drawing/2010/main" val="0"/>
              </a:ext>
            </a:extLst>
          </a:blip>
          <a:srcRect l="17109" t="13645" r="15362" b="12081"/>
          <a:stretch/>
        </p:blipFill>
        <p:spPr bwMode="auto">
          <a:xfrm>
            <a:off x="13512956" y="3920093"/>
            <a:ext cx="804920" cy="88531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A52C5F48-911D-3348-A771-31209E6361FC}"/>
              </a:ext>
            </a:extLst>
          </p:cNvPr>
          <p:cNvSpPr txBox="1"/>
          <p:nvPr/>
        </p:nvSpPr>
        <p:spPr>
          <a:xfrm>
            <a:off x="4260694" y="3994275"/>
            <a:ext cx="2809843" cy="707886"/>
          </a:xfrm>
          <a:prstGeom prst="rect">
            <a:avLst/>
          </a:prstGeom>
          <a:noFill/>
        </p:spPr>
        <p:txBody>
          <a:bodyPr wrap="square" rtlCol="0">
            <a:spAutoFit/>
          </a:bodyPr>
          <a:lstStyle/>
          <a:p>
            <a:pPr algn="ctr"/>
            <a:r>
              <a:rPr lang="en-US" sz="4000" b="1">
                <a:solidFill>
                  <a:schemeClr val="accent1"/>
                </a:solidFill>
                <a:latin typeface="Geomanist Regular" panose="02000503000000020004"/>
              </a:rPr>
              <a:t>OpenSim</a:t>
            </a:r>
            <a:endParaRPr lang="en-GB" sz="4000" b="1">
              <a:solidFill>
                <a:schemeClr val="accent1"/>
              </a:solidFill>
              <a:latin typeface="Geomanist Regular" panose="02000503000000020004"/>
            </a:endParaRPr>
          </a:p>
        </p:txBody>
      </p:sp>
      <p:pic>
        <p:nvPicPr>
          <p:cNvPr id="25" name="Picture 24">
            <a:extLst>
              <a:ext uri="{FF2B5EF4-FFF2-40B4-BE49-F238E27FC236}">
                <a16:creationId xmlns:a16="http://schemas.microsoft.com/office/drawing/2014/main" id="{C53DD3B3-B57C-8BE4-AD72-AB438E3FD6BF}"/>
              </a:ext>
            </a:extLst>
          </p:cNvPr>
          <p:cNvPicPr>
            <a:picLocks noChangeAspect="1"/>
          </p:cNvPicPr>
          <p:nvPr/>
        </p:nvPicPr>
        <p:blipFill rotWithShape="1">
          <a:blip r:embed="rId6"/>
          <a:srcRect b="6269"/>
          <a:stretch/>
        </p:blipFill>
        <p:spPr bwMode="auto">
          <a:xfrm>
            <a:off x="1218309" y="4938357"/>
            <a:ext cx="8723155" cy="5110027"/>
          </a:xfrm>
          <a:prstGeom prst="rect">
            <a:avLst/>
          </a:prstGeom>
          <a:ln>
            <a:noFill/>
          </a:ln>
          <a:extLst>
            <a:ext uri="{53640926-AAD7-44D8-BBD7-CCE9431645EC}">
              <a14:shadowObscured xmlns:a14="http://schemas.microsoft.com/office/drawing/2010/main"/>
            </a:ext>
          </a:extLst>
        </p:spPr>
      </p:pic>
      <p:pic>
        <p:nvPicPr>
          <p:cNvPr id="26" name="Picture 2" descr="SimTK: A Visualization Tool for OpenSim: Project Home">
            <a:extLst>
              <a:ext uri="{FF2B5EF4-FFF2-40B4-BE49-F238E27FC236}">
                <a16:creationId xmlns:a16="http://schemas.microsoft.com/office/drawing/2014/main" id="{78ACCE82-B375-FDA7-1117-516BC6200FD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45951" y="3920093"/>
            <a:ext cx="856251" cy="856251"/>
          </a:xfrm>
          <a:prstGeom prst="round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B7669B14-61F8-460D-7FAE-F73D4BE431A9}"/>
              </a:ext>
            </a:extLst>
          </p:cNvPr>
          <p:cNvSpPr/>
          <p:nvPr/>
        </p:nvSpPr>
        <p:spPr>
          <a:xfrm flipH="1">
            <a:off x="10122018" y="10181335"/>
            <a:ext cx="9355019" cy="494431"/>
          </a:xfrm>
          <a:prstGeom prst="rect">
            <a:avLst/>
          </a:prstGeom>
        </p:spPr>
        <p:txBody>
          <a:bodyPr wrap="square">
            <a:spAutoFit/>
          </a:bodyPr>
          <a:lstStyle/>
          <a:p>
            <a:pPr algn="ctr">
              <a:lnSpc>
                <a:spcPct val="120000"/>
              </a:lnSpc>
            </a:pPr>
            <a:r>
              <a:rPr lang="en-US" sz="2400">
                <a:solidFill>
                  <a:schemeClr val="tx1">
                    <a:lumMod val="65000"/>
                    <a:lumOff val="35000"/>
                  </a:schemeClr>
                </a:solidFill>
                <a:latin typeface="Segoe UI" panose="020B0502040204020203" pitchFamily="34" charset="0"/>
                <a:cs typeface="Segoe UI" panose="020B0502040204020203" pitchFamily="34" charset="0"/>
              </a:rPr>
              <a:t>Model: 6-DOF Link Model (skeletal)</a:t>
            </a:r>
          </a:p>
        </p:txBody>
      </p:sp>
      <p:sp>
        <p:nvSpPr>
          <p:cNvPr id="6" name="Rectangle 5">
            <a:extLst>
              <a:ext uri="{FF2B5EF4-FFF2-40B4-BE49-F238E27FC236}">
                <a16:creationId xmlns:a16="http://schemas.microsoft.com/office/drawing/2014/main" id="{6EDED649-C110-190C-10CF-2B55A46D4F2D}"/>
              </a:ext>
            </a:extLst>
          </p:cNvPr>
          <p:cNvSpPr/>
          <p:nvPr/>
        </p:nvSpPr>
        <p:spPr>
          <a:xfrm>
            <a:off x="1577680" y="1657538"/>
            <a:ext cx="16727561" cy="2529923"/>
          </a:xfrm>
          <a:prstGeom prst="rect">
            <a:avLst/>
          </a:prstGeom>
        </p:spPr>
        <p:txBody>
          <a:bodyPr wrap="square">
            <a:spAutoFit/>
          </a:bodyPr>
          <a:lstStyle/>
          <a:p>
            <a:pPr>
              <a:lnSpc>
                <a:spcPct val="120000"/>
              </a:lnSpc>
            </a:pPr>
            <a:r>
              <a:rPr lang="en-US" sz="2800" b="1">
                <a:solidFill>
                  <a:srgbClr val="2C3D76"/>
                </a:solidFill>
                <a:latin typeface="Segoe UI" panose="020B0502040204020203" pitchFamily="34" charset="0"/>
                <a:cs typeface="Segoe UI" panose="020B0502040204020203" pitchFamily="34" charset="0"/>
              </a:rPr>
              <a:t>Simplified computational models </a:t>
            </a:r>
            <a:r>
              <a:rPr lang="en-US" sz="2800">
                <a:solidFill>
                  <a:schemeClr val="tx1">
                    <a:lumMod val="65000"/>
                    <a:lumOff val="35000"/>
                  </a:schemeClr>
                </a:solidFill>
                <a:latin typeface="Segoe UI" panose="020B0502040204020203" pitchFamily="34" charset="0"/>
                <a:cs typeface="Segoe UI" panose="020B0502040204020203" pitchFamily="34" charset="0"/>
              </a:rPr>
              <a:t>to model after </a:t>
            </a:r>
            <a:r>
              <a:rPr lang="en-US" sz="2800" b="1">
                <a:solidFill>
                  <a:srgbClr val="2C3D76"/>
                </a:solidFill>
                <a:latin typeface="Segoe UI" panose="020B0502040204020203" pitchFamily="34" charset="0"/>
                <a:cs typeface="Segoe UI" panose="020B0502040204020203" pitchFamily="34" charset="0"/>
              </a:rPr>
              <a:t>complex human biomechanical system</a:t>
            </a:r>
            <a:r>
              <a:rPr lang="en-US" sz="2800">
                <a:solidFill>
                  <a:schemeClr val="tx1">
                    <a:lumMod val="65000"/>
                    <a:lumOff val="35000"/>
                  </a:schemeClr>
                </a:solidFill>
                <a:latin typeface="Segoe UI" panose="020B0502040204020203" pitchFamily="34" charset="0"/>
                <a:cs typeface="Segoe UI" panose="020B0502040204020203" pitchFamily="34" charset="0"/>
              </a:rPr>
              <a:t> for computational efficiency.</a:t>
            </a:r>
          </a:p>
          <a:p>
            <a:pPr marL="342900" indent="-342900">
              <a:lnSpc>
                <a:spcPct val="120000"/>
              </a:lnSpc>
              <a:buFont typeface="Arial" panose="020B0604020202020204" pitchFamily="34" charset="0"/>
              <a:buChar char="•"/>
            </a:pPr>
            <a:r>
              <a:rPr lang="en-US" sz="2800">
                <a:solidFill>
                  <a:schemeClr val="tx1">
                    <a:lumMod val="65000"/>
                    <a:lumOff val="35000"/>
                  </a:schemeClr>
                </a:solidFill>
                <a:latin typeface="Segoe UI" panose="020B0502040204020203" pitchFamily="34" charset="0"/>
                <a:cs typeface="Segoe UI" panose="020B0502040204020203" pitchFamily="34" charset="0"/>
              </a:rPr>
              <a:t>Calculation of kinematics &amp; kinetics given motion capture data</a:t>
            </a:r>
          </a:p>
          <a:p>
            <a:pPr marL="342900" indent="-342900">
              <a:lnSpc>
                <a:spcPct val="120000"/>
              </a:lnSpc>
              <a:buFont typeface="Arial" panose="020B0604020202020204" pitchFamily="34" charset="0"/>
              <a:buChar char="•"/>
            </a:pPr>
            <a:r>
              <a:rPr lang="en-US" sz="2800">
                <a:solidFill>
                  <a:schemeClr val="tx1">
                    <a:lumMod val="65000"/>
                    <a:lumOff val="35000"/>
                  </a:schemeClr>
                </a:solidFill>
                <a:latin typeface="Segoe UI" panose="020B0502040204020203" pitchFamily="34" charset="0"/>
                <a:cs typeface="Segoe UI" panose="020B0502040204020203" pitchFamily="34" charset="0"/>
              </a:rPr>
              <a:t>GUI to perform biomechanics operations</a:t>
            </a:r>
          </a:p>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endParaRPr kumimoji="0" lang="en-US" sz="2400" b="0" i="0" u="none" strike="noStrike" kern="0" cap="none" spc="0" normalizeH="0" baseline="0" noProof="0">
              <a:ln>
                <a:noFill/>
              </a:ln>
              <a:solidFill>
                <a:srgbClr val="000000"/>
              </a:solidFill>
              <a:effectLst/>
              <a:uLnTx/>
              <a:uFillTx/>
              <a:latin typeface="Segoe UI" panose="020B0502040204020203" pitchFamily="34" charset="0"/>
              <a:cs typeface="Segoe UI" panose="020B0502040204020203" pitchFamily="34" charset="0"/>
              <a:sym typeface="Arial"/>
            </a:endParaRPr>
          </a:p>
        </p:txBody>
      </p:sp>
      <p:sp>
        <p:nvSpPr>
          <p:cNvPr id="7" name="Rectangle 6">
            <a:extLst>
              <a:ext uri="{FF2B5EF4-FFF2-40B4-BE49-F238E27FC236}">
                <a16:creationId xmlns:a16="http://schemas.microsoft.com/office/drawing/2014/main" id="{DDD0CBCE-685F-7AF6-6A57-A5C3E336E719}"/>
              </a:ext>
            </a:extLst>
          </p:cNvPr>
          <p:cNvSpPr/>
          <p:nvPr/>
        </p:nvSpPr>
        <p:spPr>
          <a:xfrm flipH="1">
            <a:off x="1218308" y="10210398"/>
            <a:ext cx="8723153" cy="561436"/>
          </a:xfrm>
          <a:prstGeom prst="rect">
            <a:avLst/>
          </a:prstGeom>
        </p:spPr>
        <p:txBody>
          <a:bodyPr wrap="square">
            <a:spAutoFit/>
          </a:bodyPr>
          <a:lstStyle/>
          <a:p>
            <a:pPr algn="ctr">
              <a:lnSpc>
                <a:spcPct val="120000"/>
              </a:lnSpc>
            </a:pPr>
            <a:r>
              <a:rPr lang="en-US" sz="2800">
                <a:solidFill>
                  <a:schemeClr val="tx1">
                    <a:lumMod val="65000"/>
                    <a:lumOff val="35000"/>
                  </a:schemeClr>
                </a:solidFill>
                <a:latin typeface="Segoe UI" panose="020B0502040204020203" pitchFamily="34" charset="0"/>
                <a:cs typeface="Segoe UI" panose="020B0502040204020203" pitchFamily="34" charset="0"/>
              </a:rPr>
              <a:t>Model: Musculoskeletal models</a:t>
            </a:r>
          </a:p>
        </p:txBody>
      </p:sp>
    </p:spTree>
    <p:extLst>
      <p:ext uri="{BB962C8B-B14F-4D97-AF65-F5344CB8AC3E}">
        <p14:creationId xmlns:p14="http://schemas.microsoft.com/office/powerpoint/2010/main" val="7538739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ACAD0-8107-419D-87F4-A28EE287A8A6}"/>
              </a:ext>
            </a:extLst>
          </p:cNvPr>
          <p:cNvSpPr txBox="1">
            <a:spLocks/>
          </p:cNvSpPr>
          <p:nvPr/>
        </p:nvSpPr>
        <p:spPr>
          <a:xfrm>
            <a:off x="1339047" y="591781"/>
            <a:ext cx="16798945" cy="211762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7029"/>
              <a:t>Comparison of </a:t>
            </a:r>
            <a:r>
              <a:rPr lang="en-US" sz="7029" err="1"/>
              <a:t>OpenSim</a:t>
            </a:r>
            <a:r>
              <a:rPr lang="en-US" sz="7029"/>
              <a:t> and Visual3D</a:t>
            </a:r>
            <a:endParaRPr lang="en-SG" sz="7029"/>
          </a:p>
        </p:txBody>
      </p:sp>
      <p:pic>
        <p:nvPicPr>
          <p:cNvPr id="4" name="Picture 3">
            <a:extLst>
              <a:ext uri="{FF2B5EF4-FFF2-40B4-BE49-F238E27FC236}">
                <a16:creationId xmlns:a16="http://schemas.microsoft.com/office/drawing/2014/main" id="{FD536061-5CB2-3B77-C4F7-26530940893C}"/>
              </a:ext>
            </a:extLst>
          </p:cNvPr>
          <p:cNvPicPr>
            <a:picLocks noChangeAspect="1"/>
          </p:cNvPicPr>
          <p:nvPr/>
        </p:nvPicPr>
        <p:blipFill>
          <a:blip r:embed="rId3"/>
          <a:stretch>
            <a:fillRect/>
          </a:stretch>
        </p:blipFill>
        <p:spPr>
          <a:xfrm>
            <a:off x="11829995" y="5773315"/>
            <a:ext cx="2285180" cy="2512899"/>
          </a:xfrm>
          <a:prstGeom prst="rect">
            <a:avLst/>
          </a:prstGeom>
        </p:spPr>
      </p:pic>
      <p:sp>
        <p:nvSpPr>
          <p:cNvPr id="8" name="TextBox 7">
            <a:extLst>
              <a:ext uri="{FF2B5EF4-FFF2-40B4-BE49-F238E27FC236}">
                <a16:creationId xmlns:a16="http://schemas.microsoft.com/office/drawing/2014/main" id="{A8667E2F-7CB4-EEFD-C179-6F1E617A3A2D}"/>
              </a:ext>
            </a:extLst>
          </p:cNvPr>
          <p:cNvSpPr txBox="1"/>
          <p:nvPr/>
        </p:nvSpPr>
        <p:spPr>
          <a:xfrm>
            <a:off x="11462694" y="8286214"/>
            <a:ext cx="3019781" cy="369332"/>
          </a:xfrm>
          <a:prstGeom prst="rect">
            <a:avLst/>
          </a:prstGeom>
          <a:noFill/>
        </p:spPr>
        <p:txBody>
          <a:bodyPr wrap="square" rtlCol="0">
            <a:spAutoFit/>
          </a:bodyPr>
          <a:lstStyle/>
          <a:p>
            <a:pPr algn="ctr"/>
            <a:r>
              <a:rPr lang="en-US">
                <a:solidFill>
                  <a:schemeClr val="accent1"/>
                </a:solidFill>
              </a:rPr>
              <a:t>OpenSim Pelvis Body</a:t>
            </a:r>
            <a:r>
              <a:rPr lang="en-US" baseline="30000">
                <a:solidFill>
                  <a:schemeClr val="accent1"/>
                </a:solidFill>
              </a:rPr>
              <a:t>10</a:t>
            </a:r>
          </a:p>
        </p:txBody>
      </p:sp>
      <p:sp>
        <p:nvSpPr>
          <p:cNvPr id="9" name="TextBox 8">
            <a:extLst>
              <a:ext uri="{FF2B5EF4-FFF2-40B4-BE49-F238E27FC236}">
                <a16:creationId xmlns:a16="http://schemas.microsoft.com/office/drawing/2014/main" id="{816F0228-E905-12FE-E143-9B4442D9B334}"/>
              </a:ext>
            </a:extLst>
          </p:cNvPr>
          <p:cNvSpPr txBox="1"/>
          <p:nvPr/>
        </p:nvSpPr>
        <p:spPr>
          <a:xfrm>
            <a:off x="14484662" y="8301603"/>
            <a:ext cx="3624483" cy="707886"/>
          </a:xfrm>
          <a:prstGeom prst="rect">
            <a:avLst/>
          </a:prstGeom>
          <a:noFill/>
        </p:spPr>
        <p:txBody>
          <a:bodyPr wrap="square" rtlCol="0">
            <a:spAutoFit/>
          </a:bodyPr>
          <a:lstStyle/>
          <a:p>
            <a:pPr algn="ctr"/>
            <a:r>
              <a:rPr lang="en-US" sz="2000">
                <a:solidFill>
                  <a:schemeClr val="accent1"/>
                </a:solidFill>
              </a:rPr>
              <a:t>Right component of Visual3D Pelvis Body</a:t>
            </a:r>
            <a:r>
              <a:rPr lang="en-US" sz="2000" baseline="30000">
                <a:solidFill>
                  <a:schemeClr val="accent1"/>
                </a:solidFill>
              </a:rPr>
              <a:t>10</a:t>
            </a:r>
          </a:p>
        </p:txBody>
      </p:sp>
      <p:sp>
        <p:nvSpPr>
          <p:cNvPr id="10" name="Oval 9">
            <a:extLst>
              <a:ext uri="{FF2B5EF4-FFF2-40B4-BE49-F238E27FC236}">
                <a16:creationId xmlns:a16="http://schemas.microsoft.com/office/drawing/2014/main" id="{9D7667A4-3E1A-6EE8-6BFF-EEE18B0C8247}"/>
              </a:ext>
            </a:extLst>
          </p:cNvPr>
          <p:cNvSpPr/>
          <p:nvPr/>
        </p:nvSpPr>
        <p:spPr>
          <a:xfrm>
            <a:off x="10671033" y="2582028"/>
            <a:ext cx="752966" cy="752966"/>
          </a:xfrm>
          <a:prstGeom prst="ellipse">
            <a:avLst/>
          </a:prstGeom>
          <a:gradFill>
            <a:gsLst>
              <a:gs pos="0">
                <a:schemeClr val="accent1">
                  <a:lumMod val="60000"/>
                  <a:lumOff val="40000"/>
                </a:schemeClr>
              </a:gs>
              <a:gs pos="100000">
                <a:schemeClr val="accent1"/>
              </a:gs>
            </a:gsLst>
            <a:lin ang="0" scaled="1"/>
          </a:gradFill>
          <a:ln>
            <a:noFill/>
          </a:ln>
          <a:effectLst>
            <a:outerShdw blurRad="330200" dist="292100" dir="8100000" sx="70000" sy="70000" algn="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400">
              <a:solidFill>
                <a:schemeClr val="tx1">
                  <a:lumMod val="50000"/>
                  <a:lumOff val="50000"/>
                </a:schemeClr>
              </a:solidFill>
            </a:endParaRPr>
          </a:p>
        </p:txBody>
      </p:sp>
      <p:grpSp>
        <p:nvGrpSpPr>
          <p:cNvPr id="11" name="Group 10">
            <a:extLst>
              <a:ext uri="{FF2B5EF4-FFF2-40B4-BE49-F238E27FC236}">
                <a16:creationId xmlns:a16="http://schemas.microsoft.com/office/drawing/2014/main" id="{DD50BB57-E034-9267-6E7A-87B8A6042EF7}"/>
              </a:ext>
            </a:extLst>
          </p:cNvPr>
          <p:cNvGrpSpPr/>
          <p:nvPr/>
        </p:nvGrpSpPr>
        <p:grpSpPr>
          <a:xfrm>
            <a:off x="11763322" y="2709402"/>
            <a:ext cx="6568683" cy="2220775"/>
            <a:chOff x="6323078" y="4426125"/>
            <a:chExt cx="4965319" cy="2220775"/>
          </a:xfrm>
        </p:grpSpPr>
        <p:sp>
          <p:nvSpPr>
            <p:cNvPr id="12" name="TextBox 11">
              <a:extLst>
                <a:ext uri="{FF2B5EF4-FFF2-40B4-BE49-F238E27FC236}">
                  <a16:creationId xmlns:a16="http://schemas.microsoft.com/office/drawing/2014/main" id="{826D3DE6-C479-3590-0CC7-464302150F6E}"/>
                </a:ext>
              </a:extLst>
            </p:cNvPr>
            <p:cNvSpPr txBox="1"/>
            <p:nvPr/>
          </p:nvSpPr>
          <p:spPr>
            <a:xfrm>
              <a:off x="6373477" y="4426125"/>
              <a:ext cx="4661171" cy="584775"/>
            </a:xfrm>
            <a:prstGeom prst="rect">
              <a:avLst/>
            </a:prstGeom>
            <a:noFill/>
          </p:spPr>
          <p:txBody>
            <a:bodyPr wrap="square" rtlCol="0">
              <a:spAutoFit/>
            </a:bodyPr>
            <a:lstStyle/>
            <a:p>
              <a:r>
                <a:rPr lang="en-US" sz="3200">
                  <a:solidFill>
                    <a:schemeClr val="accent1"/>
                  </a:solidFill>
                  <a:latin typeface="Geomanist Regular" panose="02000503000000020004" pitchFamily="50" charset="0"/>
                  <a:cs typeface="Segoe UI Light" panose="020B0502040204020203" pitchFamily="34" charset="0"/>
                </a:rPr>
                <a:t>Different Pelvis Body Definition</a:t>
              </a:r>
              <a:endParaRPr lang="id-ID" sz="3200">
                <a:solidFill>
                  <a:schemeClr val="accent1"/>
                </a:solidFill>
                <a:latin typeface="Geomanist Regular" panose="02000503000000020004" pitchFamily="50" charset="0"/>
                <a:cs typeface="Segoe UI Light" panose="020B0502040204020203" pitchFamily="34" charset="0"/>
              </a:endParaRPr>
            </a:p>
          </p:txBody>
        </p:sp>
        <p:sp>
          <p:nvSpPr>
            <p:cNvPr id="13" name="Rectangle 12">
              <a:extLst>
                <a:ext uri="{FF2B5EF4-FFF2-40B4-BE49-F238E27FC236}">
                  <a16:creationId xmlns:a16="http://schemas.microsoft.com/office/drawing/2014/main" id="{BD0A2886-FD46-B885-6BBC-395BA3E72BAD}"/>
                </a:ext>
              </a:extLst>
            </p:cNvPr>
            <p:cNvSpPr/>
            <p:nvPr/>
          </p:nvSpPr>
          <p:spPr>
            <a:xfrm flipH="1">
              <a:off x="6323078" y="5051335"/>
              <a:ext cx="4965319" cy="1595565"/>
            </a:xfrm>
            <a:prstGeom prst="rect">
              <a:avLst/>
            </a:prstGeom>
          </p:spPr>
          <p:txBody>
            <a:bodyPr wrap="square">
              <a:spAutoFit/>
            </a:bodyPr>
            <a:lstStyle/>
            <a:p>
              <a:pPr marL="342900" indent="-342900">
                <a:lnSpc>
                  <a:spcPct val="120000"/>
                </a:lnSpc>
                <a:buFont typeface="Arial" panose="020B0604020202020204" pitchFamily="34" charset="0"/>
                <a:buChar char="•"/>
              </a:pPr>
              <a:r>
                <a:rPr lang="en-US" sz="2800" b="1">
                  <a:solidFill>
                    <a:srgbClr val="595959"/>
                  </a:solidFill>
                  <a:latin typeface="Segoe UI" panose="020B0502040204020203" pitchFamily="34" charset="0"/>
                  <a:cs typeface="Segoe UI" panose="020B0502040204020203" pitchFamily="34" charset="0"/>
                </a:rPr>
                <a:t>Visual3D: </a:t>
              </a:r>
              <a:r>
                <a:rPr lang="en-US" sz="2800">
                  <a:solidFill>
                    <a:srgbClr val="595959"/>
                  </a:solidFill>
                  <a:latin typeface="Segoe UI" panose="020B0502040204020203" pitchFamily="34" charset="0"/>
                  <a:cs typeface="Segoe UI" panose="020B0502040204020203" pitchFamily="34" charset="0"/>
                </a:rPr>
                <a:t>Two bodies, respective to motion of left and right limb</a:t>
              </a:r>
              <a:endParaRPr lang="en-US" sz="2800" b="1">
                <a:solidFill>
                  <a:srgbClr val="595959"/>
                </a:solidFill>
                <a:latin typeface="Segoe UI" panose="020B0502040204020203" pitchFamily="34" charset="0"/>
                <a:cs typeface="Segoe UI" panose="020B0502040204020203" pitchFamily="34" charset="0"/>
              </a:endParaRPr>
            </a:p>
            <a:p>
              <a:pPr marL="342900" indent="-342900">
                <a:lnSpc>
                  <a:spcPct val="120000"/>
                </a:lnSpc>
                <a:buFont typeface="Arial" panose="020B0604020202020204" pitchFamily="34" charset="0"/>
                <a:buChar char="•"/>
              </a:pPr>
              <a:r>
                <a:rPr lang="en-US" sz="2800" b="1">
                  <a:solidFill>
                    <a:srgbClr val="595959"/>
                  </a:solidFill>
                  <a:latin typeface="Segoe UI" panose="020B0502040204020203" pitchFamily="34" charset="0"/>
                  <a:cs typeface="Segoe UI" panose="020B0502040204020203" pitchFamily="34" charset="0"/>
                </a:rPr>
                <a:t>OpenSim:</a:t>
              </a:r>
              <a:r>
                <a:rPr lang="en-US" sz="2800">
                  <a:solidFill>
                    <a:srgbClr val="595959"/>
                  </a:solidFill>
                  <a:latin typeface="Segoe UI" panose="020B0502040204020203" pitchFamily="34" charset="0"/>
                  <a:cs typeface="Segoe UI" panose="020B0502040204020203" pitchFamily="34" charset="0"/>
                </a:rPr>
                <a:t> One body</a:t>
              </a:r>
            </a:p>
          </p:txBody>
        </p:sp>
      </p:grpSp>
      <p:sp>
        <p:nvSpPr>
          <p:cNvPr id="14" name="TextBox 13">
            <a:extLst>
              <a:ext uri="{FF2B5EF4-FFF2-40B4-BE49-F238E27FC236}">
                <a16:creationId xmlns:a16="http://schemas.microsoft.com/office/drawing/2014/main" id="{3D5D87A2-EAFE-80FD-4194-1EF49BBC1A3C}"/>
              </a:ext>
            </a:extLst>
          </p:cNvPr>
          <p:cNvSpPr txBox="1"/>
          <p:nvPr/>
        </p:nvSpPr>
        <p:spPr>
          <a:xfrm>
            <a:off x="10786143" y="2730303"/>
            <a:ext cx="609600" cy="461665"/>
          </a:xfrm>
          <a:prstGeom prst="rect">
            <a:avLst/>
          </a:prstGeom>
          <a:noFill/>
        </p:spPr>
        <p:txBody>
          <a:bodyPr wrap="square" rtlCol="0">
            <a:spAutoFit/>
          </a:bodyPr>
          <a:lstStyle/>
          <a:p>
            <a:r>
              <a:rPr lang="en-US" sz="2400" b="1">
                <a:solidFill>
                  <a:schemeClr val="bg1"/>
                </a:solidFill>
                <a:latin typeface="Geomanist" panose="02000503000000020004" pitchFamily="50" charset="0"/>
              </a:rPr>
              <a:t>02</a:t>
            </a:r>
            <a:endParaRPr lang="en-GB" sz="2400" b="1">
              <a:solidFill>
                <a:schemeClr val="bg1"/>
              </a:solidFill>
              <a:latin typeface="Geomanist" panose="02000503000000020004" pitchFamily="50" charset="0"/>
            </a:endParaRPr>
          </a:p>
        </p:txBody>
      </p:sp>
      <p:grpSp>
        <p:nvGrpSpPr>
          <p:cNvPr id="15" name="Group 14">
            <a:extLst>
              <a:ext uri="{FF2B5EF4-FFF2-40B4-BE49-F238E27FC236}">
                <a16:creationId xmlns:a16="http://schemas.microsoft.com/office/drawing/2014/main" id="{9CC731D7-228A-3AFA-8E82-C6134489B8C3}"/>
              </a:ext>
            </a:extLst>
          </p:cNvPr>
          <p:cNvGrpSpPr/>
          <p:nvPr/>
        </p:nvGrpSpPr>
        <p:grpSpPr>
          <a:xfrm>
            <a:off x="2186146" y="2710567"/>
            <a:ext cx="8117587" cy="5800869"/>
            <a:chOff x="6391496" y="4385057"/>
            <a:chExt cx="5280374" cy="5338896"/>
          </a:xfrm>
        </p:grpSpPr>
        <p:sp>
          <p:nvSpPr>
            <p:cNvPr id="16" name="TextBox 15">
              <a:extLst>
                <a:ext uri="{FF2B5EF4-FFF2-40B4-BE49-F238E27FC236}">
                  <a16:creationId xmlns:a16="http://schemas.microsoft.com/office/drawing/2014/main" id="{2A7D9975-204F-FCF6-04DB-838A7490BAED}"/>
                </a:ext>
              </a:extLst>
            </p:cNvPr>
            <p:cNvSpPr txBox="1"/>
            <p:nvPr/>
          </p:nvSpPr>
          <p:spPr>
            <a:xfrm>
              <a:off x="6435145" y="4385057"/>
              <a:ext cx="5236725" cy="584775"/>
            </a:xfrm>
            <a:prstGeom prst="rect">
              <a:avLst/>
            </a:prstGeom>
            <a:noFill/>
          </p:spPr>
          <p:txBody>
            <a:bodyPr wrap="square" rtlCol="0">
              <a:spAutoFit/>
            </a:bodyPr>
            <a:lstStyle/>
            <a:p>
              <a:r>
                <a:rPr lang="en-US" sz="3200" b="1">
                  <a:solidFill>
                    <a:schemeClr val="accent1"/>
                  </a:solidFill>
                  <a:latin typeface="Geomanist Regular" panose="02000503000000020004" pitchFamily="50" charset="0"/>
                  <a:cs typeface="Segoe UI Light" panose="020B0502040204020203" pitchFamily="34" charset="0"/>
                </a:rPr>
                <a:t>Different Inverse Kinematic Algorithms </a:t>
              </a:r>
              <a:endParaRPr lang="id-ID" sz="3200" b="1">
                <a:solidFill>
                  <a:schemeClr val="accent1"/>
                </a:solidFill>
                <a:latin typeface="Geomanist Regular" panose="02000503000000020004" pitchFamily="50" charset="0"/>
                <a:cs typeface="Segoe UI Light" panose="020B0502040204020203" pitchFamily="34" charset="0"/>
              </a:endParaRPr>
            </a:p>
          </p:txBody>
        </p:sp>
        <p:sp>
          <p:nvSpPr>
            <p:cNvPr id="17" name="Rectangle 16">
              <a:extLst>
                <a:ext uri="{FF2B5EF4-FFF2-40B4-BE49-F238E27FC236}">
                  <a16:creationId xmlns:a16="http://schemas.microsoft.com/office/drawing/2014/main" id="{B111AD16-1A32-960E-F75A-5AC8C578BA04}"/>
                </a:ext>
              </a:extLst>
            </p:cNvPr>
            <p:cNvSpPr/>
            <p:nvPr/>
          </p:nvSpPr>
          <p:spPr>
            <a:xfrm flipH="1">
              <a:off x="6391496" y="5060219"/>
              <a:ext cx="4795169" cy="4663734"/>
            </a:xfrm>
            <a:prstGeom prst="rect">
              <a:avLst/>
            </a:prstGeom>
          </p:spPr>
          <p:txBody>
            <a:bodyPr wrap="square">
              <a:spAutoFit/>
            </a:bodyPr>
            <a:lstStyle/>
            <a:p>
              <a:pPr marL="342900" indent="-342900">
                <a:lnSpc>
                  <a:spcPct val="120000"/>
                </a:lnSpc>
                <a:buFont typeface="Arial" panose="020B0604020202020204" pitchFamily="34" charset="0"/>
                <a:buChar char="•"/>
              </a:pPr>
              <a:r>
                <a:rPr lang="en-US" sz="2800" b="1">
                  <a:solidFill>
                    <a:srgbClr val="595959"/>
                  </a:solidFill>
                  <a:latin typeface="Segoe UI" panose="020B0502040204020203" pitchFamily="34" charset="0"/>
                  <a:cs typeface="Segoe UI" panose="020B0502040204020203" pitchFamily="34" charset="0"/>
                </a:rPr>
                <a:t>Visual3D:</a:t>
              </a:r>
              <a:r>
                <a:rPr lang="en-US" sz="2800" b="1">
                  <a:solidFill>
                    <a:schemeClr val="tx1">
                      <a:lumMod val="50000"/>
                      <a:lumOff val="50000"/>
                    </a:schemeClr>
                  </a:solidFill>
                  <a:latin typeface="Segoe UI" panose="020B0502040204020203" pitchFamily="34" charset="0"/>
                  <a:cs typeface="Segoe UI" panose="020B0502040204020203" pitchFamily="34" charset="0"/>
                </a:rPr>
                <a:t> </a:t>
              </a:r>
              <a:r>
                <a:rPr lang="en-US" sz="2800" b="1">
                  <a:solidFill>
                    <a:srgbClr val="2C3D76"/>
                  </a:solidFill>
                  <a:latin typeface="Segoe UI" panose="020B0502040204020203" pitchFamily="34" charset="0"/>
                  <a:cs typeface="Segoe UI" panose="020B0502040204020203" pitchFamily="34" charset="0"/>
                </a:rPr>
                <a:t>Segment </a:t>
              </a:r>
              <a:r>
                <a:rPr lang="en-US" sz="2800" b="1" err="1">
                  <a:solidFill>
                    <a:srgbClr val="2C3D76"/>
                  </a:solidFill>
                  <a:latin typeface="Segoe UI" panose="020B0502040204020203" pitchFamily="34" charset="0"/>
                  <a:cs typeface="Segoe UI" panose="020B0502040204020203" pitchFamily="34" charset="0"/>
                </a:rPr>
                <a:t>Optimisation</a:t>
              </a:r>
              <a:endParaRPr lang="en-US" sz="2800" b="1">
                <a:solidFill>
                  <a:srgbClr val="2C3D76"/>
                </a:solidFill>
                <a:latin typeface="Segoe UI" panose="020B0502040204020203" pitchFamily="34" charset="0"/>
                <a:cs typeface="Segoe UI" panose="020B0502040204020203" pitchFamily="34" charset="0"/>
              </a:endParaRPr>
            </a:p>
            <a:p>
              <a:pPr marL="800100" lvl="1" indent="-342900">
                <a:lnSpc>
                  <a:spcPct val="120000"/>
                </a:lnSpc>
                <a:buFont typeface="Courier New" panose="02070309020205020404" pitchFamily="49" charset="0"/>
                <a:buChar char="o"/>
              </a:pPr>
              <a:r>
                <a:rPr lang="en-US" sz="2800">
                  <a:solidFill>
                    <a:srgbClr val="595959"/>
                  </a:solidFill>
                  <a:latin typeface="Segoe UI" panose="020B0502040204020203" pitchFamily="34" charset="0"/>
                  <a:cs typeface="Segoe UI" panose="020B0502040204020203" pitchFamily="34" charset="0"/>
                </a:rPr>
                <a:t>Computes position and orientation of each individual body segment of model</a:t>
              </a:r>
            </a:p>
            <a:p>
              <a:pPr marL="800100" lvl="1" indent="-342900">
                <a:lnSpc>
                  <a:spcPct val="120000"/>
                </a:lnSpc>
                <a:buFont typeface="Courier New" panose="02070309020205020404" pitchFamily="49" charset="0"/>
                <a:buChar char="o"/>
              </a:pPr>
              <a:r>
                <a:rPr lang="en-US" sz="2800">
                  <a:solidFill>
                    <a:srgbClr val="595959"/>
                  </a:solidFill>
                  <a:latin typeface="Segoe UI" panose="020B0502040204020203" pitchFamily="34" charset="0"/>
                  <a:cs typeface="Segoe UI" panose="020B0502040204020203" pitchFamily="34" charset="0"/>
                </a:rPr>
                <a:t>Joint has </a:t>
              </a:r>
              <a:r>
                <a:rPr lang="en-US" sz="2800">
                  <a:solidFill>
                    <a:srgbClr val="2C3D76"/>
                  </a:solidFill>
                  <a:latin typeface="Segoe UI" panose="020B0502040204020203" pitchFamily="34" charset="0"/>
                  <a:cs typeface="Segoe UI" panose="020B0502040204020203" pitchFamily="34" charset="0"/>
                </a:rPr>
                <a:t>6 degrees of freedom (DOF) </a:t>
              </a:r>
              <a:r>
                <a:rPr lang="en-US" sz="2400">
                  <a:solidFill>
                    <a:srgbClr val="C00000"/>
                  </a:solidFill>
                  <a:latin typeface="Segoe UI" panose="020B0502040204020203" pitchFamily="34" charset="0"/>
                  <a:cs typeface="Segoe UI" panose="020B0502040204020203" pitchFamily="34" charset="0"/>
                </a:rPr>
                <a:t>(Note: Joints constraints allowed but 6 DOF maintained to obtain as much information)</a:t>
              </a:r>
            </a:p>
            <a:p>
              <a:pPr marL="800100" lvl="1" indent="-342900">
                <a:lnSpc>
                  <a:spcPct val="120000"/>
                </a:lnSpc>
                <a:buFont typeface="Courier New" panose="02070309020205020404" pitchFamily="49" charset="0"/>
                <a:buChar char="o"/>
              </a:pPr>
              <a:endParaRPr lang="en-US" sz="2800">
                <a:solidFill>
                  <a:srgbClr val="C00000"/>
                </a:solidFill>
                <a:latin typeface="Segoe UI" panose="020B0502040204020203" pitchFamily="34" charset="0"/>
                <a:cs typeface="Segoe UI" panose="020B0502040204020203" pitchFamily="34" charset="0"/>
              </a:endParaRPr>
            </a:p>
            <a:p>
              <a:pPr marL="342900" indent="-342900">
                <a:lnSpc>
                  <a:spcPct val="120000"/>
                </a:lnSpc>
                <a:buFont typeface="Arial" panose="020B0604020202020204" pitchFamily="34" charset="0"/>
                <a:buChar char="•"/>
              </a:pPr>
              <a:r>
                <a:rPr lang="en-US" sz="2800" b="1">
                  <a:solidFill>
                    <a:srgbClr val="595959"/>
                  </a:solidFill>
                  <a:latin typeface="Segoe UI" panose="020B0502040204020203" pitchFamily="34" charset="0"/>
                  <a:cs typeface="Segoe UI" panose="020B0502040204020203" pitchFamily="34" charset="0"/>
                </a:rPr>
                <a:t>OpenSim: </a:t>
              </a:r>
              <a:r>
                <a:rPr lang="en-US" sz="2800" b="1">
                  <a:solidFill>
                    <a:srgbClr val="2C3D76"/>
                  </a:solidFill>
                  <a:latin typeface="Segoe UI" panose="020B0502040204020203" pitchFamily="34" charset="0"/>
                  <a:cs typeface="Segoe UI" panose="020B0502040204020203" pitchFamily="34" charset="0"/>
                </a:rPr>
                <a:t>Global </a:t>
              </a:r>
              <a:r>
                <a:rPr lang="en-US" sz="2800" b="1" err="1">
                  <a:solidFill>
                    <a:srgbClr val="2C3D76"/>
                  </a:solidFill>
                  <a:latin typeface="Segoe UI" panose="020B0502040204020203" pitchFamily="34" charset="0"/>
                  <a:cs typeface="Segoe UI" panose="020B0502040204020203" pitchFamily="34" charset="0"/>
                </a:rPr>
                <a:t>Optimisation</a:t>
              </a:r>
              <a:endParaRPr lang="en-US" sz="2800" b="1">
                <a:solidFill>
                  <a:srgbClr val="2C3D76"/>
                </a:solidFill>
                <a:latin typeface="Segoe UI" panose="020B0502040204020203" pitchFamily="34" charset="0"/>
                <a:cs typeface="Segoe UI" panose="020B0502040204020203" pitchFamily="34" charset="0"/>
              </a:endParaRPr>
            </a:p>
            <a:p>
              <a:pPr marL="800100" lvl="1" indent="-342900">
                <a:lnSpc>
                  <a:spcPct val="120000"/>
                </a:lnSpc>
                <a:buFont typeface="Courier New" panose="02070309020205020404" pitchFamily="49" charset="0"/>
                <a:buChar char="o"/>
              </a:pPr>
              <a:r>
                <a:rPr lang="en-US" sz="2800">
                  <a:solidFill>
                    <a:srgbClr val="595959"/>
                  </a:solidFill>
                  <a:latin typeface="Segoe UI" panose="020B0502040204020203" pitchFamily="34" charset="0"/>
                  <a:cs typeface="Segoe UI" panose="020B0502040204020203" pitchFamily="34" charset="0"/>
                </a:rPr>
                <a:t>Each joint constrained to </a:t>
              </a:r>
              <a:r>
                <a:rPr lang="en-US" sz="2800">
                  <a:solidFill>
                    <a:srgbClr val="2C3D76"/>
                  </a:solidFill>
                  <a:latin typeface="Segoe UI" panose="020B0502040204020203" pitchFamily="34" charset="0"/>
                  <a:cs typeface="Segoe UI" panose="020B0502040204020203" pitchFamily="34" charset="0"/>
                </a:rPr>
                <a:t>anatomical linkage constraints</a:t>
              </a:r>
            </a:p>
          </p:txBody>
        </p:sp>
      </p:grpSp>
      <p:sp>
        <p:nvSpPr>
          <p:cNvPr id="18" name="TextBox 17">
            <a:extLst>
              <a:ext uri="{FF2B5EF4-FFF2-40B4-BE49-F238E27FC236}">
                <a16:creationId xmlns:a16="http://schemas.microsoft.com/office/drawing/2014/main" id="{544D9E5A-2253-5CAC-22F2-BF2DFF5134B8}"/>
              </a:ext>
            </a:extLst>
          </p:cNvPr>
          <p:cNvSpPr txBox="1"/>
          <p:nvPr/>
        </p:nvSpPr>
        <p:spPr>
          <a:xfrm>
            <a:off x="2121863" y="2772536"/>
            <a:ext cx="609600" cy="461665"/>
          </a:xfrm>
          <a:prstGeom prst="rect">
            <a:avLst/>
          </a:prstGeom>
          <a:noFill/>
        </p:spPr>
        <p:txBody>
          <a:bodyPr wrap="square" rtlCol="0">
            <a:spAutoFit/>
          </a:bodyPr>
          <a:lstStyle/>
          <a:p>
            <a:r>
              <a:rPr lang="en-US" sz="2400" b="1">
                <a:solidFill>
                  <a:schemeClr val="bg1"/>
                </a:solidFill>
                <a:latin typeface="Geomanist" panose="02000503000000020004" pitchFamily="50" charset="0"/>
              </a:rPr>
              <a:t>02</a:t>
            </a:r>
            <a:endParaRPr lang="en-GB" sz="2400" b="1">
              <a:solidFill>
                <a:schemeClr val="bg1"/>
              </a:solidFill>
              <a:latin typeface="Geomanist" panose="02000503000000020004" pitchFamily="50" charset="0"/>
            </a:endParaRPr>
          </a:p>
        </p:txBody>
      </p:sp>
      <p:sp>
        <p:nvSpPr>
          <p:cNvPr id="19" name="Oval 18">
            <a:extLst>
              <a:ext uri="{FF2B5EF4-FFF2-40B4-BE49-F238E27FC236}">
                <a16:creationId xmlns:a16="http://schemas.microsoft.com/office/drawing/2014/main" id="{0ED9C43B-DFBC-357E-A47E-8566CE55DBC3}"/>
              </a:ext>
            </a:extLst>
          </p:cNvPr>
          <p:cNvSpPr/>
          <p:nvPr/>
        </p:nvSpPr>
        <p:spPr>
          <a:xfrm>
            <a:off x="1339046" y="2600676"/>
            <a:ext cx="752966" cy="752966"/>
          </a:xfrm>
          <a:prstGeom prst="ellipse">
            <a:avLst/>
          </a:prstGeom>
          <a:gradFill>
            <a:gsLst>
              <a:gs pos="0">
                <a:schemeClr val="accent1">
                  <a:lumMod val="60000"/>
                  <a:lumOff val="40000"/>
                </a:schemeClr>
              </a:gs>
              <a:gs pos="100000">
                <a:schemeClr val="accent1"/>
              </a:gs>
            </a:gsLst>
            <a:lin ang="0" scaled="1"/>
          </a:gradFill>
          <a:ln>
            <a:noFill/>
          </a:ln>
          <a:effectLst>
            <a:outerShdw blurRad="330200" dist="292100" dir="8100000" sx="70000" sy="70000" algn="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400">
              <a:solidFill>
                <a:schemeClr val="tx1">
                  <a:lumMod val="50000"/>
                  <a:lumOff val="50000"/>
                </a:schemeClr>
              </a:solidFill>
            </a:endParaRPr>
          </a:p>
        </p:txBody>
      </p:sp>
      <p:sp>
        <p:nvSpPr>
          <p:cNvPr id="20" name="TextBox 19">
            <a:extLst>
              <a:ext uri="{FF2B5EF4-FFF2-40B4-BE49-F238E27FC236}">
                <a16:creationId xmlns:a16="http://schemas.microsoft.com/office/drawing/2014/main" id="{1494F29F-C244-AA0C-8D83-E31CE29CACEB}"/>
              </a:ext>
            </a:extLst>
          </p:cNvPr>
          <p:cNvSpPr txBox="1"/>
          <p:nvPr/>
        </p:nvSpPr>
        <p:spPr>
          <a:xfrm>
            <a:off x="1454156" y="2748951"/>
            <a:ext cx="609600" cy="461665"/>
          </a:xfrm>
          <a:prstGeom prst="rect">
            <a:avLst/>
          </a:prstGeom>
          <a:noFill/>
        </p:spPr>
        <p:txBody>
          <a:bodyPr wrap="square" rtlCol="0">
            <a:spAutoFit/>
          </a:bodyPr>
          <a:lstStyle/>
          <a:p>
            <a:r>
              <a:rPr lang="en-US" sz="2400" b="1">
                <a:solidFill>
                  <a:schemeClr val="bg1"/>
                </a:solidFill>
                <a:latin typeface="Geomanist" panose="02000503000000020004" pitchFamily="50" charset="0"/>
              </a:rPr>
              <a:t>01</a:t>
            </a:r>
            <a:endParaRPr lang="en-GB" sz="2400" b="1">
              <a:solidFill>
                <a:schemeClr val="bg1"/>
              </a:solidFill>
              <a:latin typeface="Geomanist" panose="02000503000000020004" pitchFamily="50" charset="0"/>
            </a:endParaRPr>
          </a:p>
        </p:txBody>
      </p:sp>
      <p:pic>
        <p:nvPicPr>
          <p:cNvPr id="21" name="Picture 20">
            <a:extLst>
              <a:ext uri="{FF2B5EF4-FFF2-40B4-BE49-F238E27FC236}">
                <a16:creationId xmlns:a16="http://schemas.microsoft.com/office/drawing/2014/main" id="{B58E7336-602C-E58C-1E35-05C73E7F6E8E}"/>
              </a:ext>
            </a:extLst>
          </p:cNvPr>
          <p:cNvPicPr>
            <a:picLocks noChangeAspect="1"/>
          </p:cNvPicPr>
          <p:nvPr/>
        </p:nvPicPr>
        <p:blipFill rotWithShape="1">
          <a:blip r:embed="rId4"/>
          <a:srcRect t="47500"/>
          <a:stretch/>
        </p:blipFill>
        <p:spPr>
          <a:xfrm>
            <a:off x="14644532" y="5289420"/>
            <a:ext cx="4123448" cy="3000403"/>
          </a:xfrm>
          <a:prstGeom prst="rect">
            <a:avLst/>
          </a:prstGeom>
        </p:spPr>
      </p:pic>
    </p:spTree>
    <p:extLst>
      <p:ext uri="{BB962C8B-B14F-4D97-AF65-F5344CB8AC3E}">
        <p14:creationId xmlns:p14="http://schemas.microsoft.com/office/powerpoint/2010/main" val="1210263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ACAD0-8107-419D-87F4-A28EE287A8A6}"/>
              </a:ext>
            </a:extLst>
          </p:cNvPr>
          <p:cNvSpPr txBox="1">
            <a:spLocks/>
          </p:cNvSpPr>
          <p:nvPr/>
        </p:nvSpPr>
        <p:spPr>
          <a:xfrm>
            <a:off x="1339047" y="591781"/>
            <a:ext cx="16798945" cy="211762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7029"/>
              <a:t>Method: RRIS Motion Capture Data</a:t>
            </a:r>
            <a:endParaRPr lang="en-SG" sz="7029"/>
          </a:p>
        </p:txBody>
      </p:sp>
      <p:pic>
        <p:nvPicPr>
          <p:cNvPr id="3" name="Picture 2" descr="Fig. 7">
            <a:extLst>
              <a:ext uri="{FF2B5EF4-FFF2-40B4-BE49-F238E27FC236}">
                <a16:creationId xmlns:a16="http://schemas.microsoft.com/office/drawing/2014/main" id="{99756342-99DA-4092-DD45-051480D7F6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5798" y="2972603"/>
            <a:ext cx="6979174" cy="673367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Fig. 8">
            <a:extLst>
              <a:ext uri="{FF2B5EF4-FFF2-40B4-BE49-F238E27FC236}">
                <a16:creationId xmlns:a16="http://schemas.microsoft.com/office/drawing/2014/main" id="{8ED4BD4C-2EE8-C445-516A-E9B5231764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81335" y="2972602"/>
            <a:ext cx="6849606" cy="673367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955E8C5-DCEA-5D42-E66E-1C986D75FA13}"/>
              </a:ext>
            </a:extLst>
          </p:cNvPr>
          <p:cNvSpPr/>
          <p:nvPr/>
        </p:nvSpPr>
        <p:spPr>
          <a:xfrm>
            <a:off x="15557111" y="6339441"/>
            <a:ext cx="2422967" cy="3387213"/>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A1414212-5019-22DB-10E2-8D2E90C285E2}"/>
              </a:ext>
            </a:extLst>
          </p:cNvPr>
          <p:cNvSpPr txBox="1"/>
          <p:nvPr/>
        </p:nvSpPr>
        <p:spPr>
          <a:xfrm>
            <a:off x="2730715" y="9726654"/>
            <a:ext cx="5549339" cy="461665"/>
          </a:xfrm>
          <a:prstGeom prst="rect">
            <a:avLst/>
          </a:prstGeom>
          <a:noFill/>
        </p:spPr>
        <p:txBody>
          <a:bodyPr wrap="square" rtlCol="0">
            <a:spAutoFit/>
          </a:bodyPr>
          <a:lstStyle/>
          <a:p>
            <a:pPr algn="ctr"/>
            <a:r>
              <a:rPr lang="en-US" sz="2400">
                <a:solidFill>
                  <a:schemeClr val="accent1"/>
                </a:solidFill>
              </a:rPr>
              <a:t>Upper-limb dynamic trials</a:t>
            </a:r>
            <a:r>
              <a:rPr lang="en-US" sz="2400" baseline="30000">
                <a:solidFill>
                  <a:schemeClr val="accent1"/>
                </a:solidFill>
              </a:rPr>
              <a:t>1</a:t>
            </a:r>
          </a:p>
        </p:txBody>
      </p:sp>
      <p:sp>
        <p:nvSpPr>
          <p:cNvPr id="22" name="TextBox 21">
            <a:extLst>
              <a:ext uri="{FF2B5EF4-FFF2-40B4-BE49-F238E27FC236}">
                <a16:creationId xmlns:a16="http://schemas.microsoft.com/office/drawing/2014/main" id="{7291725F-F819-99AC-E332-218FAD929522}"/>
              </a:ext>
            </a:extLst>
          </p:cNvPr>
          <p:cNvSpPr txBox="1"/>
          <p:nvPr/>
        </p:nvSpPr>
        <p:spPr>
          <a:xfrm>
            <a:off x="11748441" y="9726654"/>
            <a:ext cx="5549339" cy="461665"/>
          </a:xfrm>
          <a:prstGeom prst="rect">
            <a:avLst/>
          </a:prstGeom>
          <a:noFill/>
        </p:spPr>
        <p:txBody>
          <a:bodyPr wrap="square" rtlCol="0">
            <a:spAutoFit/>
          </a:bodyPr>
          <a:lstStyle/>
          <a:p>
            <a:pPr algn="ctr"/>
            <a:r>
              <a:rPr lang="en-US" sz="2400">
                <a:solidFill>
                  <a:schemeClr val="accent1"/>
                </a:solidFill>
              </a:rPr>
              <a:t>Lower-limb dynamic trials</a:t>
            </a:r>
            <a:r>
              <a:rPr lang="en-US" sz="2400" baseline="30000">
                <a:solidFill>
                  <a:schemeClr val="accent1"/>
                </a:solidFill>
              </a:rPr>
              <a:t>1</a:t>
            </a:r>
          </a:p>
        </p:txBody>
      </p:sp>
      <p:sp>
        <p:nvSpPr>
          <p:cNvPr id="23" name="TextBox 22">
            <a:extLst>
              <a:ext uri="{FF2B5EF4-FFF2-40B4-BE49-F238E27FC236}">
                <a16:creationId xmlns:a16="http://schemas.microsoft.com/office/drawing/2014/main" id="{DE195F27-F064-0364-9A91-48AC6FF4498D}"/>
              </a:ext>
            </a:extLst>
          </p:cNvPr>
          <p:cNvSpPr txBox="1"/>
          <p:nvPr/>
        </p:nvSpPr>
        <p:spPr>
          <a:xfrm>
            <a:off x="845388" y="10496602"/>
            <a:ext cx="18631650" cy="400110"/>
          </a:xfrm>
          <a:prstGeom prst="rect">
            <a:avLst/>
          </a:prstGeom>
          <a:noFill/>
        </p:spPr>
        <p:txBody>
          <a:bodyPr wrap="square">
            <a:spAutoFit/>
          </a:bodyPr>
          <a:lstStyle/>
          <a:p>
            <a:pPr algn="ctr"/>
            <a:r>
              <a:rPr lang="en-GB" sz="2000">
                <a:effectLst/>
                <a:latin typeface="Calibri" panose="020F0502020204030204" pitchFamily="34" charset="0"/>
                <a:ea typeface="Calibri" panose="020F0502020204030204" pitchFamily="34" charset="0"/>
              </a:rPr>
              <a:t>[1]	P. Liang </a:t>
            </a:r>
            <a:r>
              <a:rPr lang="en-GB" sz="2000" i="1">
                <a:effectLst/>
                <a:latin typeface="Calibri" panose="020F0502020204030204" pitchFamily="34" charset="0"/>
                <a:ea typeface="Calibri" panose="020F0502020204030204" pitchFamily="34" charset="0"/>
              </a:rPr>
              <a:t>et al.</a:t>
            </a:r>
            <a:r>
              <a:rPr lang="en-GB" sz="2000">
                <a:effectLst/>
                <a:latin typeface="Calibri" panose="020F0502020204030204" pitchFamily="34" charset="0"/>
                <a:ea typeface="Calibri" panose="020F0502020204030204" pitchFamily="34" charset="0"/>
              </a:rPr>
              <a:t>, “An Asian-centric human movement database capturing activities of daily living,” </a:t>
            </a:r>
            <a:r>
              <a:rPr lang="en-GB" sz="2000" i="1">
                <a:effectLst/>
                <a:latin typeface="Calibri" panose="020F0502020204030204" pitchFamily="34" charset="0"/>
                <a:ea typeface="Calibri" panose="020F0502020204030204" pitchFamily="34" charset="0"/>
              </a:rPr>
              <a:t>Sci Data</a:t>
            </a:r>
            <a:r>
              <a:rPr lang="en-GB" sz="2000">
                <a:effectLst/>
                <a:latin typeface="Calibri" panose="020F0502020204030204" pitchFamily="34" charset="0"/>
                <a:ea typeface="Calibri" panose="020F0502020204030204" pitchFamily="34" charset="0"/>
              </a:rPr>
              <a:t>, vol. 7, no. 1, Art. no. 1, Sep. 2020, </a:t>
            </a:r>
            <a:r>
              <a:rPr lang="en-GB" sz="2000" err="1">
                <a:effectLst/>
                <a:latin typeface="Calibri" panose="020F0502020204030204" pitchFamily="34" charset="0"/>
                <a:ea typeface="Calibri" panose="020F0502020204030204" pitchFamily="34" charset="0"/>
              </a:rPr>
              <a:t>doi</a:t>
            </a:r>
            <a:r>
              <a:rPr lang="en-GB" sz="2000">
                <a:effectLst/>
                <a:latin typeface="Calibri" panose="020F0502020204030204" pitchFamily="34" charset="0"/>
                <a:ea typeface="Calibri" panose="020F0502020204030204" pitchFamily="34" charset="0"/>
              </a:rPr>
              <a:t>: 10.1038/s41597-020-00627-7</a:t>
            </a:r>
            <a:endParaRPr lang="en-GB" sz="2000"/>
          </a:p>
        </p:txBody>
      </p:sp>
      <p:sp>
        <p:nvSpPr>
          <p:cNvPr id="24" name="Rectangle 23">
            <a:extLst>
              <a:ext uri="{FF2B5EF4-FFF2-40B4-BE49-F238E27FC236}">
                <a16:creationId xmlns:a16="http://schemas.microsoft.com/office/drawing/2014/main" id="{8EDD9281-1D45-6E7E-95EA-11DFE763AFE6}"/>
              </a:ext>
            </a:extLst>
          </p:cNvPr>
          <p:cNvSpPr/>
          <p:nvPr/>
        </p:nvSpPr>
        <p:spPr>
          <a:xfrm>
            <a:off x="1505152" y="1854140"/>
            <a:ext cx="16727561" cy="561436"/>
          </a:xfrm>
          <a:prstGeom prst="rect">
            <a:avLst/>
          </a:prstGeom>
        </p:spPr>
        <p:txBody>
          <a:bodyPr wrap="square">
            <a:spAutoFit/>
          </a:bodyPr>
          <a:lstStyle/>
          <a:p>
            <a:pPr>
              <a:lnSpc>
                <a:spcPct val="120000"/>
              </a:lnSpc>
            </a:pPr>
            <a:r>
              <a:rPr lang="en-US" sz="2800">
                <a:solidFill>
                  <a:srgbClr val="2C3D76"/>
                </a:solidFill>
                <a:latin typeface="Segoe UI" panose="020B0502040204020203" pitchFamily="34" charset="0"/>
                <a:cs typeface="Segoe UI" panose="020B0502040204020203" pitchFamily="34" charset="0"/>
              </a:rPr>
              <a:t>In this work, gait analysis is derived from </a:t>
            </a:r>
            <a:r>
              <a:rPr lang="en-US" sz="2800" u="sng">
                <a:solidFill>
                  <a:srgbClr val="2C3D76"/>
                </a:solidFill>
                <a:latin typeface="Segoe UI" panose="020B0502040204020203" pitchFamily="34" charset="0"/>
                <a:cs typeface="Segoe UI" panose="020B0502040204020203" pitchFamily="34" charset="0"/>
              </a:rPr>
              <a:t>10m walk test for nine subjects.</a:t>
            </a:r>
            <a:endParaRPr kumimoji="0" lang="en-US" sz="2400" i="0" u="none" strike="noStrike" kern="0" cap="none" spc="0" normalizeH="0" baseline="0" noProof="0">
              <a:ln>
                <a:noFill/>
              </a:ln>
              <a:solidFill>
                <a:srgbClr val="000000"/>
              </a:solidFill>
              <a:effectLst/>
              <a:uLnTx/>
              <a:uFillTx/>
              <a:latin typeface="Segoe UI" panose="020B0502040204020203" pitchFamily="34" charset="0"/>
              <a:cs typeface="Segoe UI" panose="020B0502040204020203" pitchFamily="34" charset="0"/>
              <a:sym typeface="Arial"/>
            </a:endParaRPr>
          </a:p>
        </p:txBody>
      </p:sp>
    </p:spTree>
    <p:extLst>
      <p:ext uri="{BB962C8B-B14F-4D97-AF65-F5344CB8AC3E}">
        <p14:creationId xmlns:p14="http://schemas.microsoft.com/office/powerpoint/2010/main" val="4151765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ACAD0-8107-419D-87F4-A28EE287A8A6}"/>
              </a:ext>
            </a:extLst>
          </p:cNvPr>
          <p:cNvSpPr txBox="1">
            <a:spLocks/>
          </p:cNvSpPr>
          <p:nvPr/>
        </p:nvSpPr>
        <p:spPr>
          <a:xfrm>
            <a:off x="1339047" y="591781"/>
            <a:ext cx="16798945" cy="211762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7029"/>
              <a:t>Method: Visual3D</a:t>
            </a:r>
            <a:endParaRPr lang="en-SG" sz="7029"/>
          </a:p>
        </p:txBody>
      </p:sp>
      <p:pic>
        <p:nvPicPr>
          <p:cNvPr id="3" name="Picture 2">
            <a:extLst>
              <a:ext uri="{FF2B5EF4-FFF2-40B4-BE49-F238E27FC236}">
                <a16:creationId xmlns:a16="http://schemas.microsoft.com/office/drawing/2014/main" id="{4F52FB05-F554-A391-3FC1-B92B46A7DD28}"/>
              </a:ext>
            </a:extLst>
          </p:cNvPr>
          <p:cNvPicPr>
            <a:picLocks noChangeAspect="1"/>
          </p:cNvPicPr>
          <p:nvPr/>
        </p:nvPicPr>
        <p:blipFill>
          <a:blip r:embed="rId3"/>
          <a:stretch>
            <a:fillRect/>
          </a:stretch>
        </p:blipFill>
        <p:spPr>
          <a:xfrm>
            <a:off x="1189173" y="6147183"/>
            <a:ext cx="1492030" cy="2759273"/>
          </a:xfrm>
          <a:prstGeom prst="rect">
            <a:avLst/>
          </a:prstGeom>
        </p:spPr>
      </p:pic>
      <p:sp>
        <p:nvSpPr>
          <p:cNvPr id="4" name="Content Placeholder 2">
            <a:extLst>
              <a:ext uri="{FF2B5EF4-FFF2-40B4-BE49-F238E27FC236}">
                <a16:creationId xmlns:a16="http://schemas.microsoft.com/office/drawing/2014/main" id="{EA31243D-F554-57E5-CEC9-8AAF28AA4040}"/>
              </a:ext>
            </a:extLst>
          </p:cNvPr>
          <p:cNvSpPr txBox="1">
            <a:spLocks/>
          </p:cNvSpPr>
          <p:nvPr/>
        </p:nvSpPr>
        <p:spPr>
          <a:xfrm>
            <a:off x="1083139" y="5509764"/>
            <a:ext cx="1913573" cy="854065"/>
          </a:xfrm>
          <a:prstGeom prst="rect">
            <a:avLst/>
          </a:prstGeom>
          <a:noFill/>
          <a:ln>
            <a:noFill/>
          </a:ln>
        </p:spPr>
        <p:txBody>
          <a:bodyPr spcFirstLastPara="1" wrap="square" lIns="194738" tIns="194738" rIns="194738" bIns="194738"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1pPr>
            <a:lvl2pPr marL="914400" marR="0" lvl="1" indent="-317500" algn="ct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2pPr>
            <a:lvl3pPr marL="1371600" marR="0" lvl="2" indent="-317500" algn="ctr" rtl="0">
              <a:lnSpc>
                <a:spcPct val="100000"/>
              </a:lnSpc>
              <a:spcBef>
                <a:spcPts val="160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3pPr>
            <a:lvl4pPr marL="1828800" marR="0" lvl="3" indent="-317500" algn="ctr" rtl="0">
              <a:lnSpc>
                <a:spcPct val="100000"/>
              </a:lnSpc>
              <a:spcBef>
                <a:spcPts val="160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4pPr>
            <a:lvl5pPr marL="2286000" marR="0" lvl="4" indent="-317500" algn="ctr" rtl="0">
              <a:lnSpc>
                <a:spcPct val="100000"/>
              </a:lnSpc>
              <a:spcBef>
                <a:spcPts val="160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5pPr>
            <a:lvl6pPr marL="2743200" marR="0" lvl="5" indent="-317500" algn="ctr" rtl="0">
              <a:lnSpc>
                <a:spcPct val="100000"/>
              </a:lnSpc>
              <a:spcBef>
                <a:spcPts val="160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6pPr>
            <a:lvl7pPr marL="3200400" marR="0" lvl="6" indent="-317500" algn="ctr" rtl="0">
              <a:lnSpc>
                <a:spcPct val="100000"/>
              </a:lnSpc>
              <a:spcBef>
                <a:spcPts val="160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7pPr>
            <a:lvl8pPr marL="3657600" marR="0" lvl="7" indent="-317500" algn="ctr" rtl="0">
              <a:lnSpc>
                <a:spcPct val="100000"/>
              </a:lnSpc>
              <a:spcBef>
                <a:spcPts val="160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8pPr>
            <a:lvl9pPr marL="4114800" marR="0" lvl="8" indent="-317500" algn="ctr" rtl="0">
              <a:lnSpc>
                <a:spcPct val="100000"/>
              </a:lnSpc>
              <a:spcBef>
                <a:spcPts val="1600"/>
              </a:spcBef>
              <a:spcAft>
                <a:spcPts val="160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9pPr>
          </a:lstStyle>
          <a:p>
            <a:pPr marL="0" indent="0" algn="l" defTabSz="1947624">
              <a:lnSpc>
                <a:spcPct val="150000"/>
              </a:lnSpc>
              <a:buClr>
                <a:srgbClr val="191919"/>
              </a:buClr>
              <a:defRPr/>
            </a:pPr>
            <a:r>
              <a:rPr lang="en-SG" sz="2400" kern="0">
                <a:solidFill>
                  <a:schemeClr val="accent1"/>
                </a:solidFill>
                <a:latin typeface="Geomanist" panose="02000503000000020004" pitchFamily="50" charset="0"/>
                <a:cs typeface="Catamaran" panose="020B0604020202020204" charset="0"/>
              </a:rPr>
              <a:t>Static .c3d</a:t>
            </a:r>
          </a:p>
        </p:txBody>
      </p:sp>
      <p:pic>
        <p:nvPicPr>
          <p:cNvPr id="5" name="Picture 4">
            <a:extLst>
              <a:ext uri="{FF2B5EF4-FFF2-40B4-BE49-F238E27FC236}">
                <a16:creationId xmlns:a16="http://schemas.microsoft.com/office/drawing/2014/main" id="{A71FA68F-D8E8-1B2E-01F2-E784C1AB1AFD}"/>
              </a:ext>
            </a:extLst>
          </p:cNvPr>
          <p:cNvPicPr>
            <a:picLocks noChangeAspect="1"/>
          </p:cNvPicPr>
          <p:nvPr/>
        </p:nvPicPr>
        <p:blipFill>
          <a:blip r:embed="rId4"/>
          <a:stretch>
            <a:fillRect/>
          </a:stretch>
        </p:blipFill>
        <p:spPr>
          <a:xfrm>
            <a:off x="5965528" y="5217363"/>
            <a:ext cx="2222405" cy="3517650"/>
          </a:xfrm>
          <a:prstGeom prst="rect">
            <a:avLst/>
          </a:prstGeom>
        </p:spPr>
      </p:pic>
      <p:pic>
        <p:nvPicPr>
          <p:cNvPr id="6" name="Picture 5">
            <a:extLst>
              <a:ext uri="{FF2B5EF4-FFF2-40B4-BE49-F238E27FC236}">
                <a16:creationId xmlns:a16="http://schemas.microsoft.com/office/drawing/2014/main" id="{3769C930-661C-073C-3925-667B3C4C15CE}"/>
              </a:ext>
            </a:extLst>
          </p:cNvPr>
          <p:cNvPicPr>
            <a:picLocks noChangeAspect="1"/>
          </p:cNvPicPr>
          <p:nvPr/>
        </p:nvPicPr>
        <p:blipFill>
          <a:blip r:embed="rId5"/>
          <a:stretch>
            <a:fillRect/>
          </a:stretch>
        </p:blipFill>
        <p:spPr>
          <a:xfrm>
            <a:off x="9619565" y="4002628"/>
            <a:ext cx="2792340" cy="4289111"/>
          </a:xfrm>
          <a:prstGeom prst="rect">
            <a:avLst/>
          </a:prstGeom>
        </p:spPr>
      </p:pic>
      <p:pic>
        <p:nvPicPr>
          <p:cNvPr id="7" name="Picture 6">
            <a:extLst>
              <a:ext uri="{FF2B5EF4-FFF2-40B4-BE49-F238E27FC236}">
                <a16:creationId xmlns:a16="http://schemas.microsoft.com/office/drawing/2014/main" id="{24582485-995E-B122-CD10-23DB8788106A}"/>
              </a:ext>
            </a:extLst>
          </p:cNvPr>
          <p:cNvPicPr>
            <a:picLocks noChangeAspect="1"/>
          </p:cNvPicPr>
          <p:nvPr/>
        </p:nvPicPr>
        <p:blipFill>
          <a:blip r:embed="rId6"/>
          <a:stretch>
            <a:fillRect/>
          </a:stretch>
        </p:blipFill>
        <p:spPr>
          <a:xfrm>
            <a:off x="15682484" y="4416838"/>
            <a:ext cx="3794554" cy="2870283"/>
          </a:xfrm>
          <a:prstGeom prst="rect">
            <a:avLst/>
          </a:prstGeom>
        </p:spPr>
      </p:pic>
      <p:cxnSp>
        <p:nvCxnSpPr>
          <p:cNvPr id="8" name="Connector: Elbow 7">
            <a:extLst>
              <a:ext uri="{FF2B5EF4-FFF2-40B4-BE49-F238E27FC236}">
                <a16:creationId xmlns:a16="http://schemas.microsoft.com/office/drawing/2014/main" id="{3FE9D2E3-C4E7-9C56-5E95-07D993ADF21E}"/>
              </a:ext>
            </a:extLst>
          </p:cNvPr>
          <p:cNvCxnSpPr>
            <a:cxnSpLocks/>
            <a:stCxn id="3" idx="3"/>
            <a:endCxn id="16" idx="1"/>
          </p:cNvCxnSpPr>
          <p:nvPr/>
        </p:nvCxnSpPr>
        <p:spPr>
          <a:xfrm>
            <a:off x="2681203" y="7526820"/>
            <a:ext cx="1031202" cy="535813"/>
          </a:xfrm>
          <a:prstGeom prst="bentConnector3">
            <a:avLst>
              <a:gd name="adj1" fmla="val 50000"/>
            </a:avLst>
          </a:prstGeom>
          <a:ln w="76200">
            <a:tailEnd type="triangle"/>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9D3656DE-08B6-E628-4B4D-96BFB4685D5B}"/>
              </a:ext>
            </a:extLst>
          </p:cNvPr>
          <p:cNvPicPr>
            <a:picLocks noChangeAspect="1"/>
          </p:cNvPicPr>
          <p:nvPr/>
        </p:nvPicPr>
        <p:blipFill>
          <a:blip r:embed="rId7"/>
          <a:stretch>
            <a:fillRect/>
          </a:stretch>
        </p:blipFill>
        <p:spPr>
          <a:xfrm>
            <a:off x="1189173" y="3165557"/>
            <a:ext cx="1701507" cy="2502561"/>
          </a:xfrm>
          <a:prstGeom prst="rect">
            <a:avLst/>
          </a:prstGeom>
        </p:spPr>
      </p:pic>
      <p:sp>
        <p:nvSpPr>
          <p:cNvPr id="10" name="Content Placeholder 2">
            <a:extLst>
              <a:ext uri="{FF2B5EF4-FFF2-40B4-BE49-F238E27FC236}">
                <a16:creationId xmlns:a16="http://schemas.microsoft.com/office/drawing/2014/main" id="{82A7561E-4C53-E170-7416-FA4026012880}"/>
              </a:ext>
            </a:extLst>
          </p:cNvPr>
          <p:cNvSpPr txBox="1">
            <a:spLocks/>
          </p:cNvSpPr>
          <p:nvPr/>
        </p:nvSpPr>
        <p:spPr>
          <a:xfrm>
            <a:off x="941812" y="2438174"/>
            <a:ext cx="2315676" cy="854065"/>
          </a:xfrm>
          <a:prstGeom prst="rect">
            <a:avLst/>
          </a:prstGeom>
          <a:noFill/>
          <a:ln>
            <a:noFill/>
          </a:ln>
        </p:spPr>
        <p:txBody>
          <a:bodyPr spcFirstLastPara="1" wrap="square" lIns="194738" tIns="194738" rIns="194738" bIns="194738"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1pPr>
            <a:lvl2pPr marL="914400" marR="0" lvl="1" indent="-317500" algn="ct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2pPr>
            <a:lvl3pPr marL="1371600" marR="0" lvl="2" indent="-317500" algn="ctr" rtl="0">
              <a:lnSpc>
                <a:spcPct val="100000"/>
              </a:lnSpc>
              <a:spcBef>
                <a:spcPts val="160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3pPr>
            <a:lvl4pPr marL="1828800" marR="0" lvl="3" indent="-317500" algn="ctr" rtl="0">
              <a:lnSpc>
                <a:spcPct val="100000"/>
              </a:lnSpc>
              <a:spcBef>
                <a:spcPts val="160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4pPr>
            <a:lvl5pPr marL="2286000" marR="0" lvl="4" indent="-317500" algn="ctr" rtl="0">
              <a:lnSpc>
                <a:spcPct val="100000"/>
              </a:lnSpc>
              <a:spcBef>
                <a:spcPts val="160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5pPr>
            <a:lvl6pPr marL="2743200" marR="0" lvl="5" indent="-317500" algn="ctr" rtl="0">
              <a:lnSpc>
                <a:spcPct val="100000"/>
              </a:lnSpc>
              <a:spcBef>
                <a:spcPts val="160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6pPr>
            <a:lvl7pPr marL="3200400" marR="0" lvl="6" indent="-317500" algn="ctr" rtl="0">
              <a:lnSpc>
                <a:spcPct val="100000"/>
              </a:lnSpc>
              <a:spcBef>
                <a:spcPts val="160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7pPr>
            <a:lvl8pPr marL="3657600" marR="0" lvl="7" indent="-317500" algn="ctr" rtl="0">
              <a:lnSpc>
                <a:spcPct val="100000"/>
              </a:lnSpc>
              <a:spcBef>
                <a:spcPts val="160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8pPr>
            <a:lvl9pPr marL="4114800" marR="0" lvl="8" indent="-317500" algn="ctr" rtl="0">
              <a:lnSpc>
                <a:spcPct val="100000"/>
              </a:lnSpc>
              <a:spcBef>
                <a:spcPts val="1600"/>
              </a:spcBef>
              <a:spcAft>
                <a:spcPts val="160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9pPr>
          </a:lstStyle>
          <a:p>
            <a:pPr marL="0" indent="0" algn="l" defTabSz="1947624">
              <a:lnSpc>
                <a:spcPct val="150000"/>
              </a:lnSpc>
              <a:buClr>
                <a:srgbClr val="191919"/>
              </a:buClr>
              <a:defRPr/>
            </a:pPr>
            <a:r>
              <a:rPr lang="en-SG" sz="2400" kern="0">
                <a:solidFill>
                  <a:schemeClr val="accent1"/>
                </a:solidFill>
                <a:latin typeface="Geomanist" panose="02000503000000020004" pitchFamily="50" charset="0"/>
                <a:cs typeface="Catamaran" panose="020B0604020202020204" charset="0"/>
              </a:rPr>
              <a:t>Dynamic .c3d</a:t>
            </a:r>
          </a:p>
        </p:txBody>
      </p:sp>
      <p:cxnSp>
        <p:nvCxnSpPr>
          <p:cNvPr id="11" name="Connector: Elbow 10">
            <a:extLst>
              <a:ext uri="{FF2B5EF4-FFF2-40B4-BE49-F238E27FC236}">
                <a16:creationId xmlns:a16="http://schemas.microsoft.com/office/drawing/2014/main" id="{49F879E9-ED5D-3246-36FD-E3AE6C7429EF}"/>
              </a:ext>
            </a:extLst>
          </p:cNvPr>
          <p:cNvCxnSpPr>
            <a:cxnSpLocks/>
            <a:stCxn id="9" idx="3"/>
            <a:endCxn id="18" idx="1"/>
          </p:cNvCxnSpPr>
          <p:nvPr/>
        </p:nvCxnSpPr>
        <p:spPr>
          <a:xfrm flipV="1">
            <a:off x="2890680" y="3564899"/>
            <a:ext cx="2859424" cy="851939"/>
          </a:xfrm>
          <a:prstGeom prst="bentConnector3">
            <a:avLst>
              <a:gd name="adj1" fmla="val 50000"/>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2" name="Connector: Elbow 11">
            <a:extLst>
              <a:ext uri="{FF2B5EF4-FFF2-40B4-BE49-F238E27FC236}">
                <a16:creationId xmlns:a16="http://schemas.microsoft.com/office/drawing/2014/main" id="{D2793203-3582-B509-AD19-F57C4E80CD08}"/>
              </a:ext>
            </a:extLst>
          </p:cNvPr>
          <p:cNvCxnSpPr>
            <a:cxnSpLocks/>
            <a:stCxn id="5" idx="3"/>
            <a:endCxn id="6" idx="1"/>
          </p:cNvCxnSpPr>
          <p:nvPr/>
        </p:nvCxnSpPr>
        <p:spPr>
          <a:xfrm flipV="1">
            <a:off x="8187933" y="6147184"/>
            <a:ext cx="1431632" cy="829004"/>
          </a:xfrm>
          <a:prstGeom prst="bentConnector3">
            <a:avLst>
              <a:gd name="adj1" fmla="val 50000"/>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A1473BB8-6ACB-EED9-7815-139357A3C84D}"/>
              </a:ext>
            </a:extLst>
          </p:cNvPr>
          <p:cNvCxnSpPr>
            <a:cxnSpLocks/>
            <a:stCxn id="6" idx="3"/>
            <a:endCxn id="20" idx="1"/>
          </p:cNvCxnSpPr>
          <p:nvPr/>
        </p:nvCxnSpPr>
        <p:spPr>
          <a:xfrm flipV="1">
            <a:off x="12411905" y="5436482"/>
            <a:ext cx="657855" cy="710702"/>
          </a:xfrm>
          <a:prstGeom prst="bentConnector3">
            <a:avLst>
              <a:gd name="adj1" fmla="val 50000"/>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9F9AD82D-DCA4-C194-FB82-7469A94C0B3C}"/>
              </a:ext>
            </a:extLst>
          </p:cNvPr>
          <p:cNvSpPr txBox="1"/>
          <p:nvPr/>
        </p:nvSpPr>
        <p:spPr>
          <a:xfrm>
            <a:off x="5668361" y="4752665"/>
            <a:ext cx="2816739" cy="461665"/>
          </a:xfrm>
          <a:prstGeom prst="rect">
            <a:avLst/>
          </a:prstGeom>
          <a:noFill/>
        </p:spPr>
        <p:txBody>
          <a:bodyPr wrap="square" rtlCol="0">
            <a:spAutoFit/>
          </a:bodyPr>
          <a:lstStyle/>
          <a:p>
            <a:pPr algn="ctr"/>
            <a:r>
              <a:rPr lang="en-US" sz="2400">
                <a:solidFill>
                  <a:schemeClr val="accent1"/>
                </a:solidFill>
                <a:latin typeface="Geomanist" panose="02000503000000020004" pitchFamily="50" charset="0"/>
              </a:rPr>
              <a:t>Scaled Model</a:t>
            </a:r>
          </a:p>
        </p:txBody>
      </p:sp>
      <p:sp>
        <p:nvSpPr>
          <p:cNvPr id="15" name="TextBox 14">
            <a:extLst>
              <a:ext uri="{FF2B5EF4-FFF2-40B4-BE49-F238E27FC236}">
                <a16:creationId xmlns:a16="http://schemas.microsoft.com/office/drawing/2014/main" id="{6D840214-9FAB-22EC-39BE-FC6474390A18}"/>
              </a:ext>
            </a:extLst>
          </p:cNvPr>
          <p:cNvSpPr txBox="1"/>
          <p:nvPr/>
        </p:nvSpPr>
        <p:spPr>
          <a:xfrm>
            <a:off x="9607366" y="3518091"/>
            <a:ext cx="2816739" cy="461665"/>
          </a:xfrm>
          <a:prstGeom prst="rect">
            <a:avLst/>
          </a:prstGeom>
          <a:noFill/>
        </p:spPr>
        <p:txBody>
          <a:bodyPr wrap="square" rtlCol="0">
            <a:spAutoFit/>
          </a:bodyPr>
          <a:lstStyle/>
          <a:p>
            <a:pPr algn="ctr"/>
            <a:r>
              <a:rPr lang="en-US" sz="2400">
                <a:solidFill>
                  <a:schemeClr val="accent1"/>
                </a:solidFill>
                <a:latin typeface="Geomanist" panose="02000503000000020004" pitchFamily="50" charset="0"/>
              </a:rPr>
              <a:t>Motion and Forces</a:t>
            </a:r>
          </a:p>
        </p:txBody>
      </p:sp>
      <p:sp>
        <p:nvSpPr>
          <p:cNvPr id="16" name="TextBox 15">
            <a:extLst>
              <a:ext uri="{FF2B5EF4-FFF2-40B4-BE49-F238E27FC236}">
                <a16:creationId xmlns:a16="http://schemas.microsoft.com/office/drawing/2014/main" id="{E15785C3-7072-FCC3-2EDB-11E2454C1E9A}"/>
              </a:ext>
            </a:extLst>
          </p:cNvPr>
          <p:cNvSpPr txBox="1"/>
          <p:nvPr/>
        </p:nvSpPr>
        <p:spPr>
          <a:xfrm>
            <a:off x="3712405" y="7462468"/>
            <a:ext cx="1492030" cy="120032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a:solidFill>
                  <a:schemeClr val="accent1"/>
                </a:solidFill>
                <a:latin typeface="Geomanist" panose="02000503000000020004" pitchFamily="50" charset="0"/>
              </a:rPr>
              <a:t>1) Apply model template</a:t>
            </a:r>
          </a:p>
        </p:txBody>
      </p:sp>
      <p:cxnSp>
        <p:nvCxnSpPr>
          <p:cNvPr id="17" name="Connector: Elbow 16">
            <a:extLst>
              <a:ext uri="{FF2B5EF4-FFF2-40B4-BE49-F238E27FC236}">
                <a16:creationId xmlns:a16="http://schemas.microsoft.com/office/drawing/2014/main" id="{049E9B6D-5843-32FC-C9BE-1B900D068B8F}"/>
              </a:ext>
            </a:extLst>
          </p:cNvPr>
          <p:cNvCxnSpPr>
            <a:cxnSpLocks/>
            <a:stCxn id="16" idx="3"/>
            <a:endCxn id="5" idx="1"/>
          </p:cNvCxnSpPr>
          <p:nvPr/>
        </p:nvCxnSpPr>
        <p:spPr>
          <a:xfrm flipV="1">
            <a:off x="5204435" y="6976188"/>
            <a:ext cx="761093" cy="1086445"/>
          </a:xfrm>
          <a:prstGeom prst="bentConnector3">
            <a:avLst>
              <a:gd name="adj1" fmla="val 50000"/>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4D36A11A-0C10-1BDE-F48D-66CD3E3B0667}"/>
              </a:ext>
            </a:extLst>
          </p:cNvPr>
          <p:cNvSpPr txBox="1"/>
          <p:nvPr/>
        </p:nvSpPr>
        <p:spPr>
          <a:xfrm>
            <a:off x="5750104" y="3149400"/>
            <a:ext cx="2627228" cy="83099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a:solidFill>
                  <a:schemeClr val="accent1"/>
                </a:solidFill>
                <a:latin typeface="Geomanist" panose="02000503000000020004" pitchFamily="50" charset="0"/>
              </a:rPr>
              <a:t>2) Apply dynamic .c3d to model</a:t>
            </a:r>
          </a:p>
        </p:txBody>
      </p:sp>
      <p:cxnSp>
        <p:nvCxnSpPr>
          <p:cNvPr id="19" name="Connector: Elbow 18">
            <a:extLst>
              <a:ext uri="{FF2B5EF4-FFF2-40B4-BE49-F238E27FC236}">
                <a16:creationId xmlns:a16="http://schemas.microsoft.com/office/drawing/2014/main" id="{BF7E0D9A-849D-7471-C7E7-0B3B67A6D552}"/>
              </a:ext>
            </a:extLst>
          </p:cNvPr>
          <p:cNvCxnSpPr>
            <a:cxnSpLocks/>
            <a:stCxn id="18" idx="3"/>
            <a:endCxn id="6" idx="1"/>
          </p:cNvCxnSpPr>
          <p:nvPr/>
        </p:nvCxnSpPr>
        <p:spPr>
          <a:xfrm>
            <a:off x="8377332" y="3564899"/>
            <a:ext cx="1242233" cy="2582285"/>
          </a:xfrm>
          <a:prstGeom prst="bentConnector3">
            <a:avLst>
              <a:gd name="adj1" fmla="val 42332"/>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B2F1ADD-5FD1-5EC1-EA62-679D39D5BD81}"/>
              </a:ext>
            </a:extLst>
          </p:cNvPr>
          <p:cNvSpPr txBox="1"/>
          <p:nvPr/>
        </p:nvSpPr>
        <p:spPr>
          <a:xfrm>
            <a:off x="13069760" y="5020983"/>
            <a:ext cx="1945352" cy="83099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a:solidFill>
                  <a:schemeClr val="accent1"/>
                </a:solidFill>
                <a:latin typeface="Geomanist" panose="02000503000000020004" pitchFamily="50" charset="0"/>
              </a:rPr>
              <a:t>3) Generate reports</a:t>
            </a:r>
          </a:p>
        </p:txBody>
      </p:sp>
      <p:cxnSp>
        <p:nvCxnSpPr>
          <p:cNvPr id="21" name="Connector: Elbow 20">
            <a:extLst>
              <a:ext uri="{FF2B5EF4-FFF2-40B4-BE49-F238E27FC236}">
                <a16:creationId xmlns:a16="http://schemas.microsoft.com/office/drawing/2014/main" id="{545DE0B9-C6C2-CC0D-0772-80002F85FAB9}"/>
              </a:ext>
            </a:extLst>
          </p:cNvPr>
          <p:cNvCxnSpPr>
            <a:cxnSpLocks/>
            <a:stCxn id="20" idx="3"/>
            <a:endCxn id="7" idx="1"/>
          </p:cNvCxnSpPr>
          <p:nvPr/>
        </p:nvCxnSpPr>
        <p:spPr>
          <a:xfrm>
            <a:off x="15015112" y="5436482"/>
            <a:ext cx="667372" cy="415498"/>
          </a:xfrm>
          <a:prstGeom prst="bentConnector3">
            <a:avLst>
              <a:gd name="adj1" fmla="val 50000"/>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F258A26-9EC0-6A2A-EE65-7120E4AE6382}"/>
              </a:ext>
            </a:extLst>
          </p:cNvPr>
          <p:cNvSpPr txBox="1"/>
          <p:nvPr/>
        </p:nvSpPr>
        <p:spPr>
          <a:xfrm>
            <a:off x="845388" y="9936875"/>
            <a:ext cx="18631650" cy="1015663"/>
          </a:xfrm>
          <a:prstGeom prst="rect">
            <a:avLst/>
          </a:prstGeom>
          <a:noFill/>
        </p:spPr>
        <p:txBody>
          <a:bodyPr wrap="square">
            <a:spAutoFit/>
          </a:bodyPr>
          <a:lstStyle/>
          <a:p>
            <a:r>
              <a:rPr lang="en-GB" sz="2000">
                <a:effectLst/>
                <a:latin typeface="Calibri" panose="020F0502020204030204" pitchFamily="34" charset="0"/>
                <a:ea typeface="Calibri" panose="020F0502020204030204" pitchFamily="34" charset="0"/>
              </a:rPr>
              <a:t>[1]	P. Liang </a:t>
            </a:r>
            <a:r>
              <a:rPr lang="en-GB" sz="2000" i="1">
                <a:effectLst/>
                <a:latin typeface="Calibri" panose="020F0502020204030204" pitchFamily="34" charset="0"/>
                <a:ea typeface="Calibri" panose="020F0502020204030204" pitchFamily="34" charset="0"/>
              </a:rPr>
              <a:t>et al.</a:t>
            </a:r>
            <a:r>
              <a:rPr lang="en-GB" sz="2000">
                <a:effectLst/>
                <a:latin typeface="Calibri" panose="020F0502020204030204" pitchFamily="34" charset="0"/>
                <a:ea typeface="Calibri" panose="020F0502020204030204" pitchFamily="34" charset="0"/>
              </a:rPr>
              <a:t>, “An Asian-centric human movement database capturing activities of daily living,” </a:t>
            </a:r>
            <a:r>
              <a:rPr lang="en-GB" sz="2000" i="1">
                <a:effectLst/>
                <a:latin typeface="Calibri" panose="020F0502020204030204" pitchFamily="34" charset="0"/>
                <a:ea typeface="Calibri" panose="020F0502020204030204" pitchFamily="34" charset="0"/>
              </a:rPr>
              <a:t>Sci Data</a:t>
            </a:r>
            <a:r>
              <a:rPr lang="en-GB" sz="2000">
                <a:effectLst/>
                <a:latin typeface="Calibri" panose="020F0502020204030204" pitchFamily="34" charset="0"/>
                <a:ea typeface="Calibri" panose="020F0502020204030204" pitchFamily="34" charset="0"/>
              </a:rPr>
              <a:t>, vol. 7, no. 1, Art. no. 1, Sep. 2020, </a:t>
            </a:r>
            <a:r>
              <a:rPr lang="en-GB" sz="2000" err="1">
                <a:effectLst/>
                <a:latin typeface="Calibri" panose="020F0502020204030204" pitchFamily="34" charset="0"/>
                <a:ea typeface="Calibri" panose="020F0502020204030204" pitchFamily="34" charset="0"/>
              </a:rPr>
              <a:t>doi</a:t>
            </a:r>
            <a:r>
              <a:rPr lang="en-GB" sz="2000">
                <a:effectLst/>
                <a:latin typeface="Calibri" panose="020F0502020204030204" pitchFamily="34" charset="0"/>
                <a:ea typeface="Calibri" panose="020F0502020204030204" pitchFamily="34" charset="0"/>
              </a:rPr>
              <a:t>: 10.1038/s41597-020-00627-7 [2]	</a:t>
            </a:r>
            <a:r>
              <a:rPr lang="en-SG" sz="2000"/>
              <a:t>W. G et al., “ISB recommendation on definitions of joint coordinate system of various joints for the reporting of human joint motion--part I: ankle, hip, and spine. International Society of Biomechanics,” Journal of biomechanics, vol. 35, no. 4, Apr. 2002, </a:t>
            </a:r>
            <a:r>
              <a:rPr lang="en-SG" sz="2000" err="1"/>
              <a:t>doi</a:t>
            </a:r>
            <a:r>
              <a:rPr lang="en-SG" sz="2000"/>
              <a:t>: 10.1016/s0021-9290(01)00222-6.</a:t>
            </a:r>
            <a:endParaRPr lang="en-GB" sz="2000"/>
          </a:p>
        </p:txBody>
      </p:sp>
    </p:spTree>
    <p:extLst>
      <p:ext uri="{BB962C8B-B14F-4D97-AF65-F5344CB8AC3E}">
        <p14:creationId xmlns:p14="http://schemas.microsoft.com/office/powerpoint/2010/main" val="3846415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ACAD0-8107-419D-87F4-A28EE287A8A6}"/>
              </a:ext>
            </a:extLst>
          </p:cNvPr>
          <p:cNvSpPr txBox="1">
            <a:spLocks/>
          </p:cNvSpPr>
          <p:nvPr/>
        </p:nvSpPr>
        <p:spPr>
          <a:xfrm>
            <a:off x="1339047" y="591781"/>
            <a:ext cx="16798945" cy="211762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7029"/>
              <a:t>Method: </a:t>
            </a:r>
            <a:r>
              <a:rPr lang="en-US" sz="7029" err="1"/>
              <a:t>OpenSim</a:t>
            </a:r>
            <a:endParaRPr lang="en-SG" sz="7029"/>
          </a:p>
        </p:txBody>
      </p:sp>
      <p:sp>
        <p:nvSpPr>
          <p:cNvPr id="72" name="TextBox 2">
            <a:extLst>
              <a:ext uri="{FF2B5EF4-FFF2-40B4-BE49-F238E27FC236}">
                <a16:creationId xmlns:a16="http://schemas.microsoft.com/office/drawing/2014/main" id="{E82BA048-B3A0-7075-B060-0AB7569BCE4F}"/>
              </a:ext>
            </a:extLst>
          </p:cNvPr>
          <p:cNvSpPr txBox="1"/>
          <p:nvPr/>
        </p:nvSpPr>
        <p:spPr>
          <a:xfrm>
            <a:off x="4357718" y="4381030"/>
            <a:ext cx="2470621" cy="615553"/>
          </a:xfrm>
          <a:prstGeom prst="rect">
            <a:avLst/>
          </a:prstGeom>
          <a:noFill/>
        </p:spPr>
        <p:txBody>
          <a:bodyPr wrap="square" lIns="121920" tIns="60960" rIns="121920" bIns="6096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sz="1600" b="1" i="0" u="none" strike="noStrike" kern="1200" cap="none" spc="0" normalizeH="0" baseline="0" noProof="0" dirty="0">
                <a:ln>
                  <a:noFill/>
                </a:ln>
                <a:solidFill>
                  <a:srgbClr val="646BB5"/>
                </a:solidFill>
                <a:effectLst/>
                <a:uLnTx/>
                <a:uFillTx/>
                <a:latin typeface="Catamaran" panose="020B0604020202020204" charset="0"/>
                <a:ea typeface="+mn-ea"/>
                <a:cs typeface="Catamaran" panose="020B0604020202020204" charset="0"/>
                <a:sym typeface="Arial"/>
              </a:rPr>
              <a:t>Static Motion Capture Data</a:t>
            </a:r>
          </a:p>
        </p:txBody>
      </p:sp>
      <p:pic>
        <p:nvPicPr>
          <p:cNvPr id="73" name="Picture 72">
            <a:extLst>
              <a:ext uri="{FF2B5EF4-FFF2-40B4-BE49-F238E27FC236}">
                <a16:creationId xmlns:a16="http://schemas.microsoft.com/office/drawing/2014/main" id="{75E722E6-EF6D-B6E2-8B3F-59257EF810DE}"/>
              </a:ext>
            </a:extLst>
          </p:cNvPr>
          <p:cNvPicPr>
            <a:picLocks noChangeAspect="1"/>
          </p:cNvPicPr>
          <p:nvPr/>
        </p:nvPicPr>
        <p:blipFill rotWithShape="1">
          <a:blip r:embed="rId3"/>
          <a:srcRect b="4480"/>
          <a:stretch/>
        </p:blipFill>
        <p:spPr>
          <a:xfrm>
            <a:off x="4852200" y="4965259"/>
            <a:ext cx="1481663" cy="1531225"/>
          </a:xfrm>
          <a:prstGeom prst="rect">
            <a:avLst/>
          </a:prstGeom>
        </p:spPr>
      </p:pic>
      <p:pic>
        <p:nvPicPr>
          <p:cNvPr id="74" name="Picture 5" descr="A picture containing music, sax&#10;&#10;Description automatically generated">
            <a:extLst>
              <a:ext uri="{FF2B5EF4-FFF2-40B4-BE49-F238E27FC236}">
                <a16:creationId xmlns:a16="http://schemas.microsoft.com/office/drawing/2014/main" id="{2903D0F5-D1DD-E200-5E1D-931B8AECA5C5}"/>
              </a:ext>
            </a:extLst>
          </p:cNvPr>
          <p:cNvPicPr>
            <a:picLocks noChangeAspect="1"/>
          </p:cNvPicPr>
          <p:nvPr/>
        </p:nvPicPr>
        <p:blipFill>
          <a:blip r:embed="rId4"/>
          <a:stretch>
            <a:fillRect/>
          </a:stretch>
        </p:blipFill>
        <p:spPr>
          <a:xfrm>
            <a:off x="5025079" y="6873926"/>
            <a:ext cx="1079203" cy="1656397"/>
          </a:xfrm>
          <a:prstGeom prst="rect">
            <a:avLst/>
          </a:prstGeom>
        </p:spPr>
      </p:pic>
      <p:sp>
        <p:nvSpPr>
          <p:cNvPr id="75" name="TextBox 2">
            <a:extLst>
              <a:ext uri="{FF2B5EF4-FFF2-40B4-BE49-F238E27FC236}">
                <a16:creationId xmlns:a16="http://schemas.microsoft.com/office/drawing/2014/main" id="{945D7308-E23D-4F0B-2D6A-383688440D2B}"/>
              </a:ext>
            </a:extLst>
          </p:cNvPr>
          <p:cNvSpPr txBox="1"/>
          <p:nvPr/>
        </p:nvSpPr>
        <p:spPr>
          <a:xfrm>
            <a:off x="4219671" y="6504594"/>
            <a:ext cx="2746720" cy="369332"/>
          </a:xfrm>
          <a:prstGeom prst="rect">
            <a:avLst/>
          </a:prstGeom>
          <a:noFill/>
        </p:spPr>
        <p:txBody>
          <a:bodyPr wrap="square" lIns="121920" tIns="60960" rIns="121920" bIns="6096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sz="1600" b="1" i="0" u="none" strike="noStrike" kern="1200" cap="none" spc="0" normalizeH="0" baseline="0" noProof="0" dirty="0">
                <a:ln>
                  <a:noFill/>
                </a:ln>
                <a:solidFill>
                  <a:srgbClr val="6E75C1"/>
                </a:solidFill>
                <a:effectLst/>
                <a:uLnTx/>
                <a:uFillTx/>
                <a:latin typeface="Catamaran" panose="020B0604020202020204" charset="0"/>
                <a:ea typeface="+mn-ea"/>
                <a:cs typeface="Catamaran" panose="020B0604020202020204" charset="0"/>
                <a:sym typeface="Arial"/>
              </a:rPr>
              <a:t>Generic </a:t>
            </a:r>
            <a:r>
              <a:rPr kumimoji="0" lang="en-US" sz="1600" b="1" i="0" u="none" strike="noStrike" kern="1200" cap="none" spc="0" normalizeH="0" baseline="0" noProof="0" dirty="0" err="1">
                <a:ln>
                  <a:noFill/>
                </a:ln>
                <a:solidFill>
                  <a:srgbClr val="6E75C1"/>
                </a:solidFill>
                <a:effectLst/>
                <a:uLnTx/>
                <a:uFillTx/>
                <a:latin typeface="Catamaran" panose="020B0604020202020204" charset="0"/>
                <a:ea typeface="+mn-ea"/>
                <a:cs typeface="Catamaran" panose="020B0604020202020204" charset="0"/>
                <a:sym typeface="Arial"/>
              </a:rPr>
              <a:t>OpenSim</a:t>
            </a:r>
            <a:r>
              <a:rPr kumimoji="0" lang="en-US" sz="1600" b="1" i="0" u="none" strike="noStrike" kern="1200" cap="none" spc="0" normalizeH="0" baseline="0" noProof="0" dirty="0">
                <a:ln>
                  <a:noFill/>
                </a:ln>
                <a:solidFill>
                  <a:srgbClr val="6E75C1"/>
                </a:solidFill>
                <a:effectLst/>
                <a:uLnTx/>
                <a:uFillTx/>
                <a:latin typeface="Catamaran" panose="020B0604020202020204" charset="0"/>
                <a:ea typeface="+mn-ea"/>
                <a:cs typeface="Catamaran" panose="020B0604020202020204" charset="0"/>
                <a:sym typeface="Arial"/>
              </a:rPr>
              <a:t> Model</a:t>
            </a:r>
          </a:p>
        </p:txBody>
      </p:sp>
      <p:pic>
        <p:nvPicPr>
          <p:cNvPr id="76" name="Picture 75" descr="A screenshot of a video game&#10;&#10;Description automatically generated with medium confidence">
            <a:extLst>
              <a:ext uri="{FF2B5EF4-FFF2-40B4-BE49-F238E27FC236}">
                <a16:creationId xmlns:a16="http://schemas.microsoft.com/office/drawing/2014/main" id="{5B33F514-B3FB-C1BB-1559-288AF61C5154}"/>
              </a:ext>
            </a:extLst>
          </p:cNvPr>
          <p:cNvPicPr>
            <a:picLocks noChangeAspect="1"/>
          </p:cNvPicPr>
          <p:nvPr/>
        </p:nvPicPr>
        <p:blipFill rotWithShape="1">
          <a:blip r:embed="rId5">
            <a:extLst>
              <a:ext uri="{28A0092B-C50C-407E-A947-70E740481C1C}">
                <a14:useLocalDpi xmlns:a14="http://schemas.microsoft.com/office/drawing/2010/main" val="0"/>
              </a:ext>
            </a:extLst>
          </a:blip>
          <a:srcRect l="23917" r="29761"/>
          <a:stretch/>
        </p:blipFill>
        <p:spPr>
          <a:xfrm>
            <a:off x="4795501" y="2368459"/>
            <a:ext cx="1435550" cy="1964451"/>
          </a:xfrm>
          <a:prstGeom prst="rect">
            <a:avLst/>
          </a:prstGeom>
        </p:spPr>
      </p:pic>
      <p:sp>
        <p:nvSpPr>
          <p:cNvPr id="77" name="TextBox 2">
            <a:extLst>
              <a:ext uri="{FF2B5EF4-FFF2-40B4-BE49-F238E27FC236}">
                <a16:creationId xmlns:a16="http://schemas.microsoft.com/office/drawing/2014/main" id="{90B6E4B5-29C6-4BF2-E72C-AAC695BA0355}"/>
              </a:ext>
            </a:extLst>
          </p:cNvPr>
          <p:cNvSpPr txBox="1"/>
          <p:nvPr/>
        </p:nvSpPr>
        <p:spPr>
          <a:xfrm>
            <a:off x="4292609" y="1750301"/>
            <a:ext cx="2608477" cy="615553"/>
          </a:xfrm>
          <a:prstGeom prst="rect">
            <a:avLst/>
          </a:prstGeom>
          <a:noFill/>
        </p:spPr>
        <p:txBody>
          <a:bodyPr wrap="square" lIns="121920" tIns="60960" rIns="121920" bIns="6096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sz="1600" b="1" i="0" u="none" strike="noStrike" kern="1200" cap="none" spc="0" normalizeH="0" baseline="0" noProof="0" dirty="0">
                <a:ln>
                  <a:noFill/>
                </a:ln>
                <a:solidFill>
                  <a:srgbClr val="6E75C1"/>
                </a:solidFill>
                <a:effectLst/>
                <a:uLnTx/>
                <a:uFillTx/>
                <a:latin typeface="Catamaran" panose="020B0604020202020204" charset="0"/>
                <a:ea typeface="+mn-ea"/>
                <a:cs typeface="Catamaran" panose="020B0604020202020204" charset="0"/>
                <a:sym typeface="Arial"/>
              </a:rPr>
              <a:t>Dynamic Motion Capture Data</a:t>
            </a:r>
          </a:p>
        </p:txBody>
      </p:sp>
      <p:grpSp>
        <p:nvGrpSpPr>
          <p:cNvPr id="78" name="Group 77">
            <a:extLst>
              <a:ext uri="{FF2B5EF4-FFF2-40B4-BE49-F238E27FC236}">
                <a16:creationId xmlns:a16="http://schemas.microsoft.com/office/drawing/2014/main" id="{C2E0DAF2-7F74-0403-2404-DF8AEE13FD28}"/>
              </a:ext>
            </a:extLst>
          </p:cNvPr>
          <p:cNvGrpSpPr/>
          <p:nvPr/>
        </p:nvGrpSpPr>
        <p:grpSpPr>
          <a:xfrm>
            <a:off x="9907822" y="4522404"/>
            <a:ext cx="6284633" cy="4475236"/>
            <a:chOff x="9549115" y="5584488"/>
            <a:chExt cx="6284633" cy="4475236"/>
          </a:xfrm>
        </p:grpSpPr>
        <p:pic>
          <p:nvPicPr>
            <p:cNvPr id="79" name="Picture 78" descr="Source image">
              <a:extLst>
                <a:ext uri="{FF2B5EF4-FFF2-40B4-BE49-F238E27FC236}">
                  <a16:creationId xmlns:a16="http://schemas.microsoft.com/office/drawing/2014/main" id="{8758866A-BFFE-8C7A-4E18-8E056823942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32591" y="6814638"/>
              <a:ext cx="1680166" cy="2795688"/>
            </a:xfrm>
            <a:prstGeom prst="rect">
              <a:avLst/>
            </a:prstGeom>
            <a:noFill/>
            <a:extLst>
              <a:ext uri="{909E8E84-426E-40DD-AFC4-6F175D3DCCD1}">
                <a14:hiddenFill xmlns:a14="http://schemas.microsoft.com/office/drawing/2010/main">
                  <a:solidFill>
                    <a:srgbClr val="FFFFFF"/>
                  </a:solidFill>
                </a14:hiddenFill>
              </a:ext>
            </a:extLst>
          </p:spPr>
        </p:pic>
        <p:sp>
          <p:nvSpPr>
            <p:cNvPr id="80" name="TextBox 3">
              <a:extLst>
                <a:ext uri="{FF2B5EF4-FFF2-40B4-BE49-F238E27FC236}">
                  <a16:creationId xmlns:a16="http://schemas.microsoft.com/office/drawing/2014/main" id="{CF80143C-BBF4-E570-08E9-D76F0E6A9874}"/>
                </a:ext>
              </a:extLst>
            </p:cNvPr>
            <p:cNvSpPr txBox="1"/>
            <p:nvPr/>
          </p:nvSpPr>
          <p:spPr>
            <a:xfrm>
              <a:off x="12390772" y="8361299"/>
              <a:ext cx="1540368" cy="738664"/>
            </a:xfrm>
            <a:prstGeom prst="rect">
              <a:avLst/>
            </a:prstGeom>
            <a:noFill/>
          </p:spPr>
          <p:txBody>
            <a:bodyPr wrap="square" lIns="121920" tIns="60960" rIns="121920" bIns="6096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2000" b="0" i="0" u="none" strike="noStrike" kern="1200" cap="none" spc="0" normalizeH="0" baseline="0" noProof="0" dirty="0">
                  <a:ln>
                    <a:noFill/>
                  </a:ln>
                  <a:solidFill>
                    <a:srgbClr val="191919"/>
                  </a:solidFill>
                  <a:effectLst/>
                  <a:uLnTx/>
                  <a:uFillTx/>
                  <a:latin typeface="Catamaran" panose="020B0604020202020204" charset="0"/>
                  <a:ea typeface="+mn-ea"/>
                  <a:cs typeface="Catamaran" panose="020B0604020202020204" charset="0"/>
                  <a:sym typeface="Arial"/>
                </a:rPr>
                <a:t>2) Inverse Kinematics</a:t>
              </a:r>
            </a:p>
          </p:txBody>
        </p:sp>
        <p:sp>
          <p:nvSpPr>
            <p:cNvPr id="81" name="TextBox 2">
              <a:extLst>
                <a:ext uri="{FF2B5EF4-FFF2-40B4-BE49-F238E27FC236}">
                  <a16:creationId xmlns:a16="http://schemas.microsoft.com/office/drawing/2014/main" id="{A2DDDA0F-9404-3C9B-C55C-E38EB18C78EE}"/>
                </a:ext>
              </a:extLst>
            </p:cNvPr>
            <p:cNvSpPr txBox="1"/>
            <p:nvPr/>
          </p:nvSpPr>
          <p:spPr>
            <a:xfrm>
              <a:off x="13911600" y="9628837"/>
              <a:ext cx="1922148" cy="430887"/>
            </a:xfrm>
            <a:prstGeom prst="rect">
              <a:avLst/>
            </a:prstGeom>
            <a:noFill/>
          </p:spPr>
          <p:txBody>
            <a:bodyPr wrap="square" lIns="121920" tIns="60960" rIns="121920" bIns="6096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sz="2000" b="1" i="0" u="none" strike="noStrike" kern="1200" cap="none" spc="0" normalizeH="0" baseline="0" noProof="0">
                  <a:ln>
                    <a:noFill/>
                  </a:ln>
                  <a:solidFill>
                    <a:srgbClr val="00B050"/>
                  </a:solidFill>
                  <a:effectLst/>
                  <a:uLnTx/>
                  <a:uFillTx/>
                  <a:latin typeface="Catamaran" panose="020B0604020202020204" charset="0"/>
                  <a:ea typeface="+mn-ea"/>
                  <a:cs typeface="Catamaran" panose="020B0604020202020204" charset="0"/>
                  <a:sym typeface="Arial"/>
                </a:rPr>
                <a:t>Joint Angles</a:t>
              </a:r>
            </a:p>
          </p:txBody>
        </p:sp>
        <p:cxnSp>
          <p:nvCxnSpPr>
            <p:cNvPr id="82" name="Connector: Elbow 81">
              <a:extLst>
                <a:ext uri="{FF2B5EF4-FFF2-40B4-BE49-F238E27FC236}">
                  <a16:creationId xmlns:a16="http://schemas.microsoft.com/office/drawing/2014/main" id="{E2B1FED0-DB51-DFB3-BE5C-BCAE5F34B6E3}"/>
                </a:ext>
              </a:extLst>
            </p:cNvPr>
            <p:cNvCxnSpPr>
              <a:cxnSpLocks/>
              <a:stCxn id="90" idx="3"/>
              <a:endCxn id="79" idx="1"/>
            </p:cNvCxnSpPr>
            <p:nvPr/>
          </p:nvCxnSpPr>
          <p:spPr>
            <a:xfrm>
              <a:off x="9549115" y="5584488"/>
              <a:ext cx="4483476" cy="2627994"/>
            </a:xfrm>
            <a:prstGeom prst="bentConnector3">
              <a:avLst>
                <a:gd name="adj1" fmla="val 79853"/>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83" name="Connector: Elbow 82">
              <a:extLst>
                <a:ext uri="{FF2B5EF4-FFF2-40B4-BE49-F238E27FC236}">
                  <a16:creationId xmlns:a16="http://schemas.microsoft.com/office/drawing/2014/main" id="{CEA8260A-3FAA-C6FF-93B7-F63586CD9A1B}"/>
                </a:ext>
              </a:extLst>
            </p:cNvPr>
            <p:cNvCxnSpPr>
              <a:cxnSpLocks/>
              <a:stCxn id="97" idx="3"/>
              <a:endCxn id="79" idx="1"/>
            </p:cNvCxnSpPr>
            <p:nvPr/>
          </p:nvCxnSpPr>
          <p:spPr>
            <a:xfrm>
              <a:off x="12289322" y="8201641"/>
              <a:ext cx="1743269" cy="10841"/>
            </a:xfrm>
            <a:prstGeom prst="bentConnector3">
              <a:avLst>
                <a:gd name="adj1" fmla="val 50000"/>
              </a:avLst>
            </a:prstGeom>
            <a:ln w="76200">
              <a:tailEnd type="triangle"/>
            </a:ln>
          </p:spPr>
          <p:style>
            <a:lnRef idx="1">
              <a:schemeClr val="accent1"/>
            </a:lnRef>
            <a:fillRef idx="0">
              <a:schemeClr val="accent1"/>
            </a:fillRef>
            <a:effectRef idx="0">
              <a:schemeClr val="accent1"/>
            </a:effectRef>
            <a:fontRef idx="minor">
              <a:schemeClr val="tx1"/>
            </a:fontRef>
          </p:style>
        </p:cxnSp>
      </p:grpSp>
      <p:grpSp>
        <p:nvGrpSpPr>
          <p:cNvPr id="84" name="Group 83">
            <a:extLst>
              <a:ext uri="{FF2B5EF4-FFF2-40B4-BE49-F238E27FC236}">
                <a16:creationId xmlns:a16="http://schemas.microsoft.com/office/drawing/2014/main" id="{FAAF6D31-9921-AD46-8865-C21620A21353}"/>
              </a:ext>
            </a:extLst>
          </p:cNvPr>
          <p:cNvGrpSpPr/>
          <p:nvPr/>
        </p:nvGrpSpPr>
        <p:grpSpPr>
          <a:xfrm>
            <a:off x="9907822" y="2778672"/>
            <a:ext cx="8793989" cy="4371726"/>
            <a:chOff x="9549115" y="3840756"/>
            <a:chExt cx="8793989" cy="4371726"/>
          </a:xfrm>
        </p:grpSpPr>
        <p:sp>
          <p:nvSpPr>
            <p:cNvPr id="85" name="TextBox 3">
              <a:extLst>
                <a:ext uri="{FF2B5EF4-FFF2-40B4-BE49-F238E27FC236}">
                  <a16:creationId xmlns:a16="http://schemas.microsoft.com/office/drawing/2014/main" id="{EC30D8BB-3A91-4B09-4437-05DBB3698DBC}"/>
                </a:ext>
              </a:extLst>
            </p:cNvPr>
            <p:cNvSpPr txBox="1"/>
            <p:nvPr/>
          </p:nvSpPr>
          <p:spPr>
            <a:xfrm>
              <a:off x="14577885" y="3976736"/>
              <a:ext cx="2049100" cy="861774"/>
            </a:xfrm>
            <a:prstGeom prst="rect">
              <a:avLst/>
            </a:prstGeom>
            <a:noFill/>
          </p:spPr>
          <p:txBody>
            <a:bodyPr wrap="square" lIns="121920" tIns="60960" rIns="121920" bIns="6096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2400" b="0" i="0" u="none" strike="noStrike" kern="1200" cap="none" spc="0" normalizeH="0" baseline="0" noProof="0" dirty="0">
                  <a:ln>
                    <a:noFill/>
                  </a:ln>
                  <a:solidFill>
                    <a:srgbClr val="191919"/>
                  </a:solidFill>
                  <a:effectLst/>
                  <a:uLnTx/>
                  <a:uFillTx/>
                  <a:latin typeface="Catamaran" panose="020B0604020202020204" charset="0"/>
                  <a:ea typeface="+mn-ea"/>
                  <a:cs typeface="Catamaran" panose="020B0604020202020204" charset="0"/>
                  <a:sym typeface="Arial"/>
                </a:rPr>
                <a:t>3) Inverse Dynamics</a:t>
              </a:r>
            </a:p>
          </p:txBody>
        </p:sp>
        <p:sp>
          <p:nvSpPr>
            <p:cNvPr id="86" name="TextBox 2">
              <a:extLst>
                <a:ext uri="{FF2B5EF4-FFF2-40B4-BE49-F238E27FC236}">
                  <a16:creationId xmlns:a16="http://schemas.microsoft.com/office/drawing/2014/main" id="{8964223E-9790-0B9F-423D-BFA16637FC15}"/>
                </a:ext>
              </a:extLst>
            </p:cNvPr>
            <p:cNvSpPr txBox="1"/>
            <p:nvPr/>
          </p:nvSpPr>
          <p:spPr>
            <a:xfrm>
              <a:off x="16626985" y="4297880"/>
              <a:ext cx="1716119" cy="1046440"/>
            </a:xfrm>
            <a:prstGeom prst="rect">
              <a:avLst/>
            </a:prstGeom>
            <a:noFill/>
          </p:spPr>
          <p:txBody>
            <a:bodyPr wrap="square" lIns="121920" tIns="60960" rIns="121920" bIns="6096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sz="2000" b="1" i="0" u="none" strike="noStrike" kern="1200" cap="none" spc="0" normalizeH="0" baseline="0" noProof="0">
                  <a:ln>
                    <a:noFill/>
                  </a:ln>
                  <a:solidFill>
                    <a:srgbClr val="00B050"/>
                  </a:solidFill>
                  <a:effectLst/>
                  <a:uLnTx/>
                  <a:uFillTx/>
                  <a:latin typeface="Catamaran" panose="020B0604020202020204" charset="0"/>
                  <a:ea typeface="+mn-ea"/>
                  <a:cs typeface="Catamaran" panose="020B0604020202020204" charset="0"/>
                  <a:sym typeface="Arial"/>
                </a:rPr>
                <a:t>Joint Forces,</a:t>
              </a:r>
            </a:p>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sz="2000" b="1" i="0" u="none" strike="noStrike" kern="1200" cap="none" spc="0" normalizeH="0" baseline="0" noProof="0">
                  <a:ln>
                    <a:noFill/>
                  </a:ln>
                  <a:solidFill>
                    <a:srgbClr val="00B050"/>
                  </a:solidFill>
                  <a:effectLst/>
                  <a:uLnTx/>
                  <a:uFillTx/>
                  <a:latin typeface="Catamaran" panose="020B0604020202020204" charset="0"/>
                  <a:ea typeface="+mn-ea"/>
                  <a:cs typeface="Catamaran" panose="020B0604020202020204" charset="0"/>
                  <a:sym typeface="Arial"/>
                </a:rPr>
                <a:t>Moments</a:t>
              </a:r>
            </a:p>
          </p:txBody>
        </p:sp>
        <p:cxnSp>
          <p:nvCxnSpPr>
            <p:cNvPr id="87" name="Connector: Elbow 86">
              <a:extLst>
                <a:ext uri="{FF2B5EF4-FFF2-40B4-BE49-F238E27FC236}">
                  <a16:creationId xmlns:a16="http://schemas.microsoft.com/office/drawing/2014/main" id="{7B385E68-74B1-0E10-863A-E73CF65012B8}"/>
                </a:ext>
              </a:extLst>
            </p:cNvPr>
            <p:cNvCxnSpPr>
              <a:cxnSpLocks/>
              <a:stCxn id="91" idx="3"/>
              <a:endCxn id="86" idx="1"/>
            </p:cNvCxnSpPr>
            <p:nvPr/>
          </p:nvCxnSpPr>
          <p:spPr>
            <a:xfrm>
              <a:off x="9549115" y="3840756"/>
              <a:ext cx="7077870" cy="980344"/>
            </a:xfrm>
            <a:prstGeom prst="bentConnector3">
              <a:avLst>
                <a:gd name="adj1" fmla="val 50000"/>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88" name="Connector: Elbow 87">
              <a:extLst>
                <a:ext uri="{FF2B5EF4-FFF2-40B4-BE49-F238E27FC236}">
                  <a16:creationId xmlns:a16="http://schemas.microsoft.com/office/drawing/2014/main" id="{B1C575B6-2B07-F37A-9A09-DFCF323A9760}"/>
                </a:ext>
              </a:extLst>
            </p:cNvPr>
            <p:cNvCxnSpPr>
              <a:cxnSpLocks/>
              <a:stCxn id="79" idx="3"/>
              <a:endCxn id="86" idx="1"/>
            </p:cNvCxnSpPr>
            <p:nvPr/>
          </p:nvCxnSpPr>
          <p:spPr>
            <a:xfrm flipV="1">
              <a:off x="15712757" y="4821100"/>
              <a:ext cx="914228" cy="3391382"/>
            </a:xfrm>
            <a:prstGeom prst="bentConnector3">
              <a:avLst>
                <a:gd name="adj1" fmla="val 50000"/>
              </a:avLst>
            </a:prstGeom>
            <a:ln w="76200">
              <a:tailEnd type="triangle"/>
            </a:ln>
          </p:spPr>
          <p:style>
            <a:lnRef idx="1">
              <a:schemeClr val="accent1"/>
            </a:lnRef>
            <a:fillRef idx="0">
              <a:schemeClr val="accent1"/>
            </a:fillRef>
            <a:effectRef idx="0">
              <a:schemeClr val="accent1"/>
            </a:effectRef>
            <a:fontRef idx="minor">
              <a:schemeClr val="tx1"/>
            </a:fontRef>
          </p:style>
        </p:cxnSp>
      </p:grpSp>
      <p:sp>
        <p:nvSpPr>
          <p:cNvPr id="89" name="TextBox 2">
            <a:extLst>
              <a:ext uri="{FF2B5EF4-FFF2-40B4-BE49-F238E27FC236}">
                <a16:creationId xmlns:a16="http://schemas.microsoft.com/office/drawing/2014/main" id="{F5BB53BB-AEB6-0C5F-A60B-E2A3906DC611}"/>
              </a:ext>
            </a:extLst>
          </p:cNvPr>
          <p:cNvSpPr txBox="1"/>
          <p:nvPr/>
        </p:nvSpPr>
        <p:spPr>
          <a:xfrm>
            <a:off x="7983365" y="5205354"/>
            <a:ext cx="1924457" cy="1046440"/>
          </a:xfrm>
          <a:prstGeom prst="rect">
            <a:avLst/>
          </a:prstGeom>
          <a:noFill/>
          <a:ln w="9525">
            <a:solidFill>
              <a:schemeClr val="tx1"/>
            </a:solidFill>
          </a:ln>
        </p:spPr>
        <p:txBody>
          <a:bodyPr wrap="square" lIns="121920" tIns="60960" rIns="121920" bIns="6096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sz="2000" b="1" i="0" u="none" strike="noStrike" kern="1200" cap="none" spc="0" normalizeH="0" baseline="0" noProof="0">
                <a:ln>
                  <a:noFill/>
                </a:ln>
                <a:solidFill>
                  <a:srgbClr val="646BB5"/>
                </a:solidFill>
                <a:effectLst/>
                <a:uLnTx/>
                <a:uFillTx/>
                <a:latin typeface="Catamaran" panose="020B0604020202020204" charset="0"/>
                <a:ea typeface="+mn-ea"/>
                <a:cs typeface="Catamaran" panose="020B0604020202020204" charset="0"/>
                <a:sym typeface="Arial"/>
              </a:rPr>
              <a:t>Marker</a:t>
            </a:r>
            <a:r>
              <a:rPr kumimoji="0" lang="en-US" sz="2000" b="1" i="0" u="none" strike="noStrike" kern="1200" cap="none" spc="0" normalizeH="0" noProof="0">
                <a:ln>
                  <a:noFill/>
                </a:ln>
                <a:solidFill>
                  <a:srgbClr val="646BB5"/>
                </a:solidFill>
                <a:effectLst/>
                <a:uLnTx/>
                <a:uFillTx/>
                <a:latin typeface="Catamaran" panose="020B0604020202020204" charset="0"/>
                <a:ea typeface="+mn-ea"/>
                <a:cs typeface="Catamaran" panose="020B0604020202020204" charset="0"/>
                <a:sym typeface="Arial"/>
              </a:rPr>
              <a:t> </a:t>
            </a:r>
            <a:r>
              <a:rPr kumimoji="0" lang="en-US" sz="2000" b="1" i="0" u="none" strike="noStrike" kern="1200" cap="none" spc="0" normalizeH="0" baseline="0" noProof="0">
                <a:ln>
                  <a:noFill/>
                </a:ln>
                <a:solidFill>
                  <a:srgbClr val="646BB5"/>
                </a:solidFill>
                <a:effectLst/>
                <a:uLnTx/>
                <a:uFillTx/>
                <a:latin typeface="Catamaran" panose="020B0604020202020204" charset="0"/>
                <a:ea typeface="+mn-ea"/>
                <a:cs typeface="Catamaran" panose="020B0604020202020204" charset="0"/>
                <a:sym typeface="Arial"/>
              </a:rPr>
              <a:t>Trajectory Data</a:t>
            </a:r>
          </a:p>
        </p:txBody>
      </p:sp>
      <p:sp>
        <p:nvSpPr>
          <p:cNvPr id="90" name="TextBox 2">
            <a:extLst>
              <a:ext uri="{FF2B5EF4-FFF2-40B4-BE49-F238E27FC236}">
                <a16:creationId xmlns:a16="http://schemas.microsoft.com/office/drawing/2014/main" id="{EDB4BECB-24DC-47D9-219C-BDC503121546}"/>
              </a:ext>
            </a:extLst>
          </p:cNvPr>
          <p:cNvSpPr txBox="1"/>
          <p:nvPr/>
        </p:nvSpPr>
        <p:spPr>
          <a:xfrm>
            <a:off x="7983365" y="3999184"/>
            <a:ext cx="1924457" cy="1046440"/>
          </a:xfrm>
          <a:prstGeom prst="rect">
            <a:avLst/>
          </a:prstGeom>
          <a:noFill/>
          <a:ln w="9525">
            <a:solidFill>
              <a:schemeClr val="tx1"/>
            </a:solidFill>
          </a:ln>
        </p:spPr>
        <p:txBody>
          <a:bodyPr wrap="square" lIns="121920" tIns="60960" rIns="121920" bIns="6096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sz="2000" b="1" i="0" u="none" strike="noStrike" kern="1200" cap="none" spc="0" normalizeH="0" baseline="0" noProof="0">
                <a:ln>
                  <a:noFill/>
                </a:ln>
                <a:solidFill>
                  <a:srgbClr val="646BB5"/>
                </a:solidFill>
                <a:effectLst/>
                <a:uLnTx/>
                <a:uFillTx/>
                <a:latin typeface="Catamaran" panose="020B0604020202020204" charset="0"/>
                <a:ea typeface="+mn-ea"/>
                <a:cs typeface="Catamaran" panose="020B0604020202020204" charset="0"/>
                <a:sym typeface="Arial"/>
              </a:rPr>
              <a:t>Marker Trajectory Data</a:t>
            </a:r>
          </a:p>
        </p:txBody>
      </p:sp>
      <p:sp>
        <p:nvSpPr>
          <p:cNvPr id="91" name="TextBox 2">
            <a:extLst>
              <a:ext uri="{FF2B5EF4-FFF2-40B4-BE49-F238E27FC236}">
                <a16:creationId xmlns:a16="http://schemas.microsoft.com/office/drawing/2014/main" id="{02DFEA71-605F-2458-E8BF-DD01B5000343}"/>
              </a:ext>
            </a:extLst>
          </p:cNvPr>
          <p:cNvSpPr txBox="1"/>
          <p:nvPr/>
        </p:nvSpPr>
        <p:spPr>
          <a:xfrm>
            <a:off x="7983365" y="2409340"/>
            <a:ext cx="1924457" cy="738664"/>
          </a:xfrm>
          <a:prstGeom prst="rect">
            <a:avLst/>
          </a:prstGeom>
          <a:noFill/>
          <a:ln w="9525">
            <a:solidFill>
              <a:schemeClr val="tx1"/>
            </a:solidFill>
          </a:ln>
        </p:spPr>
        <p:txBody>
          <a:bodyPr wrap="square" lIns="121920" tIns="60960" rIns="121920" bIns="6096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lang="en-US" sz="2000" b="1" dirty="0">
                <a:solidFill>
                  <a:srgbClr val="646BB5"/>
                </a:solidFill>
                <a:latin typeface="Catamaran" panose="020B0604020202020204" charset="0"/>
                <a:cs typeface="Catamaran" panose="020B0604020202020204" charset="0"/>
                <a:sym typeface="Arial"/>
              </a:rPr>
              <a:t>Force Plate Data</a:t>
            </a:r>
            <a:endParaRPr kumimoji="0" lang="en-US" sz="2000" b="1" i="0" u="none" strike="noStrike" kern="1200" cap="none" spc="0" normalizeH="0" baseline="0" noProof="0" dirty="0">
              <a:ln>
                <a:noFill/>
              </a:ln>
              <a:solidFill>
                <a:srgbClr val="646BB5"/>
              </a:solidFill>
              <a:effectLst/>
              <a:uLnTx/>
              <a:uFillTx/>
              <a:latin typeface="Catamaran" panose="020B0604020202020204" charset="0"/>
              <a:ea typeface="+mn-ea"/>
              <a:cs typeface="Catamaran" panose="020B0604020202020204" charset="0"/>
              <a:sym typeface="Arial"/>
            </a:endParaRPr>
          </a:p>
        </p:txBody>
      </p:sp>
      <p:cxnSp>
        <p:nvCxnSpPr>
          <p:cNvPr id="92" name="Connector: Elbow 91">
            <a:extLst>
              <a:ext uri="{FF2B5EF4-FFF2-40B4-BE49-F238E27FC236}">
                <a16:creationId xmlns:a16="http://schemas.microsoft.com/office/drawing/2014/main" id="{5FDD841B-1E4E-AA3E-34D8-185C9BF45413}"/>
              </a:ext>
            </a:extLst>
          </p:cNvPr>
          <p:cNvCxnSpPr>
            <a:cxnSpLocks/>
            <a:stCxn id="76" idx="3"/>
            <a:endCxn id="90" idx="1"/>
          </p:cNvCxnSpPr>
          <p:nvPr/>
        </p:nvCxnSpPr>
        <p:spPr>
          <a:xfrm>
            <a:off x="6231051" y="3350685"/>
            <a:ext cx="1752314" cy="1171719"/>
          </a:xfrm>
          <a:prstGeom prst="bentConnector3">
            <a:avLst>
              <a:gd name="adj1" fmla="val 50000"/>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6C459F78-607E-F7E1-4CAA-56AB625E3B12}"/>
              </a:ext>
            </a:extLst>
          </p:cNvPr>
          <p:cNvCxnSpPr>
            <a:cxnSpLocks/>
            <a:stCxn id="76" idx="3"/>
            <a:endCxn id="91" idx="1"/>
          </p:cNvCxnSpPr>
          <p:nvPr/>
        </p:nvCxnSpPr>
        <p:spPr>
          <a:xfrm flipV="1">
            <a:off x="6231051" y="2778672"/>
            <a:ext cx="1752314" cy="572013"/>
          </a:xfrm>
          <a:prstGeom prst="bentConnector3">
            <a:avLst>
              <a:gd name="adj1" fmla="val 50000"/>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E2804242-9DF7-2286-66BE-E3CE2D8FC262}"/>
              </a:ext>
            </a:extLst>
          </p:cNvPr>
          <p:cNvCxnSpPr>
            <a:cxnSpLocks/>
            <a:stCxn id="73" idx="3"/>
            <a:endCxn id="89" idx="1"/>
          </p:cNvCxnSpPr>
          <p:nvPr/>
        </p:nvCxnSpPr>
        <p:spPr>
          <a:xfrm flipV="1">
            <a:off x="6333863" y="5728574"/>
            <a:ext cx="1649502" cy="2298"/>
          </a:xfrm>
          <a:prstGeom prst="bentConnector3">
            <a:avLst>
              <a:gd name="adj1" fmla="val 50000"/>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95" name="TextBox 2">
            <a:extLst>
              <a:ext uri="{FF2B5EF4-FFF2-40B4-BE49-F238E27FC236}">
                <a16:creationId xmlns:a16="http://schemas.microsoft.com/office/drawing/2014/main" id="{EB429055-0591-920F-61AC-578E1BB37FC4}"/>
              </a:ext>
            </a:extLst>
          </p:cNvPr>
          <p:cNvSpPr txBox="1"/>
          <p:nvPr/>
        </p:nvSpPr>
        <p:spPr>
          <a:xfrm>
            <a:off x="4637888" y="8643470"/>
            <a:ext cx="1910283" cy="677108"/>
          </a:xfrm>
          <a:prstGeom prst="rect">
            <a:avLst/>
          </a:prstGeom>
          <a:noFill/>
          <a:ln w="9525">
            <a:noFill/>
          </a:ln>
        </p:spPr>
        <p:txBody>
          <a:bodyPr wrap="square" lIns="121920" tIns="60960" rIns="121920" bIns="6096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b="1" i="0" u="none" strike="noStrike" kern="1200" cap="none" spc="0" normalizeH="0" baseline="0" noProof="0" dirty="0">
                <a:ln>
                  <a:noFill/>
                </a:ln>
                <a:solidFill>
                  <a:srgbClr val="646BB5"/>
                </a:solidFill>
                <a:effectLst/>
                <a:uLnTx/>
                <a:uFillTx/>
                <a:latin typeface="Catamaran" panose="020B0604020202020204" charset="0"/>
                <a:ea typeface="+mn-ea"/>
                <a:cs typeface="Catamaran" panose="020B0604020202020204" charset="0"/>
                <a:sym typeface="Arial"/>
              </a:rPr>
              <a:t>Mass of Subjects</a:t>
            </a:r>
          </a:p>
        </p:txBody>
      </p:sp>
      <p:grpSp>
        <p:nvGrpSpPr>
          <p:cNvPr id="96" name="Group 95">
            <a:extLst>
              <a:ext uri="{FF2B5EF4-FFF2-40B4-BE49-F238E27FC236}">
                <a16:creationId xmlns:a16="http://schemas.microsoft.com/office/drawing/2014/main" id="{8CBC5996-AFAC-BA53-DB9C-CFB7789879AE}"/>
              </a:ext>
            </a:extLst>
          </p:cNvPr>
          <p:cNvGrpSpPr/>
          <p:nvPr/>
        </p:nvGrpSpPr>
        <p:grpSpPr>
          <a:xfrm>
            <a:off x="6104282" y="5728574"/>
            <a:ext cx="6796109" cy="3510269"/>
            <a:chOff x="5745575" y="6790658"/>
            <a:chExt cx="6796109" cy="3510269"/>
          </a:xfrm>
        </p:grpSpPr>
        <p:pic>
          <p:nvPicPr>
            <p:cNvPr id="97" name="Picture 96">
              <a:extLst>
                <a:ext uri="{FF2B5EF4-FFF2-40B4-BE49-F238E27FC236}">
                  <a16:creationId xmlns:a16="http://schemas.microsoft.com/office/drawing/2014/main" id="{2FFD7DE3-A53D-6E17-D776-31D408A90403}"/>
                </a:ext>
              </a:extLst>
            </p:cNvPr>
            <p:cNvPicPr>
              <a:picLocks noChangeAspect="1"/>
            </p:cNvPicPr>
            <p:nvPr/>
          </p:nvPicPr>
          <p:blipFill>
            <a:blip r:embed="rId7"/>
            <a:stretch>
              <a:fillRect/>
            </a:stretch>
          </p:blipFill>
          <p:spPr>
            <a:xfrm>
              <a:off x="10364866" y="6792956"/>
              <a:ext cx="1924456" cy="2817369"/>
            </a:xfrm>
            <a:prstGeom prst="rect">
              <a:avLst/>
            </a:prstGeom>
          </p:spPr>
        </p:pic>
        <p:cxnSp>
          <p:nvCxnSpPr>
            <p:cNvPr id="98" name="Connector: Elbow 97">
              <a:extLst>
                <a:ext uri="{FF2B5EF4-FFF2-40B4-BE49-F238E27FC236}">
                  <a16:creationId xmlns:a16="http://schemas.microsoft.com/office/drawing/2014/main" id="{13A339B4-0296-5386-1E74-C98A5B0A0E7D}"/>
                </a:ext>
              </a:extLst>
            </p:cNvPr>
            <p:cNvCxnSpPr>
              <a:cxnSpLocks/>
              <a:stCxn id="89" idx="3"/>
              <a:endCxn id="97" idx="1"/>
            </p:cNvCxnSpPr>
            <p:nvPr/>
          </p:nvCxnSpPr>
          <p:spPr>
            <a:xfrm>
              <a:off x="9549115" y="6790658"/>
              <a:ext cx="815751" cy="1410983"/>
            </a:xfrm>
            <a:prstGeom prst="bentConnector3">
              <a:avLst>
                <a:gd name="adj1" fmla="val 33755"/>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9" name="Connector: Elbow 98">
              <a:extLst>
                <a:ext uri="{FF2B5EF4-FFF2-40B4-BE49-F238E27FC236}">
                  <a16:creationId xmlns:a16="http://schemas.microsoft.com/office/drawing/2014/main" id="{26ABAE52-52EF-3B23-B924-12AE0B189BC1}"/>
                </a:ext>
              </a:extLst>
            </p:cNvPr>
            <p:cNvCxnSpPr>
              <a:cxnSpLocks/>
              <a:stCxn id="74" idx="3"/>
              <a:endCxn id="97" idx="1"/>
            </p:cNvCxnSpPr>
            <p:nvPr/>
          </p:nvCxnSpPr>
          <p:spPr>
            <a:xfrm flipV="1">
              <a:off x="5745575" y="8201641"/>
              <a:ext cx="4619291" cy="562568"/>
            </a:xfrm>
            <a:prstGeom prst="bentConnector3">
              <a:avLst>
                <a:gd name="adj1" fmla="val 50000"/>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00" name="TextBox 3">
              <a:extLst>
                <a:ext uri="{FF2B5EF4-FFF2-40B4-BE49-F238E27FC236}">
                  <a16:creationId xmlns:a16="http://schemas.microsoft.com/office/drawing/2014/main" id="{B31EE438-E6C8-1B24-43E3-B00282E5AB7E}"/>
                </a:ext>
              </a:extLst>
            </p:cNvPr>
            <p:cNvSpPr txBox="1"/>
            <p:nvPr/>
          </p:nvSpPr>
          <p:spPr>
            <a:xfrm>
              <a:off x="8798545" y="8341772"/>
              <a:ext cx="1765688" cy="492443"/>
            </a:xfrm>
            <a:prstGeom prst="rect">
              <a:avLst/>
            </a:prstGeom>
            <a:noFill/>
          </p:spPr>
          <p:txBody>
            <a:bodyPr wrap="square" lIns="121920" tIns="60960" rIns="121920" bIns="6096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2400" b="0" i="0" u="none" strike="noStrike" kern="1200" cap="none" spc="0" normalizeH="0" baseline="0" noProof="0" dirty="0">
                  <a:ln>
                    <a:noFill/>
                  </a:ln>
                  <a:solidFill>
                    <a:srgbClr val="191919"/>
                  </a:solidFill>
                  <a:effectLst/>
                  <a:uLnTx/>
                  <a:uFillTx/>
                  <a:latin typeface="Catamaran" panose="020B0604020202020204" charset="0"/>
                  <a:ea typeface="+mn-ea"/>
                  <a:cs typeface="Catamaran" panose="020B0604020202020204" charset="0"/>
                  <a:sym typeface="Arial"/>
                </a:rPr>
                <a:t>1) Scaling</a:t>
              </a:r>
            </a:p>
          </p:txBody>
        </p:sp>
        <p:sp>
          <p:nvSpPr>
            <p:cNvPr id="101" name="TextBox 2">
              <a:extLst>
                <a:ext uri="{FF2B5EF4-FFF2-40B4-BE49-F238E27FC236}">
                  <a16:creationId xmlns:a16="http://schemas.microsoft.com/office/drawing/2014/main" id="{642D36AE-CCF9-F069-6439-2E8FE1DEAB0D}"/>
                </a:ext>
              </a:extLst>
            </p:cNvPr>
            <p:cNvSpPr txBox="1"/>
            <p:nvPr/>
          </p:nvSpPr>
          <p:spPr>
            <a:xfrm>
              <a:off x="10098143" y="9562263"/>
              <a:ext cx="2443541" cy="738664"/>
            </a:xfrm>
            <a:prstGeom prst="rect">
              <a:avLst/>
            </a:prstGeom>
            <a:noFill/>
          </p:spPr>
          <p:txBody>
            <a:bodyPr wrap="square" lIns="121920" tIns="60960" rIns="121920" bIns="6096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sz="2000" b="1" i="0" u="none" strike="noStrike" kern="1200" cap="none" spc="0" normalizeH="0" baseline="0" noProof="0">
                  <a:ln>
                    <a:noFill/>
                  </a:ln>
                  <a:solidFill>
                    <a:srgbClr val="00B050"/>
                  </a:solidFill>
                  <a:effectLst/>
                  <a:uLnTx/>
                  <a:uFillTx/>
                  <a:latin typeface="Catamaran" panose="020B0604020202020204" charset="0"/>
                  <a:ea typeface="+mn-ea"/>
                  <a:cs typeface="Catamaran" panose="020B0604020202020204" charset="0"/>
                  <a:sym typeface="Arial"/>
                </a:rPr>
                <a:t>Scaled OpenSim Model</a:t>
              </a:r>
            </a:p>
          </p:txBody>
        </p:sp>
        <p:cxnSp>
          <p:nvCxnSpPr>
            <p:cNvPr id="102" name="Connector: Elbow 101">
              <a:extLst>
                <a:ext uri="{FF2B5EF4-FFF2-40B4-BE49-F238E27FC236}">
                  <a16:creationId xmlns:a16="http://schemas.microsoft.com/office/drawing/2014/main" id="{32730DCC-57FA-58D5-DA23-A4568B2F7F1D}"/>
                </a:ext>
              </a:extLst>
            </p:cNvPr>
            <p:cNvCxnSpPr>
              <a:cxnSpLocks/>
            </p:cNvCxnSpPr>
            <p:nvPr/>
          </p:nvCxnSpPr>
          <p:spPr>
            <a:xfrm flipV="1">
              <a:off x="5872344" y="8241397"/>
              <a:ext cx="4492522" cy="1778016"/>
            </a:xfrm>
            <a:prstGeom prst="bentConnector3">
              <a:avLst>
                <a:gd name="adj1" fmla="val 49115"/>
              </a:avLst>
            </a:prstGeom>
            <a:ln w="7620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976022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ACAD0-8107-419D-87F4-A28EE287A8A6}"/>
              </a:ext>
            </a:extLst>
          </p:cNvPr>
          <p:cNvSpPr txBox="1">
            <a:spLocks/>
          </p:cNvSpPr>
          <p:nvPr/>
        </p:nvSpPr>
        <p:spPr>
          <a:xfrm>
            <a:off x="1339047" y="591781"/>
            <a:ext cx="16798945" cy="211762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7029"/>
              <a:t>Results: Lower Limb Joint Kinematics</a:t>
            </a:r>
          </a:p>
        </p:txBody>
      </p:sp>
      <p:pic>
        <p:nvPicPr>
          <p:cNvPr id="1026" name="Picture 1">
            <a:extLst>
              <a:ext uri="{FF2B5EF4-FFF2-40B4-BE49-F238E27FC236}">
                <a16:creationId xmlns:a16="http://schemas.microsoft.com/office/drawing/2014/main" id="{1C1CFED7-ED34-AEBE-DF86-B9281C0BCB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2424" y="1650591"/>
            <a:ext cx="8277106" cy="8489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7715DBCA-9A16-3D75-4652-7423D88B7C34}"/>
              </a:ext>
            </a:extLst>
          </p:cNvPr>
          <p:cNvSpPr/>
          <p:nvPr/>
        </p:nvSpPr>
        <p:spPr>
          <a:xfrm>
            <a:off x="10793597" y="1788781"/>
            <a:ext cx="8435227" cy="8500789"/>
          </a:xfrm>
          <a:prstGeom prst="rect">
            <a:avLst/>
          </a:prstGeom>
        </p:spPr>
        <p:txBody>
          <a:bodyPr wrap="square">
            <a:spAutoFit/>
          </a:bodyPr>
          <a:lstStyle/>
          <a:p>
            <a:pPr>
              <a:lnSpc>
                <a:spcPct val="120000"/>
              </a:lnSpc>
            </a:pPr>
            <a:r>
              <a:rPr lang="en-US" sz="3200" b="1">
                <a:solidFill>
                  <a:srgbClr val="2C3D76"/>
                </a:solidFill>
                <a:latin typeface="Segoe UI" panose="020B0502040204020203" pitchFamily="34" charset="0"/>
                <a:cs typeface="Segoe UI" panose="020B0502040204020203" pitchFamily="34" charset="0"/>
              </a:rPr>
              <a:t>Pelvis</a:t>
            </a:r>
          </a:p>
          <a:p>
            <a:pPr marL="457200" indent="-457200">
              <a:lnSpc>
                <a:spcPct val="120000"/>
              </a:lnSpc>
              <a:buFont typeface="Arial" panose="020B0604020202020204" pitchFamily="34" charset="0"/>
              <a:buChar char="•"/>
            </a:pPr>
            <a:r>
              <a:rPr lang="en-US" sz="2800">
                <a:solidFill>
                  <a:schemeClr val="tx1">
                    <a:lumMod val="65000"/>
                    <a:lumOff val="35000"/>
                  </a:schemeClr>
                </a:solidFill>
                <a:latin typeface="Segoe UI" panose="020B0502040204020203" pitchFamily="34" charset="0"/>
                <a:cs typeface="Segoe UI" panose="020B0502040204020203" pitchFamily="34" charset="0"/>
              </a:rPr>
              <a:t>Similar Pelvis Rotation.</a:t>
            </a:r>
          </a:p>
          <a:p>
            <a:pPr marL="457200" indent="-457200">
              <a:lnSpc>
                <a:spcPct val="120000"/>
              </a:lnSpc>
              <a:buFont typeface="Arial" panose="020B0604020202020204" pitchFamily="34" charset="0"/>
              <a:buChar char="•"/>
            </a:pPr>
            <a:r>
              <a:rPr lang="en-US" sz="2800">
                <a:solidFill>
                  <a:schemeClr val="tx1">
                    <a:lumMod val="65000"/>
                    <a:lumOff val="35000"/>
                  </a:schemeClr>
                </a:solidFill>
                <a:latin typeface="Segoe UI" panose="020B0502040204020203" pitchFamily="34" charset="0"/>
                <a:cs typeface="Segoe UI" panose="020B0502040204020203" pitchFamily="34" charset="0"/>
              </a:rPr>
              <a:t>Large difference in pelvis tilt.</a:t>
            </a:r>
          </a:p>
          <a:p>
            <a:pPr marL="457200" indent="-457200">
              <a:lnSpc>
                <a:spcPct val="120000"/>
              </a:lnSpc>
              <a:buFont typeface="Arial" panose="020B0604020202020204" pitchFamily="34" charset="0"/>
              <a:buChar char="•"/>
            </a:pPr>
            <a:r>
              <a:rPr lang="en-US" sz="2800">
                <a:solidFill>
                  <a:schemeClr val="tx1">
                    <a:lumMod val="65000"/>
                    <a:lumOff val="35000"/>
                  </a:schemeClr>
                </a:solidFill>
                <a:latin typeface="Segoe UI" panose="020B0502040204020203" pitchFamily="34" charset="0"/>
                <a:cs typeface="Segoe UI" panose="020B0502040204020203" pitchFamily="34" charset="0"/>
              </a:rPr>
              <a:t>Large difference in range of values of pelvis obliquity.</a:t>
            </a:r>
            <a:endParaRPr lang="en-US" sz="2800">
              <a:solidFill>
                <a:srgbClr val="2C3D76"/>
              </a:solidFill>
              <a:latin typeface="Segoe UI" panose="020B0502040204020203" pitchFamily="34" charset="0"/>
              <a:cs typeface="Segoe UI" panose="020B0502040204020203" pitchFamily="34" charset="0"/>
            </a:endParaRPr>
          </a:p>
          <a:p>
            <a:pPr>
              <a:lnSpc>
                <a:spcPct val="120000"/>
              </a:lnSpc>
            </a:pPr>
            <a:r>
              <a:rPr lang="en-US" sz="3200" b="1">
                <a:solidFill>
                  <a:srgbClr val="2C3D76"/>
                </a:solidFill>
                <a:latin typeface="Segoe UI" panose="020B0502040204020203" pitchFamily="34" charset="0"/>
                <a:cs typeface="Segoe UI" panose="020B0502040204020203" pitchFamily="34" charset="0"/>
              </a:rPr>
              <a:t>Hip</a:t>
            </a:r>
          </a:p>
          <a:p>
            <a:pPr marL="457200" indent="-457200">
              <a:lnSpc>
                <a:spcPct val="120000"/>
              </a:lnSpc>
              <a:buFont typeface="Arial" panose="020B0604020202020204" pitchFamily="34" charset="0"/>
              <a:buChar char="•"/>
            </a:pPr>
            <a:r>
              <a:rPr lang="en-US" sz="2800">
                <a:solidFill>
                  <a:schemeClr val="tx1">
                    <a:lumMod val="65000"/>
                    <a:lumOff val="35000"/>
                  </a:schemeClr>
                </a:solidFill>
                <a:latin typeface="Segoe UI" panose="020B0502040204020203" pitchFamily="34" charset="0"/>
                <a:cs typeface="Segoe UI" panose="020B0502040204020203" pitchFamily="34" charset="0"/>
              </a:rPr>
              <a:t>10 more degrees of hip flexion from Visual3D as compared to </a:t>
            </a:r>
            <a:r>
              <a:rPr lang="en-US" sz="2800" err="1">
                <a:solidFill>
                  <a:schemeClr val="tx1">
                    <a:lumMod val="65000"/>
                    <a:lumOff val="35000"/>
                  </a:schemeClr>
                </a:solidFill>
                <a:latin typeface="Segoe UI" panose="020B0502040204020203" pitchFamily="34" charset="0"/>
                <a:cs typeface="Segoe UI" panose="020B0502040204020203" pitchFamily="34" charset="0"/>
              </a:rPr>
              <a:t>OpenSim</a:t>
            </a:r>
            <a:r>
              <a:rPr lang="en-US" sz="2800">
                <a:solidFill>
                  <a:schemeClr val="tx1">
                    <a:lumMod val="65000"/>
                    <a:lumOff val="35000"/>
                  </a:schemeClr>
                </a:solidFill>
                <a:latin typeface="Segoe UI" panose="020B0502040204020203" pitchFamily="34" charset="0"/>
                <a:cs typeface="Segoe UI" panose="020B0502040204020203" pitchFamily="34" charset="0"/>
              </a:rPr>
              <a:t>, in line with existing literature</a:t>
            </a:r>
            <a:r>
              <a:rPr lang="en-US" sz="2800" baseline="30000">
                <a:solidFill>
                  <a:schemeClr val="tx1">
                    <a:lumMod val="65000"/>
                    <a:lumOff val="35000"/>
                  </a:schemeClr>
                </a:solidFill>
                <a:latin typeface="Segoe UI" panose="020B0502040204020203" pitchFamily="34" charset="0"/>
                <a:cs typeface="Segoe UI" panose="020B0502040204020203" pitchFamily="34" charset="0"/>
              </a:rPr>
              <a:t>3</a:t>
            </a:r>
            <a:r>
              <a:rPr lang="en-US" sz="2800">
                <a:solidFill>
                  <a:schemeClr val="tx1">
                    <a:lumMod val="65000"/>
                    <a:lumOff val="35000"/>
                  </a:schemeClr>
                </a:solidFill>
                <a:latin typeface="Segoe UI" panose="020B0502040204020203" pitchFamily="34" charset="0"/>
                <a:cs typeface="Segoe UI" panose="020B0502040204020203" pitchFamily="34" charset="0"/>
              </a:rPr>
              <a:t>.</a:t>
            </a:r>
          </a:p>
          <a:p>
            <a:pPr marL="457200" indent="-457200">
              <a:lnSpc>
                <a:spcPct val="120000"/>
              </a:lnSpc>
              <a:buFont typeface="Arial" panose="020B0604020202020204" pitchFamily="34" charset="0"/>
              <a:buChar char="•"/>
            </a:pPr>
            <a:r>
              <a:rPr lang="en-US" sz="2800">
                <a:solidFill>
                  <a:schemeClr val="tx1">
                    <a:lumMod val="65000"/>
                    <a:lumOff val="35000"/>
                  </a:schemeClr>
                </a:solidFill>
                <a:latin typeface="Segoe UI" panose="020B0502040204020203" pitchFamily="34" charset="0"/>
                <a:cs typeface="Segoe UI" panose="020B0502040204020203" pitchFamily="34" charset="0"/>
              </a:rPr>
              <a:t>Smaller range of motion for hip adduction of Visual3D as compared to </a:t>
            </a:r>
            <a:r>
              <a:rPr lang="en-US" sz="2800" err="1">
                <a:solidFill>
                  <a:schemeClr val="tx1">
                    <a:lumMod val="65000"/>
                    <a:lumOff val="35000"/>
                  </a:schemeClr>
                </a:solidFill>
                <a:latin typeface="Segoe UI" panose="020B0502040204020203" pitchFamily="34" charset="0"/>
                <a:cs typeface="Segoe UI" panose="020B0502040204020203" pitchFamily="34" charset="0"/>
              </a:rPr>
              <a:t>OpenSim</a:t>
            </a:r>
            <a:r>
              <a:rPr lang="en-US" sz="2800">
                <a:solidFill>
                  <a:schemeClr val="tx1">
                    <a:lumMod val="65000"/>
                    <a:lumOff val="35000"/>
                  </a:schemeClr>
                </a:solidFill>
                <a:latin typeface="Segoe UI" panose="020B0502040204020203" pitchFamily="34" charset="0"/>
                <a:cs typeface="Segoe UI" panose="020B0502040204020203" pitchFamily="34" charset="0"/>
              </a:rPr>
              <a:t>.</a:t>
            </a:r>
          </a:p>
          <a:p>
            <a:pPr marL="457200" indent="-457200">
              <a:lnSpc>
                <a:spcPct val="120000"/>
              </a:lnSpc>
              <a:buFont typeface="Arial" panose="020B0604020202020204" pitchFamily="34" charset="0"/>
              <a:buChar char="•"/>
            </a:pPr>
            <a:r>
              <a:rPr lang="en-US" sz="2800">
                <a:solidFill>
                  <a:schemeClr val="tx1">
                    <a:lumMod val="65000"/>
                    <a:lumOff val="35000"/>
                  </a:schemeClr>
                </a:solidFill>
                <a:latin typeface="Segoe UI" panose="020B0502040204020203" pitchFamily="34" charset="0"/>
                <a:cs typeface="Segoe UI" panose="020B0502040204020203" pitchFamily="34" charset="0"/>
              </a:rPr>
              <a:t>Hip rotation has phase difference.</a:t>
            </a:r>
            <a:endParaRPr lang="en-SG" sz="2800">
              <a:solidFill>
                <a:srgbClr val="2C3D76"/>
              </a:solidFill>
              <a:latin typeface="Segoe UI" panose="020B0502040204020203" pitchFamily="34" charset="0"/>
              <a:cs typeface="Segoe UI" panose="020B0502040204020203" pitchFamily="34" charset="0"/>
            </a:endParaRPr>
          </a:p>
          <a:p>
            <a:pPr>
              <a:lnSpc>
                <a:spcPct val="120000"/>
              </a:lnSpc>
            </a:pPr>
            <a:r>
              <a:rPr lang="en-US" sz="3200" b="1">
                <a:solidFill>
                  <a:srgbClr val="2C3D76"/>
                </a:solidFill>
                <a:latin typeface="Segoe UI" panose="020B0502040204020203" pitchFamily="34" charset="0"/>
                <a:cs typeface="Segoe UI" panose="020B0502040204020203" pitchFamily="34" charset="0"/>
              </a:rPr>
              <a:t>Knee &amp; Ankle</a:t>
            </a:r>
          </a:p>
          <a:p>
            <a:pPr marL="457200" indent="-457200">
              <a:lnSpc>
                <a:spcPct val="120000"/>
              </a:lnSpc>
              <a:buFont typeface="Arial" panose="020B0604020202020204" pitchFamily="34" charset="0"/>
              <a:buChar char="•"/>
            </a:pPr>
            <a:r>
              <a:rPr lang="en-US" sz="2800">
                <a:solidFill>
                  <a:schemeClr val="tx1">
                    <a:lumMod val="65000"/>
                    <a:lumOff val="35000"/>
                  </a:schemeClr>
                </a:solidFill>
                <a:latin typeface="Segoe UI" panose="020B0502040204020203" pitchFamily="34" charset="0"/>
                <a:cs typeface="Segoe UI" panose="020B0502040204020203" pitchFamily="34" charset="0"/>
              </a:rPr>
              <a:t>Knee flexion &amp; ankle dorsiflexion is similar across both software.</a:t>
            </a:r>
            <a:endParaRPr lang="en-US" sz="2800" b="1">
              <a:solidFill>
                <a:srgbClr val="2C3D76"/>
              </a:solidFill>
              <a:latin typeface="Segoe UI" panose="020B0502040204020203" pitchFamily="34" charset="0"/>
              <a:cs typeface="Segoe UI" panose="020B0502040204020203" pitchFamily="34" charset="0"/>
            </a:endParaRPr>
          </a:p>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endParaRPr kumimoji="0" lang="en-US" sz="2800" b="0" i="0" u="none" strike="noStrike" kern="0" cap="none" spc="0" normalizeH="0" baseline="0" noProof="0">
              <a:ln>
                <a:noFill/>
              </a:ln>
              <a:solidFill>
                <a:srgbClr val="000000"/>
              </a:solidFill>
              <a:effectLst/>
              <a:uLnTx/>
              <a:uFillTx/>
              <a:latin typeface="Segoe UI" panose="020B0502040204020203" pitchFamily="34" charset="0"/>
              <a:cs typeface="Segoe UI" panose="020B0502040204020203" pitchFamily="34" charset="0"/>
              <a:sym typeface="Arial"/>
            </a:endParaRPr>
          </a:p>
        </p:txBody>
      </p:sp>
      <p:sp>
        <p:nvSpPr>
          <p:cNvPr id="4" name="TextBox 3">
            <a:extLst>
              <a:ext uri="{FF2B5EF4-FFF2-40B4-BE49-F238E27FC236}">
                <a16:creationId xmlns:a16="http://schemas.microsoft.com/office/drawing/2014/main" id="{3691E4E2-0A08-9492-2794-94880A82515E}"/>
              </a:ext>
            </a:extLst>
          </p:cNvPr>
          <p:cNvSpPr txBox="1"/>
          <p:nvPr/>
        </p:nvSpPr>
        <p:spPr>
          <a:xfrm>
            <a:off x="845388" y="10289570"/>
            <a:ext cx="18631650" cy="984885"/>
          </a:xfrm>
          <a:prstGeom prst="rect">
            <a:avLst/>
          </a:prstGeom>
          <a:noFill/>
        </p:spPr>
        <p:txBody>
          <a:bodyPr wrap="square">
            <a:spAutoFit/>
          </a:bodyPr>
          <a:lstStyle/>
          <a:p>
            <a:r>
              <a:rPr lang="en-GB" sz="2000">
                <a:effectLst/>
                <a:latin typeface="Calibri" panose="020F0502020204030204" pitchFamily="34" charset="0"/>
                <a:ea typeface="Calibri" panose="020F0502020204030204" pitchFamily="34" charset="0"/>
              </a:rPr>
              <a:t>[</a:t>
            </a:r>
            <a:r>
              <a:rPr lang="en-GB" sz="2000">
                <a:latin typeface="Calibri" panose="020F0502020204030204" pitchFamily="34" charset="0"/>
                <a:ea typeface="Calibri" panose="020F0502020204030204" pitchFamily="34" charset="0"/>
              </a:rPr>
              <a:t>3</a:t>
            </a:r>
            <a:r>
              <a:rPr lang="en-GB" sz="2000">
                <a:effectLst/>
                <a:latin typeface="Calibri" panose="020F0502020204030204" pitchFamily="34" charset="0"/>
                <a:ea typeface="Calibri" panose="020F0502020204030204" pitchFamily="34" charset="0"/>
              </a:rPr>
              <a:t>]	</a:t>
            </a:r>
            <a:r>
              <a:rPr lang="en-US" sz="1800">
                <a:effectLst/>
                <a:latin typeface="Times New Roman" panose="02020603050405020304" pitchFamily="18" charset="0"/>
                <a:ea typeface="Times New Roman" panose="02020603050405020304" pitchFamily="18" charset="0"/>
              </a:rPr>
              <a:t>A. Am, W. Q, O. R, V. Jr, and C. N, “Effect of Two Different Pose Estimation Approaches on Lower Extremity Biomechanics in Professional Dancers,” </a:t>
            </a:r>
            <a:r>
              <a:rPr lang="en-US" sz="1800" i="1">
                <a:effectLst/>
                <a:latin typeface="Times New Roman" panose="02020603050405020304" pitchFamily="18" charset="0"/>
                <a:ea typeface="Times New Roman" panose="02020603050405020304" pitchFamily="18" charset="0"/>
              </a:rPr>
              <a:t>Annual International Conference of the IEEE Engineering in Medicine and Biology Society</a:t>
            </a:r>
            <a:r>
              <a:rPr lang="en-US" sz="1800">
                <a:effectLst/>
                <a:latin typeface="Times New Roman" panose="02020603050405020304" pitchFamily="18" charset="0"/>
                <a:ea typeface="Times New Roman" panose="02020603050405020304" pitchFamily="18" charset="0"/>
              </a:rPr>
              <a:t>, vol. 2019, Jul. 2019, </a:t>
            </a:r>
            <a:r>
              <a:rPr lang="en-US" sz="1800" err="1">
                <a:effectLst/>
                <a:latin typeface="Times New Roman" panose="02020603050405020304" pitchFamily="18" charset="0"/>
                <a:ea typeface="Times New Roman" panose="02020603050405020304" pitchFamily="18" charset="0"/>
              </a:rPr>
              <a:t>doi</a:t>
            </a:r>
            <a:r>
              <a:rPr lang="en-US" sz="1800">
                <a:effectLst/>
                <a:latin typeface="Times New Roman" panose="02020603050405020304" pitchFamily="18" charset="0"/>
                <a:ea typeface="Times New Roman" panose="02020603050405020304" pitchFamily="18" charset="0"/>
              </a:rPr>
              <a:t>: 10.1109/EMBC.2019.8857683.</a:t>
            </a:r>
            <a:endParaRPr lang="en-SG" sz="1800">
              <a:effectLst/>
              <a:latin typeface="Times New Roman" panose="02020603050405020304" pitchFamily="18" charset="0"/>
              <a:ea typeface="Times New Roman" panose="02020603050405020304" pitchFamily="18" charset="0"/>
            </a:endParaRPr>
          </a:p>
          <a:p>
            <a:pPr algn="ctr"/>
            <a:endParaRPr lang="en-GB" sz="2000"/>
          </a:p>
        </p:txBody>
      </p:sp>
    </p:spTree>
    <p:extLst>
      <p:ext uri="{BB962C8B-B14F-4D97-AF65-F5344CB8AC3E}">
        <p14:creationId xmlns:p14="http://schemas.microsoft.com/office/powerpoint/2010/main" val="2067020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ACAD0-8107-419D-87F4-A28EE287A8A6}"/>
              </a:ext>
            </a:extLst>
          </p:cNvPr>
          <p:cNvSpPr txBox="1">
            <a:spLocks/>
          </p:cNvSpPr>
          <p:nvPr/>
        </p:nvSpPr>
        <p:spPr>
          <a:xfrm>
            <a:off x="1339047" y="591781"/>
            <a:ext cx="16798945" cy="211762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7029"/>
              <a:t>Results: Lower Limb Joint Kinetics</a:t>
            </a:r>
          </a:p>
        </p:txBody>
      </p:sp>
      <p:pic>
        <p:nvPicPr>
          <p:cNvPr id="2050" name="Picture 1">
            <a:extLst>
              <a:ext uri="{FF2B5EF4-FFF2-40B4-BE49-F238E27FC236}">
                <a16:creationId xmlns:a16="http://schemas.microsoft.com/office/drawing/2014/main" id="{ECDDE2DD-505B-B3A4-C102-F47EC7293B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496" y="2265036"/>
            <a:ext cx="11079088" cy="6787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696C9B8F-52FD-0A90-E031-EF7E1D32CC09}"/>
              </a:ext>
            </a:extLst>
          </p:cNvPr>
          <p:cNvSpPr/>
          <p:nvPr/>
        </p:nvSpPr>
        <p:spPr>
          <a:xfrm>
            <a:off x="12249510" y="2265036"/>
            <a:ext cx="6910304" cy="7392793"/>
          </a:xfrm>
          <a:prstGeom prst="rect">
            <a:avLst/>
          </a:prstGeom>
        </p:spPr>
        <p:txBody>
          <a:bodyPr wrap="square">
            <a:spAutoFit/>
          </a:bodyPr>
          <a:lstStyle/>
          <a:p>
            <a:pPr>
              <a:lnSpc>
                <a:spcPct val="120000"/>
              </a:lnSpc>
            </a:pPr>
            <a:r>
              <a:rPr lang="en-US" sz="3200" b="1">
                <a:solidFill>
                  <a:srgbClr val="2C3D76"/>
                </a:solidFill>
                <a:latin typeface="Segoe UI" panose="020B0502040204020203" pitchFamily="34" charset="0"/>
                <a:cs typeface="Segoe UI" panose="020B0502040204020203" pitchFamily="34" charset="0"/>
              </a:rPr>
              <a:t>Hip</a:t>
            </a:r>
          </a:p>
          <a:p>
            <a:pPr marL="457200" indent="-457200">
              <a:lnSpc>
                <a:spcPct val="120000"/>
              </a:lnSpc>
              <a:buFont typeface="Arial" panose="020B0604020202020204" pitchFamily="34" charset="0"/>
              <a:buChar char="•"/>
            </a:pPr>
            <a:r>
              <a:rPr lang="en-US" sz="2800">
                <a:solidFill>
                  <a:schemeClr val="tx1">
                    <a:lumMod val="65000"/>
                    <a:lumOff val="35000"/>
                  </a:schemeClr>
                </a:solidFill>
                <a:latin typeface="Segoe UI" panose="020B0502040204020203" pitchFamily="34" charset="0"/>
                <a:cs typeface="Segoe UI" panose="020B0502040204020203" pitchFamily="34" charset="0"/>
              </a:rPr>
              <a:t>Hip rotation is different in range and magnitude. This difference likely attributed to differences propagated from different kinematics results.</a:t>
            </a:r>
            <a:endParaRPr lang="en-SG" sz="2800">
              <a:solidFill>
                <a:srgbClr val="2C3D76"/>
              </a:solidFill>
              <a:latin typeface="Segoe UI" panose="020B0502040204020203" pitchFamily="34" charset="0"/>
              <a:cs typeface="Segoe UI" panose="020B0502040204020203" pitchFamily="34" charset="0"/>
            </a:endParaRPr>
          </a:p>
          <a:p>
            <a:pPr>
              <a:lnSpc>
                <a:spcPct val="120000"/>
              </a:lnSpc>
            </a:pPr>
            <a:r>
              <a:rPr lang="en-US" sz="3200" b="1">
                <a:solidFill>
                  <a:srgbClr val="2C3D76"/>
                </a:solidFill>
                <a:latin typeface="Segoe UI" panose="020B0502040204020203" pitchFamily="34" charset="0"/>
                <a:cs typeface="Segoe UI" panose="020B0502040204020203" pitchFamily="34" charset="0"/>
              </a:rPr>
              <a:t>Knee &amp; Ankle</a:t>
            </a:r>
          </a:p>
          <a:p>
            <a:pPr marL="457200" indent="-457200">
              <a:lnSpc>
                <a:spcPct val="120000"/>
              </a:lnSpc>
              <a:buFont typeface="Arial" panose="020B0604020202020204" pitchFamily="34" charset="0"/>
              <a:buChar char="•"/>
            </a:pPr>
            <a:r>
              <a:rPr lang="en-US" sz="2800">
                <a:solidFill>
                  <a:schemeClr val="tx1">
                    <a:lumMod val="65000"/>
                    <a:lumOff val="35000"/>
                  </a:schemeClr>
                </a:solidFill>
                <a:latin typeface="Segoe UI" panose="020B0502040204020203" pitchFamily="34" charset="0"/>
                <a:cs typeface="Segoe UI" panose="020B0502040204020203" pitchFamily="34" charset="0"/>
              </a:rPr>
              <a:t>Knee moments are similar to one another, Visual3D has lower minimum.</a:t>
            </a:r>
          </a:p>
          <a:p>
            <a:pPr marL="457200" indent="-457200">
              <a:lnSpc>
                <a:spcPct val="120000"/>
              </a:lnSpc>
              <a:buFont typeface="Arial" panose="020B0604020202020204" pitchFamily="34" charset="0"/>
              <a:buChar char="•"/>
            </a:pPr>
            <a:r>
              <a:rPr lang="en-US" sz="2800">
                <a:solidFill>
                  <a:schemeClr val="tx1">
                    <a:lumMod val="65000"/>
                    <a:lumOff val="35000"/>
                  </a:schemeClr>
                </a:solidFill>
                <a:latin typeface="Segoe UI" panose="020B0502040204020203" pitchFamily="34" charset="0"/>
                <a:cs typeface="Segoe UI" panose="020B0502040204020203" pitchFamily="34" charset="0"/>
              </a:rPr>
              <a:t>Ankle evertor moment of </a:t>
            </a:r>
            <a:r>
              <a:rPr lang="en-US" sz="2800" err="1">
                <a:solidFill>
                  <a:schemeClr val="tx1">
                    <a:lumMod val="65000"/>
                    <a:lumOff val="35000"/>
                  </a:schemeClr>
                </a:solidFill>
                <a:latin typeface="Segoe UI" panose="020B0502040204020203" pitchFamily="34" charset="0"/>
                <a:cs typeface="Segoe UI" panose="020B0502040204020203" pitchFamily="34" charset="0"/>
              </a:rPr>
              <a:t>OpenSim</a:t>
            </a:r>
            <a:r>
              <a:rPr lang="en-US" sz="2800">
                <a:solidFill>
                  <a:schemeClr val="tx1">
                    <a:lumMod val="65000"/>
                    <a:lumOff val="35000"/>
                  </a:schemeClr>
                </a:solidFill>
                <a:latin typeface="Segoe UI" panose="020B0502040204020203" pitchFamily="34" charset="0"/>
                <a:cs typeface="Segoe UI" panose="020B0502040204020203" pitchFamily="34" charset="0"/>
              </a:rPr>
              <a:t> and Visual3D visually different at initial 30% of the gait cycle, with Visual3D much lower than </a:t>
            </a:r>
            <a:r>
              <a:rPr lang="en-US" sz="2800" err="1">
                <a:solidFill>
                  <a:schemeClr val="tx1">
                    <a:lumMod val="65000"/>
                    <a:lumOff val="35000"/>
                  </a:schemeClr>
                </a:solidFill>
                <a:latin typeface="Segoe UI" panose="020B0502040204020203" pitchFamily="34" charset="0"/>
                <a:cs typeface="Segoe UI" panose="020B0502040204020203" pitchFamily="34" charset="0"/>
              </a:rPr>
              <a:t>OpenSim</a:t>
            </a:r>
            <a:endParaRPr lang="en-US" sz="2800">
              <a:solidFill>
                <a:schemeClr val="tx1">
                  <a:lumMod val="65000"/>
                  <a:lumOff val="35000"/>
                </a:schemeClr>
              </a:solidFill>
              <a:latin typeface="Segoe UI" panose="020B0502040204020203" pitchFamily="34" charset="0"/>
              <a:cs typeface="Segoe UI" panose="020B0502040204020203" pitchFamily="34" charset="0"/>
            </a:endParaRPr>
          </a:p>
          <a:p>
            <a:pPr marL="457200" indent="-457200">
              <a:lnSpc>
                <a:spcPct val="120000"/>
              </a:lnSpc>
              <a:buFont typeface="Arial" panose="020B0604020202020204" pitchFamily="34" charset="0"/>
              <a:buChar char="•"/>
            </a:pPr>
            <a:endParaRPr lang="en-US" sz="2800" b="1">
              <a:solidFill>
                <a:srgbClr val="2C3D76"/>
              </a:solidFill>
              <a:latin typeface="Segoe UI" panose="020B0502040204020203" pitchFamily="34" charset="0"/>
              <a:cs typeface="Segoe UI" panose="020B0502040204020203" pitchFamily="34" charset="0"/>
            </a:endParaRPr>
          </a:p>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endParaRPr kumimoji="0" lang="en-US" sz="2800" b="0" i="0" u="none" strike="noStrike" kern="0" cap="none" spc="0" normalizeH="0" baseline="0" noProof="0">
              <a:ln>
                <a:noFill/>
              </a:ln>
              <a:solidFill>
                <a:srgbClr val="000000"/>
              </a:solidFill>
              <a:effectLst/>
              <a:uLnTx/>
              <a:uFillTx/>
              <a:latin typeface="Segoe UI" panose="020B0502040204020203" pitchFamily="34" charset="0"/>
              <a:cs typeface="Segoe UI" panose="020B0502040204020203" pitchFamily="34" charset="0"/>
              <a:sym typeface="Arial"/>
            </a:endParaRPr>
          </a:p>
        </p:txBody>
      </p:sp>
    </p:spTree>
    <p:extLst>
      <p:ext uri="{BB962C8B-B14F-4D97-AF65-F5344CB8AC3E}">
        <p14:creationId xmlns:p14="http://schemas.microsoft.com/office/powerpoint/2010/main" val="2687685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3E0E522-78BB-9137-4C63-3BAB4580931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49503" t="52652" r="29563" b="5698"/>
          <a:stretch/>
        </p:blipFill>
        <p:spPr bwMode="auto">
          <a:xfrm>
            <a:off x="1268459" y="3115364"/>
            <a:ext cx="5034066" cy="5475501"/>
          </a:xfrm>
          <a:prstGeom prst="rect">
            <a:avLst/>
          </a:prstGeom>
          <a:noFill/>
          <a:ln>
            <a:noFill/>
          </a:ln>
          <a:extLst>
            <a:ext uri="{53640926-AAD7-44D8-BBD7-CCE9431645EC}">
              <a14:shadowObscured xmlns:a14="http://schemas.microsoft.com/office/drawing/2010/main"/>
            </a:ext>
          </a:extLst>
        </p:spPr>
      </p:pic>
      <p:sp>
        <p:nvSpPr>
          <p:cNvPr id="3" name="TextBox 2">
            <a:extLst>
              <a:ext uri="{FF2B5EF4-FFF2-40B4-BE49-F238E27FC236}">
                <a16:creationId xmlns:a16="http://schemas.microsoft.com/office/drawing/2014/main" id="{52CF9084-3736-8EDE-6857-A3B377C8C522}"/>
              </a:ext>
            </a:extLst>
          </p:cNvPr>
          <p:cNvSpPr txBox="1"/>
          <p:nvPr/>
        </p:nvSpPr>
        <p:spPr>
          <a:xfrm>
            <a:off x="7638307" y="2868944"/>
            <a:ext cx="6483983" cy="523220"/>
          </a:xfrm>
          <a:prstGeom prst="rect">
            <a:avLst/>
          </a:prstGeom>
          <a:noFill/>
        </p:spPr>
        <p:txBody>
          <a:bodyPr wrap="square" rtlCol="0">
            <a:spAutoFit/>
          </a:bodyPr>
          <a:lstStyle/>
          <a:p>
            <a:r>
              <a:rPr lang="en-US" sz="2800" b="1">
                <a:solidFill>
                  <a:schemeClr val="tx1">
                    <a:lumMod val="50000"/>
                    <a:lumOff val="50000"/>
                  </a:schemeClr>
                </a:solidFill>
                <a:latin typeface="Geomanist Regular" panose="02000503000000020004" pitchFamily="50" charset="0"/>
                <a:cs typeface="Segoe UI Light" panose="020B0502040204020203" pitchFamily="34" charset="0"/>
              </a:rPr>
              <a:t>Difference in Pelvis Segment</a:t>
            </a:r>
            <a:endParaRPr lang="id-ID" sz="2800" b="1">
              <a:solidFill>
                <a:schemeClr val="tx1">
                  <a:lumMod val="50000"/>
                  <a:lumOff val="50000"/>
                </a:schemeClr>
              </a:solidFill>
              <a:latin typeface="Geomanist Regular" panose="02000503000000020004" pitchFamily="50" charset="0"/>
              <a:cs typeface="Segoe UI Light" panose="020B0502040204020203" pitchFamily="34" charset="0"/>
            </a:endParaRPr>
          </a:p>
        </p:txBody>
      </p:sp>
      <p:sp>
        <p:nvSpPr>
          <p:cNvPr id="4" name="Rectangle 3">
            <a:extLst>
              <a:ext uri="{FF2B5EF4-FFF2-40B4-BE49-F238E27FC236}">
                <a16:creationId xmlns:a16="http://schemas.microsoft.com/office/drawing/2014/main" id="{8C3AC249-BB7A-A50C-0203-65A1BAFDB00E}"/>
              </a:ext>
            </a:extLst>
          </p:cNvPr>
          <p:cNvSpPr/>
          <p:nvPr/>
        </p:nvSpPr>
        <p:spPr>
          <a:xfrm flipH="1">
            <a:off x="7638307" y="3386451"/>
            <a:ext cx="9659093" cy="2267224"/>
          </a:xfrm>
          <a:prstGeom prst="rect">
            <a:avLst/>
          </a:prstGeom>
        </p:spPr>
        <p:txBody>
          <a:bodyPr wrap="square">
            <a:spAutoFit/>
          </a:bodyPr>
          <a:lstStyle/>
          <a:p>
            <a:pPr marL="285750" indent="-285750">
              <a:lnSpc>
                <a:spcPct val="120000"/>
              </a:lnSpc>
              <a:buFont typeface="Arial" panose="020B0604020202020204" pitchFamily="34" charset="0"/>
              <a:buChar char="•"/>
            </a:pPr>
            <a:r>
              <a:rPr lang="en-US" sz="2400" b="1">
                <a:solidFill>
                  <a:srgbClr val="595959"/>
                </a:solidFill>
                <a:latin typeface="Segoe UI" panose="020B0502040204020203" pitchFamily="34" charset="0"/>
                <a:cs typeface="Segoe UI" panose="020B0502040204020203" pitchFamily="34" charset="0"/>
              </a:rPr>
              <a:t>Anatomical</a:t>
            </a:r>
            <a:r>
              <a:rPr lang="en-US" sz="2400">
                <a:solidFill>
                  <a:srgbClr val="595959"/>
                </a:solidFill>
                <a:latin typeface="Segoe UI" panose="020B0502040204020203" pitchFamily="34" charset="0"/>
                <a:cs typeface="Segoe UI" panose="020B0502040204020203" pitchFamily="34" charset="0"/>
              </a:rPr>
              <a:t>: Complex structure of many bony structures and synovial joints that allow intrapelvic movement </a:t>
            </a:r>
          </a:p>
          <a:p>
            <a:pPr marL="285750" indent="-285750">
              <a:lnSpc>
                <a:spcPct val="120000"/>
              </a:lnSpc>
              <a:buFont typeface="Arial" panose="020B0604020202020204" pitchFamily="34" charset="0"/>
              <a:buChar char="•"/>
            </a:pPr>
            <a:r>
              <a:rPr lang="en-US" sz="2400" b="1">
                <a:solidFill>
                  <a:srgbClr val="595959"/>
                </a:solidFill>
                <a:latin typeface="Segoe UI" panose="020B0502040204020203" pitchFamily="34" charset="0"/>
                <a:cs typeface="Segoe UI" panose="020B0502040204020203" pitchFamily="34" charset="0"/>
              </a:rPr>
              <a:t>OpenSim</a:t>
            </a:r>
            <a:r>
              <a:rPr lang="en-US" sz="2400">
                <a:solidFill>
                  <a:srgbClr val="595959"/>
                </a:solidFill>
                <a:latin typeface="Segoe UI" panose="020B0502040204020203" pitchFamily="34" charset="0"/>
                <a:cs typeface="Segoe UI" panose="020B0502040204020203" pitchFamily="34" charset="0"/>
              </a:rPr>
              <a:t>: One rigid structure</a:t>
            </a:r>
          </a:p>
          <a:p>
            <a:pPr marL="285750" indent="-285750">
              <a:lnSpc>
                <a:spcPct val="120000"/>
              </a:lnSpc>
              <a:buFont typeface="Arial" panose="020B0604020202020204" pitchFamily="34" charset="0"/>
              <a:buChar char="•"/>
            </a:pPr>
            <a:r>
              <a:rPr lang="en-US" sz="2400" b="1">
                <a:solidFill>
                  <a:srgbClr val="595959"/>
                </a:solidFill>
                <a:latin typeface="Segoe UI" panose="020B0502040204020203" pitchFamily="34" charset="0"/>
                <a:cs typeface="Segoe UI" panose="020B0502040204020203" pitchFamily="34" charset="0"/>
              </a:rPr>
              <a:t>Visual3D</a:t>
            </a:r>
            <a:r>
              <a:rPr lang="en-US" sz="2400">
                <a:solidFill>
                  <a:srgbClr val="595959"/>
                </a:solidFill>
                <a:latin typeface="Segoe UI" panose="020B0502040204020203" pitchFamily="34" charset="0"/>
                <a:cs typeface="Segoe UI" panose="020B0502040204020203" pitchFamily="34" charset="0"/>
              </a:rPr>
              <a:t>: Two separate bodies respective of motion of left and right limb</a:t>
            </a:r>
            <a:endParaRPr lang="id-ID" sz="2400">
              <a:solidFill>
                <a:srgbClr val="595959"/>
              </a:solidFill>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id="{79C76A58-8CBD-84E1-C8B3-DA4E40890214}"/>
              </a:ext>
            </a:extLst>
          </p:cNvPr>
          <p:cNvPicPr>
            <a:picLocks noChangeAspect="1"/>
          </p:cNvPicPr>
          <p:nvPr/>
        </p:nvPicPr>
        <p:blipFill>
          <a:blip r:embed="rId4"/>
          <a:stretch>
            <a:fillRect/>
          </a:stretch>
        </p:blipFill>
        <p:spPr>
          <a:xfrm>
            <a:off x="9496657" y="6171182"/>
            <a:ext cx="3019780" cy="3320702"/>
          </a:xfrm>
          <a:prstGeom prst="rect">
            <a:avLst/>
          </a:prstGeom>
        </p:spPr>
      </p:pic>
      <p:sp>
        <p:nvSpPr>
          <p:cNvPr id="6" name="TextBox 5">
            <a:extLst>
              <a:ext uri="{FF2B5EF4-FFF2-40B4-BE49-F238E27FC236}">
                <a16:creationId xmlns:a16="http://schemas.microsoft.com/office/drawing/2014/main" id="{3729F27F-41EE-730F-2B64-58D0DE4FDE7F}"/>
              </a:ext>
            </a:extLst>
          </p:cNvPr>
          <p:cNvSpPr txBox="1"/>
          <p:nvPr/>
        </p:nvSpPr>
        <p:spPr>
          <a:xfrm>
            <a:off x="9370407" y="9423732"/>
            <a:ext cx="3019781" cy="400110"/>
          </a:xfrm>
          <a:prstGeom prst="rect">
            <a:avLst/>
          </a:prstGeom>
          <a:noFill/>
        </p:spPr>
        <p:txBody>
          <a:bodyPr wrap="square" rtlCol="0">
            <a:spAutoFit/>
          </a:bodyPr>
          <a:lstStyle/>
          <a:p>
            <a:pPr algn="ctr"/>
            <a:r>
              <a:rPr lang="en-US" sz="2000">
                <a:solidFill>
                  <a:schemeClr val="accent1"/>
                </a:solidFill>
              </a:rPr>
              <a:t>OpenSim Pelvis Body</a:t>
            </a:r>
            <a:r>
              <a:rPr lang="en-US" sz="2000" baseline="30000">
                <a:solidFill>
                  <a:schemeClr val="accent1"/>
                </a:solidFill>
              </a:rPr>
              <a:t>10</a:t>
            </a:r>
          </a:p>
        </p:txBody>
      </p:sp>
      <p:cxnSp>
        <p:nvCxnSpPr>
          <p:cNvPr id="7" name="Straight Connector 6">
            <a:extLst>
              <a:ext uri="{FF2B5EF4-FFF2-40B4-BE49-F238E27FC236}">
                <a16:creationId xmlns:a16="http://schemas.microsoft.com/office/drawing/2014/main" id="{DA9154D4-9CC2-5A84-541C-C14A77B0850D}"/>
              </a:ext>
            </a:extLst>
          </p:cNvPr>
          <p:cNvCxnSpPr>
            <a:cxnSpLocks/>
          </p:cNvCxnSpPr>
          <p:nvPr/>
        </p:nvCxnSpPr>
        <p:spPr>
          <a:xfrm>
            <a:off x="6960602" y="2743659"/>
            <a:ext cx="0" cy="7010401"/>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58468F96-72A5-E937-3DF3-5A33FE6C59AB}"/>
              </a:ext>
            </a:extLst>
          </p:cNvPr>
          <p:cNvPicPr>
            <a:picLocks noChangeAspect="1"/>
          </p:cNvPicPr>
          <p:nvPr/>
        </p:nvPicPr>
        <p:blipFill rotWithShape="1">
          <a:blip r:embed="rId5"/>
          <a:srcRect t="1" r="60144" b="-4323"/>
          <a:stretch/>
        </p:blipFill>
        <p:spPr>
          <a:xfrm>
            <a:off x="1833108" y="8707611"/>
            <a:ext cx="1924594" cy="699898"/>
          </a:xfrm>
          <a:prstGeom prst="rect">
            <a:avLst/>
          </a:prstGeom>
        </p:spPr>
      </p:pic>
      <p:pic>
        <p:nvPicPr>
          <p:cNvPr id="9" name="Picture 8">
            <a:extLst>
              <a:ext uri="{FF2B5EF4-FFF2-40B4-BE49-F238E27FC236}">
                <a16:creationId xmlns:a16="http://schemas.microsoft.com/office/drawing/2014/main" id="{23141564-99C6-097A-C65D-36DF02580002}"/>
              </a:ext>
            </a:extLst>
          </p:cNvPr>
          <p:cNvPicPr>
            <a:picLocks noChangeAspect="1"/>
          </p:cNvPicPr>
          <p:nvPr/>
        </p:nvPicPr>
        <p:blipFill rotWithShape="1">
          <a:blip r:embed="rId5"/>
          <a:srcRect l="46981" b="-9158"/>
          <a:stretch/>
        </p:blipFill>
        <p:spPr>
          <a:xfrm>
            <a:off x="3846102" y="8691388"/>
            <a:ext cx="2560208" cy="732344"/>
          </a:xfrm>
          <a:prstGeom prst="rect">
            <a:avLst/>
          </a:prstGeom>
        </p:spPr>
      </p:pic>
      <p:sp>
        <p:nvSpPr>
          <p:cNvPr id="10" name="TextBox 9">
            <a:extLst>
              <a:ext uri="{FF2B5EF4-FFF2-40B4-BE49-F238E27FC236}">
                <a16:creationId xmlns:a16="http://schemas.microsoft.com/office/drawing/2014/main" id="{30360441-8D33-2D0C-898F-9F8E836310FA}"/>
              </a:ext>
            </a:extLst>
          </p:cNvPr>
          <p:cNvSpPr txBox="1"/>
          <p:nvPr/>
        </p:nvSpPr>
        <p:spPr>
          <a:xfrm>
            <a:off x="13420305" y="9441274"/>
            <a:ext cx="3624483" cy="707886"/>
          </a:xfrm>
          <a:prstGeom prst="rect">
            <a:avLst/>
          </a:prstGeom>
          <a:noFill/>
        </p:spPr>
        <p:txBody>
          <a:bodyPr wrap="square" rtlCol="0">
            <a:spAutoFit/>
          </a:bodyPr>
          <a:lstStyle/>
          <a:p>
            <a:pPr algn="ctr"/>
            <a:r>
              <a:rPr lang="en-US" sz="2000">
                <a:solidFill>
                  <a:schemeClr val="accent1"/>
                </a:solidFill>
              </a:rPr>
              <a:t>Right component of Visual3D Pelvis Body</a:t>
            </a:r>
            <a:r>
              <a:rPr lang="en-US" sz="2000" baseline="30000">
                <a:solidFill>
                  <a:schemeClr val="accent1"/>
                </a:solidFill>
              </a:rPr>
              <a:t>10</a:t>
            </a:r>
          </a:p>
        </p:txBody>
      </p:sp>
      <p:pic>
        <p:nvPicPr>
          <p:cNvPr id="11" name="Picture 10">
            <a:extLst>
              <a:ext uri="{FF2B5EF4-FFF2-40B4-BE49-F238E27FC236}">
                <a16:creationId xmlns:a16="http://schemas.microsoft.com/office/drawing/2014/main" id="{8375730A-385C-99A0-9E5B-9FD01EEF843C}"/>
              </a:ext>
            </a:extLst>
          </p:cNvPr>
          <p:cNvPicPr>
            <a:picLocks noChangeAspect="1"/>
          </p:cNvPicPr>
          <p:nvPr/>
        </p:nvPicPr>
        <p:blipFill rotWithShape="1">
          <a:blip r:embed="rId6"/>
          <a:srcRect t="47500"/>
          <a:stretch/>
        </p:blipFill>
        <p:spPr>
          <a:xfrm>
            <a:off x="12676306" y="5687440"/>
            <a:ext cx="5112483" cy="3720069"/>
          </a:xfrm>
          <a:prstGeom prst="rect">
            <a:avLst/>
          </a:prstGeom>
        </p:spPr>
      </p:pic>
      <p:sp>
        <p:nvSpPr>
          <p:cNvPr id="12" name="Title 1">
            <a:extLst>
              <a:ext uri="{FF2B5EF4-FFF2-40B4-BE49-F238E27FC236}">
                <a16:creationId xmlns:a16="http://schemas.microsoft.com/office/drawing/2014/main" id="{CB388B5A-4712-0100-94E4-07F86D775E15}"/>
              </a:ext>
            </a:extLst>
          </p:cNvPr>
          <p:cNvSpPr txBox="1">
            <a:spLocks/>
          </p:cNvSpPr>
          <p:nvPr/>
        </p:nvSpPr>
        <p:spPr>
          <a:xfrm>
            <a:off x="1339047" y="591781"/>
            <a:ext cx="16798945" cy="211762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7029"/>
              <a:t>Discussion: Difference in Pelvis Obliquity</a:t>
            </a:r>
          </a:p>
        </p:txBody>
      </p:sp>
      <p:sp>
        <p:nvSpPr>
          <p:cNvPr id="13" name="TextBox 12">
            <a:extLst>
              <a:ext uri="{FF2B5EF4-FFF2-40B4-BE49-F238E27FC236}">
                <a16:creationId xmlns:a16="http://schemas.microsoft.com/office/drawing/2014/main" id="{CFFAB717-A791-A278-1869-2D2BE15CBD1D}"/>
              </a:ext>
            </a:extLst>
          </p:cNvPr>
          <p:cNvSpPr txBox="1"/>
          <p:nvPr/>
        </p:nvSpPr>
        <p:spPr>
          <a:xfrm>
            <a:off x="822959" y="10542906"/>
            <a:ext cx="18654077" cy="375552"/>
          </a:xfrm>
          <a:prstGeom prst="rect">
            <a:avLst/>
          </a:prstGeom>
          <a:noFill/>
        </p:spPr>
        <p:txBody>
          <a:bodyPr wrap="square">
            <a:spAutoFit/>
          </a:bodyPr>
          <a:lstStyle/>
          <a:p>
            <a:pPr>
              <a:lnSpc>
                <a:spcPct val="107000"/>
              </a:lnSpc>
            </a:pPr>
            <a:r>
              <a:rPr lang="en-GB">
                <a:effectLst/>
                <a:latin typeface="Calibri" panose="020F0502020204030204" pitchFamily="34" charset="0"/>
                <a:ea typeface="Calibri" panose="020F0502020204030204" pitchFamily="34" charset="0"/>
                <a:cs typeface="Calibri" panose="020F0502020204030204" pitchFamily="34" charset="0"/>
              </a:rPr>
              <a:t>[10]	“Visual3D Pelvis - Visual3D Wiki Documentation.” https://www.c-motion.com/v3dwiki/index.php/Visual3D_Pelvis (accessed Apr. 01, 2023)</a:t>
            </a:r>
          </a:p>
        </p:txBody>
      </p:sp>
    </p:spTree>
    <p:extLst>
      <p:ext uri="{BB962C8B-B14F-4D97-AF65-F5344CB8AC3E}">
        <p14:creationId xmlns:p14="http://schemas.microsoft.com/office/powerpoint/2010/main" val="16614664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CB388B5A-4712-0100-94E4-07F86D775E15}"/>
              </a:ext>
            </a:extLst>
          </p:cNvPr>
          <p:cNvSpPr txBox="1">
            <a:spLocks/>
          </p:cNvSpPr>
          <p:nvPr/>
        </p:nvSpPr>
        <p:spPr>
          <a:xfrm>
            <a:off x="1339047" y="591781"/>
            <a:ext cx="16798945" cy="211762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7029"/>
              <a:t>Discussion: Difference in Pelvis Tilt</a:t>
            </a:r>
          </a:p>
        </p:txBody>
      </p:sp>
      <p:pic>
        <p:nvPicPr>
          <p:cNvPr id="13" name="Picture 12">
            <a:extLst>
              <a:ext uri="{FF2B5EF4-FFF2-40B4-BE49-F238E27FC236}">
                <a16:creationId xmlns:a16="http://schemas.microsoft.com/office/drawing/2014/main" id="{21F0FC82-ED61-89FE-4A6D-1905B426B67B}"/>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8630" t="53404" r="50432" b="4491"/>
          <a:stretch/>
        </p:blipFill>
        <p:spPr bwMode="auto">
          <a:xfrm>
            <a:off x="1365435" y="3253893"/>
            <a:ext cx="4727184" cy="5576597"/>
          </a:xfrm>
          <a:prstGeom prst="rect">
            <a:avLst/>
          </a:prstGeom>
          <a:noFill/>
          <a:ln>
            <a:noFill/>
          </a:ln>
          <a:extLst>
            <a:ext uri="{53640926-AAD7-44D8-BBD7-CCE9431645EC}">
              <a14:shadowObscured xmlns:a14="http://schemas.microsoft.com/office/drawing/2010/main"/>
            </a:ext>
          </a:extLst>
        </p:spPr>
      </p:pic>
      <p:sp>
        <p:nvSpPr>
          <p:cNvPr id="14" name="TextBox 13">
            <a:extLst>
              <a:ext uri="{FF2B5EF4-FFF2-40B4-BE49-F238E27FC236}">
                <a16:creationId xmlns:a16="http://schemas.microsoft.com/office/drawing/2014/main" id="{58F36672-176A-458F-8D67-A3EF010C744D}"/>
              </a:ext>
            </a:extLst>
          </p:cNvPr>
          <p:cNvSpPr txBox="1"/>
          <p:nvPr/>
        </p:nvSpPr>
        <p:spPr>
          <a:xfrm>
            <a:off x="7103050" y="2921405"/>
            <a:ext cx="9501115" cy="523220"/>
          </a:xfrm>
          <a:prstGeom prst="rect">
            <a:avLst/>
          </a:prstGeom>
          <a:noFill/>
        </p:spPr>
        <p:txBody>
          <a:bodyPr wrap="square" rtlCol="0">
            <a:spAutoFit/>
          </a:bodyPr>
          <a:lstStyle/>
          <a:p>
            <a:r>
              <a:rPr lang="en-US" sz="2800">
                <a:solidFill>
                  <a:schemeClr val="tx1">
                    <a:lumMod val="50000"/>
                    <a:lumOff val="50000"/>
                  </a:schemeClr>
                </a:solidFill>
                <a:latin typeface="Geomanist Regular" panose="02000503000000020004" pitchFamily="50" charset="0"/>
                <a:cs typeface="Segoe UI Light" panose="020B0502040204020203" pitchFamily="34" charset="0"/>
              </a:rPr>
              <a:t>Difference in Pelvis Tilt Neutral Position (Zero Pelvic Tilt)</a:t>
            </a:r>
            <a:endParaRPr lang="id-ID" sz="2800">
              <a:solidFill>
                <a:schemeClr val="tx1">
                  <a:lumMod val="50000"/>
                  <a:lumOff val="50000"/>
                </a:schemeClr>
              </a:solidFill>
              <a:latin typeface="Geomanist Regular" panose="02000503000000020004" pitchFamily="50" charset="0"/>
              <a:cs typeface="Segoe UI Light" panose="020B0502040204020203" pitchFamily="34" charset="0"/>
            </a:endParaRPr>
          </a:p>
        </p:txBody>
      </p:sp>
      <p:sp>
        <p:nvSpPr>
          <p:cNvPr id="18" name="TextBox 17">
            <a:extLst>
              <a:ext uri="{FF2B5EF4-FFF2-40B4-BE49-F238E27FC236}">
                <a16:creationId xmlns:a16="http://schemas.microsoft.com/office/drawing/2014/main" id="{70F8CAFE-4EA9-D234-0DC6-63B2AF93E781}"/>
              </a:ext>
            </a:extLst>
          </p:cNvPr>
          <p:cNvSpPr txBox="1"/>
          <p:nvPr/>
        </p:nvSpPr>
        <p:spPr>
          <a:xfrm>
            <a:off x="7832630" y="9057560"/>
            <a:ext cx="3019781" cy="369332"/>
          </a:xfrm>
          <a:prstGeom prst="rect">
            <a:avLst/>
          </a:prstGeom>
          <a:noFill/>
        </p:spPr>
        <p:txBody>
          <a:bodyPr wrap="square" rtlCol="0">
            <a:spAutoFit/>
          </a:bodyPr>
          <a:lstStyle/>
          <a:p>
            <a:pPr algn="ctr"/>
            <a:r>
              <a:rPr lang="en-US">
                <a:solidFill>
                  <a:schemeClr val="accent1"/>
                </a:solidFill>
              </a:rPr>
              <a:t>OpenSim Y-Z Plane</a:t>
            </a:r>
            <a:endParaRPr lang="en-US" baseline="30000">
              <a:solidFill>
                <a:schemeClr val="accent1"/>
              </a:solidFill>
            </a:endParaRPr>
          </a:p>
        </p:txBody>
      </p:sp>
      <p:sp>
        <p:nvSpPr>
          <p:cNvPr id="19" name="TextBox 18">
            <a:extLst>
              <a:ext uri="{FF2B5EF4-FFF2-40B4-BE49-F238E27FC236}">
                <a16:creationId xmlns:a16="http://schemas.microsoft.com/office/drawing/2014/main" id="{FFE49286-1FA7-0925-C8BA-4E8B460F2E65}"/>
              </a:ext>
            </a:extLst>
          </p:cNvPr>
          <p:cNvSpPr txBox="1"/>
          <p:nvPr/>
        </p:nvSpPr>
        <p:spPr>
          <a:xfrm>
            <a:off x="11174907" y="9106233"/>
            <a:ext cx="3019781" cy="369332"/>
          </a:xfrm>
          <a:prstGeom prst="rect">
            <a:avLst/>
          </a:prstGeom>
          <a:noFill/>
        </p:spPr>
        <p:txBody>
          <a:bodyPr wrap="square" rtlCol="0">
            <a:spAutoFit/>
          </a:bodyPr>
          <a:lstStyle/>
          <a:p>
            <a:pPr algn="ctr"/>
            <a:r>
              <a:rPr lang="en-US">
                <a:solidFill>
                  <a:schemeClr val="accent1"/>
                </a:solidFill>
              </a:rPr>
              <a:t>Visual3D X-Y Plane </a:t>
            </a:r>
          </a:p>
        </p:txBody>
      </p:sp>
      <p:sp>
        <p:nvSpPr>
          <p:cNvPr id="21" name="Rectangle 20">
            <a:extLst>
              <a:ext uri="{FF2B5EF4-FFF2-40B4-BE49-F238E27FC236}">
                <a16:creationId xmlns:a16="http://schemas.microsoft.com/office/drawing/2014/main" id="{6B57EE26-1577-275E-D1E9-B923001A62E2}"/>
              </a:ext>
            </a:extLst>
          </p:cNvPr>
          <p:cNvSpPr/>
          <p:nvPr/>
        </p:nvSpPr>
        <p:spPr>
          <a:xfrm flipH="1">
            <a:off x="7103050" y="3448437"/>
            <a:ext cx="11163497" cy="2710422"/>
          </a:xfrm>
          <a:prstGeom prst="rect">
            <a:avLst/>
          </a:prstGeom>
        </p:spPr>
        <p:txBody>
          <a:bodyPr wrap="square">
            <a:spAutoFit/>
          </a:bodyPr>
          <a:lstStyle/>
          <a:p>
            <a:pPr marL="285750" indent="-285750">
              <a:lnSpc>
                <a:spcPct val="120000"/>
              </a:lnSpc>
              <a:buFont typeface="Arial" panose="020B0604020202020204" pitchFamily="34" charset="0"/>
              <a:buChar char="•"/>
            </a:pPr>
            <a:r>
              <a:rPr lang="en-US" sz="2400" b="1">
                <a:solidFill>
                  <a:srgbClr val="595959"/>
                </a:solidFill>
                <a:latin typeface="Segoe UI" panose="020B0502040204020203" pitchFamily="34" charset="0"/>
                <a:cs typeface="Segoe UI" panose="020B0502040204020203" pitchFamily="34" charset="0"/>
              </a:rPr>
              <a:t>OpenSim</a:t>
            </a:r>
            <a:r>
              <a:rPr lang="en-US" sz="2400">
                <a:solidFill>
                  <a:srgbClr val="595959"/>
                </a:solidFill>
                <a:latin typeface="Segoe UI" panose="020B0502040204020203" pitchFamily="34" charset="0"/>
                <a:cs typeface="Segoe UI" panose="020B0502040204020203" pitchFamily="34" charset="0"/>
              </a:rPr>
              <a:t>: Anterior pelvic plane (two anterior-superior iliac spines (ASIS) and pelvic tubercles are in frontal (y-z) plane) aligns with frontal plane of body</a:t>
            </a:r>
          </a:p>
          <a:p>
            <a:pPr marL="285750" indent="-285750">
              <a:lnSpc>
                <a:spcPct val="120000"/>
              </a:lnSpc>
              <a:buFont typeface="Arial" panose="020B0604020202020204" pitchFamily="34" charset="0"/>
              <a:buChar char="•"/>
            </a:pPr>
            <a:r>
              <a:rPr lang="en-US" sz="2400" b="1">
                <a:solidFill>
                  <a:srgbClr val="595959"/>
                </a:solidFill>
                <a:latin typeface="Segoe UI" panose="020B0502040204020203" pitchFamily="34" charset="0"/>
                <a:cs typeface="Segoe UI" panose="020B0502040204020203" pitchFamily="34" charset="0"/>
              </a:rPr>
              <a:t>Visual3D</a:t>
            </a:r>
            <a:r>
              <a:rPr lang="en-US" sz="2400">
                <a:solidFill>
                  <a:srgbClr val="595959"/>
                </a:solidFill>
                <a:latin typeface="Segoe UI" panose="020B0502040204020203" pitchFamily="34" charset="0"/>
                <a:cs typeface="Segoe UI" panose="020B0502040204020203" pitchFamily="34" charset="0"/>
              </a:rPr>
              <a:t>: Plane passing through right and left ASIS markers and mid-point of right and left posterior-superior iliac spine (PSIS) align with ground</a:t>
            </a:r>
          </a:p>
          <a:p>
            <a:pPr marL="285750" indent="-285750">
              <a:lnSpc>
                <a:spcPct val="120000"/>
              </a:lnSpc>
              <a:buFont typeface="Arial" panose="020B0604020202020204" pitchFamily="34" charset="0"/>
              <a:buChar char="•"/>
            </a:pPr>
            <a:r>
              <a:rPr lang="en-US" sz="2400">
                <a:solidFill>
                  <a:srgbClr val="595959"/>
                </a:solidFill>
                <a:latin typeface="Segoe UI" panose="020B0502040204020203" pitchFamily="34" charset="0"/>
                <a:cs typeface="Segoe UI" panose="020B0502040204020203" pitchFamily="34" charset="0"/>
              </a:rPr>
              <a:t>ASIS-PSIS angle about </a:t>
            </a:r>
            <a:r>
              <a:rPr lang="en-US" sz="2400" b="1">
                <a:solidFill>
                  <a:srgbClr val="595959"/>
                </a:solidFill>
                <a:latin typeface="Segoe UI" panose="020B0502040204020203" pitchFamily="34" charset="0"/>
                <a:cs typeface="Segoe UI" panose="020B0502040204020203" pitchFamily="34" charset="0"/>
              </a:rPr>
              <a:t>13 degrees </a:t>
            </a:r>
            <a:r>
              <a:rPr lang="en-GB" sz="2400" b="0" i="0">
                <a:solidFill>
                  <a:srgbClr val="595959"/>
                </a:solidFill>
                <a:effectLst/>
                <a:latin typeface="Segoe UI" panose="020B0502040204020203" pitchFamily="34" charset="0"/>
                <a:cs typeface="Segoe UI" panose="020B0502040204020203" pitchFamily="34" charset="0"/>
              </a:rPr>
              <a:t>±</a:t>
            </a:r>
            <a:r>
              <a:rPr lang="en-US" sz="2400" b="1">
                <a:solidFill>
                  <a:srgbClr val="595959"/>
                </a:solidFill>
                <a:latin typeface="Segoe UI" panose="020B0502040204020203" pitchFamily="34" charset="0"/>
                <a:cs typeface="Segoe UI" panose="020B0502040204020203" pitchFamily="34" charset="0"/>
              </a:rPr>
              <a:t> 5 degrees</a:t>
            </a:r>
          </a:p>
          <a:p>
            <a:pPr marL="285750" indent="-285750">
              <a:lnSpc>
                <a:spcPct val="120000"/>
              </a:lnSpc>
              <a:buFont typeface="Arial" panose="020B0604020202020204" pitchFamily="34" charset="0"/>
              <a:buChar char="•"/>
            </a:pPr>
            <a:endParaRPr lang="en-US" sz="2400">
              <a:solidFill>
                <a:srgbClr val="595959"/>
              </a:solidFill>
              <a:latin typeface="Segoe UI" panose="020B0502040204020203" pitchFamily="34" charset="0"/>
              <a:cs typeface="Segoe UI" panose="020B0502040204020203" pitchFamily="34" charset="0"/>
            </a:endParaRPr>
          </a:p>
        </p:txBody>
      </p:sp>
      <p:cxnSp>
        <p:nvCxnSpPr>
          <p:cNvPr id="22" name="Straight Connector 21">
            <a:extLst>
              <a:ext uri="{FF2B5EF4-FFF2-40B4-BE49-F238E27FC236}">
                <a16:creationId xmlns:a16="http://schemas.microsoft.com/office/drawing/2014/main" id="{D50F3085-CC10-9F26-0F9B-E7EFEB237751}"/>
              </a:ext>
            </a:extLst>
          </p:cNvPr>
          <p:cNvCxnSpPr>
            <a:cxnSpLocks/>
          </p:cNvCxnSpPr>
          <p:nvPr/>
        </p:nvCxnSpPr>
        <p:spPr>
          <a:xfrm>
            <a:off x="6436494" y="2743659"/>
            <a:ext cx="0" cy="7010401"/>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a16="http://schemas.microsoft.com/office/drawing/2014/main" id="{711872E9-9215-7F8A-8146-0DF9A12385DF}"/>
              </a:ext>
            </a:extLst>
          </p:cNvPr>
          <p:cNvPicPr>
            <a:picLocks noChangeAspect="1"/>
          </p:cNvPicPr>
          <p:nvPr/>
        </p:nvPicPr>
        <p:blipFill rotWithShape="1">
          <a:blip r:embed="rId4"/>
          <a:srcRect t="1" r="60144" b="-4323"/>
          <a:stretch/>
        </p:blipFill>
        <p:spPr>
          <a:xfrm>
            <a:off x="1833108" y="8707611"/>
            <a:ext cx="1924594" cy="699898"/>
          </a:xfrm>
          <a:prstGeom prst="rect">
            <a:avLst/>
          </a:prstGeom>
        </p:spPr>
      </p:pic>
      <p:pic>
        <p:nvPicPr>
          <p:cNvPr id="24" name="Picture 23">
            <a:extLst>
              <a:ext uri="{FF2B5EF4-FFF2-40B4-BE49-F238E27FC236}">
                <a16:creationId xmlns:a16="http://schemas.microsoft.com/office/drawing/2014/main" id="{F18A1D88-5E70-B77A-6E8C-6B340D1E5344}"/>
              </a:ext>
            </a:extLst>
          </p:cNvPr>
          <p:cNvPicPr>
            <a:picLocks noChangeAspect="1"/>
          </p:cNvPicPr>
          <p:nvPr/>
        </p:nvPicPr>
        <p:blipFill rotWithShape="1">
          <a:blip r:embed="rId4"/>
          <a:srcRect l="46981" b="-9158"/>
          <a:stretch/>
        </p:blipFill>
        <p:spPr>
          <a:xfrm>
            <a:off x="3846102" y="8691388"/>
            <a:ext cx="2560208" cy="732344"/>
          </a:xfrm>
          <a:prstGeom prst="rect">
            <a:avLst/>
          </a:prstGeom>
        </p:spPr>
      </p:pic>
      <p:sp>
        <p:nvSpPr>
          <p:cNvPr id="25" name="TextBox 24">
            <a:extLst>
              <a:ext uri="{FF2B5EF4-FFF2-40B4-BE49-F238E27FC236}">
                <a16:creationId xmlns:a16="http://schemas.microsoft.com/office/drawing/2014/main" id="{DFD73C67-B6A1-1320-2543-75EF3CD82D65}"/>
              </a:ext>
            </a:extLst>
          </p:cNvPr>
          <p:cNvSpPr txBox="1"/>
          <p:nvPr/>
        </p:nvSpPr>
        <p:spPr>
          <a:xfrm>
            <a:off x="15246766" y="9057560"/>
            <a:ext cx="3019781" cy="369332"/>
          </a:xfrm>
          <a:prstGeom prst="rect">
            <a:avLst/>
          </a:prstGeom>
          <a:noFill/>
        </p:spPr>
        <p:txBody>
          <a:bodyPr wrap="square" rtlCol="0">
            <a:spAutoFit/>
          </a:bodyPr>
          <a:lstStyle/>
          <a:p>
            <a:pPr algn="ctr"/>
            <a:r>
              <a:rPr lang="en-US">
                <a:solidFill>
                  <a:schemeClr val="accent1"/>
                </a:solidFill>
              </a:rPr>
              <a:t>ASIS-PSIS Angle</a:t>
            </a:r>
            <a:endParaRPr lang="en-US" baseline="30000">
              <a:solidFill>
                <a:schemeClr val="accent1"/>
              </a:solidFill>
            </a:endParaRPr>
          </a:p>
        </p:txBody>
      </p:sp>
      <p:pic>
        <p:nvPicPr>
          <p:cNvPr id="27" name="Picture 1">
            <a:extLst>
              <a:ext uri="{FF2B5EF4-FFF2-40B4-BE49-F238E27FC236}">
                <a16:creationId xmlns:a16="http://schemas.microsoft.com/office/drawing/2014/main" id="{7020FF5D-4111-77FE-F241-71024CB4C42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35656" y="6463278"/>
            <a:ext cx="4450929" cy="261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Picture 1">
            <a:extLst>
              <a:ext uri="{FF2B5EF4-FFF2-40B4-BE49-F238E27FC236}">
                <a16:creationId xmlns:a16="http://schemas.microsoft.com/office/drawing/2014/main" id="{10616E3F-74A4-557D-F883-F09F710B564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99979" y="6463278"/>
            <a:ext cx="7291801" cy="2380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0" name="Straight Connector 29">
            <a:extLst>
              <a:ext uri="{FF2B5EF4-FFF2-40B4-BE49-F238E27FC236}">
                <a16:creationId xmlns:a16="http://schemas.microsoft.com/office/drawing/2014/main" id="{B8042D97-0B88-3A3A-91CC-69DE61BB9CB1}"/>
              </a:ext>
            </a:extLst>
          </p:cNvPr>
          <p:cNvCxnSpPr/>
          <p:nvPr/>
        </p:nvCxnSpPr>
        <p:spPr>
          <a:xfrm>
            <a:off x="11174907" y="6463278"/>
            <a:ext cx="0" cy="3207010"/>
          </a:xfrm>
          <a:prstGeom prst="line">
            <a:avLst/>
          </a:prstGeom>
          <a:ln w="285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935196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CB388B5A-4712-0100-94E4-07F86D775E15}"/>
              </a:ext>
            </a:extLst>
          </p:cNvPr>
          <p:cNvSpPr txBox="1">
            <a:spLocks/>
          </p:cNvSpPr>
          <p:nvPr/>
        </p:nvSpPr>
        <p:spPr>
          <a:xfrm>
            <a:off x="1339047" y="591781"/>
            <a:ext cx="16798945" cy="211762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7029"/>
              <a:t>Discussion: Difference in Hip Joint Angles</a:t>
            </a:r>
          </a:p>
        </p:txBody>
      </p:sp>
      <p:sp>
        <p:nvSpPr>
          <p:cNvPr id="14" name="TextBox 13">
            <a:extLst>
              <a:ext uri="{FF2B5EF4-FFF2-40B4-BE49-F238E27FC236}">
                <a16:creationId xmlns:a16="http://schemas.microsoft.com/office/drawing/2014/main" id="{58F36672-176A-458F-8D67-A3EF010C744D}"/>
              </a:ext>
            </a:extLst>
          </p:cNvPr>
          <p:cNvSpPr txBox="1"/>
          <p:nvPr/>
        </p:nvSpPr>
        <p:spPr>
          <a:xfrm>
            <a:off x="12030395" y="4432052"/>
            <a:ext cx="5964420" cy="954107"/>
          </a:xfrm>
          <a:prstGeom prst="rect">
            <a:avLst/>
          </a:prstGeom>
          <a:noFill/>
        </p:spPr>
        <p:txBody>
          <a:bodyPr wrap="square" rtlCol="0">
            <a:spAutoFit/>
          </a:bodyPr>
          <a:lstStyle/>
          <a:p>
            <a:r>
              <a:rPr lang="en-US" sz="2800">
                <a:solidFill>
                  <a:schemeClr val="tx1">
                    <a:lumMod val="50000"/>
                    <a:lumOff val="50000"/>
                  </a:schemeClr>
                </a:solidFill>
                <a:latin typeface="Geomanist Regular" panose="02000503000000020004" pitchFamily="50" charset="0"/>
                <a:cs typeface="Segoe UI Light" panose="020B0502040204020203" pitchFamily="34" charset="0"/>
              </a:rPr>
              <a:t>Difference in Hip Joint Centre Estimation</a:t>
            </a:r>
            <a:endParaRPr lang="id-ID" sz="2800">
              <a:solidFill>
                <a:schemeClr val="tx1">
                  <a:lumMod val="50000"/>
                  <a:lumOff val="50000"/>
                </a:schemeClr>
              </a:solidFill>
              <a:latin typeface="Geomanist Regular" panose="02000503000000020004" pitchFamily="50" charset="0"/>
              <a:cs typeface="Segoe UI Light" panose="020B0502040204020203" pitchFamily="34" charset="0"/>
            </a:endParaRPr>
          </a:p>
        </p:txBody>
      </p:sp>
      <p:sp>
        <p:nvSpPr>
          <p:cNvPr id="21" name="Rectangle 20">
            <a:extLst>
              <a:ext uri="{FF2B5EF4-FFF2-40B4-BE49-F238E27FC236}">
                <a16:creationId xmlns:a16="http://schemas.microsoft.com/office/drawing/2014/main" id="{6B57EE26-1577-275E-D1E9-B923001A62E2}"/>
              </a:ext>
            </a:extLst>
          </p:cNvPr>
          <p:cNvSpPr/>
          <p:nvPr/>
        </p:nvSpPr>
        <p:spPr>
          <a:xfrm flipH="1">
            <a:off x="12030395" y="5486400"/>
            <a:ext cx="7007997" cy="2267224"/>
          </a:xfrm>
          <a:prstGeom prst="rect">
            <a:avLst/>
          </a:prstGeom>
        </p:spPr>
        <p:txBody>
          <a:bodyPr wrap="square">
            <a:spAutoFit/>
          </a:bodyPr>
          <a:lstStyle/>
          <a:p>
            <a:pPr marL="285750" indent="-285750">
              <a:lnSpc>
                <a:spcPct val="120000"/>
              </a:lnSpc>
              <a:buFont typeface="Arial" panose="020B0604020202020204" pitchFamily="34" charset="0"/>
              <a:buChar char="•"/>
            </a:pPr>
            <a:r>
              <a:rPr lang="en-US" sz="2400" b="1" err="1">
                <a:solidFill>
                  <a:srgbClr val="595959"/>
                </a:solidFill>
                <a:latin typeface="Segoe UI" panose="020B0502040204020203" pitchFamily="34" charset="0"/>
                <a:cs typeface="Segoe UI" panose="020B0502040204020203" pitchFamily="34" charset="0"/>
              </a:rPr>
              <a:t>OpenSim</a:t>
            </a:r>
            <a:r>
              <a:rPr lang="en-US" sz="2400" b="1">
                <a:solidFill>
                  <a:srgbClr val="595959"/>
                </a:solidFill>
                <a:latin typeface="Segoe UI" panose="020B0502040204020203" pitchFamily="34" charset="0"/>
                <a:cs typeface="Segoe UI" panose="020B0502040204020203" pitchFamily="34" charset="0"/>
              </a:rPr>
              <a:t>: </a:t>
            </a:r>
            <a:r>
              <a:rPr lang="en-US" sz="2400">
                <a:solidFill>
                  <a:srgbClr val="595959"/>
                </a:solidFill>
                <a:latin typeface="Segoe UI" panose="020B0502040204020203" pitchFamily="34" charset="0"/>
                <a:cs typeface="Segoe UI" panose="020B0502040204020203" pitchFamily="34" charset="0"/>
              </a:rPr>
              <a:t>Uses functional hip joint </a:t>
            </a:r>
            <a:r>
              <a:rPr lang="en-US" sz="2400" err="1">
                <a:solidFill>
                  <a:srgbClr val="595959"/>
                </a:solidFill>
                <a:latin typeface="Segoe UI" panose="020B0502040204020203" pitchFamily="34" charset="0"/>
                <a:cs typeface="Segoe UI" panose="020B0502040204020203" pitchFamily="34" charset="0"/>
              </a:rPr>
              <a:t>centre</a:t>
            </a:r>
            <a:r>
              <a:rPr lang="en-US" sz="2400">
                <a:solidFill>
                  <a:srgbClr val="595959"/>
                </a:solidFill>
                <a:latin typeface="Segoe UI" panose="020B0502040204020203" pitchFamily="34" charset="0"/>
                <a:cs typeface="Segoe UI" panose="020B0502040204020203" pitchFamily="34" charset="0"/>
              </a:rPr>
              <a:t>.</a:t>
            </a:r>
          </a:p>
          <a:p>
            <a:pPr marL="285750" indent="-285750">
              <a:lnSpc>
                <a:spcPct val="120000"/>
              </a:lnSpc>
              <a:buFont typeface="Arial" panose="020B0604020202020204" pitchFamily="34" charset="0"/>
              <a:buChar char="•"/>
            </a:pPr>
            <a:r>
              <a:rPr lang="en-US" sz="2400" b="1">
                <a:solidFill>
                  <a:srgbClr val="595959"/>
                </a:solidFill>
                <a:latin typeface="Segoe UI" panose="020B0502040204020203" pitchFamily="34" charset="0"/>
                <a:cs typeface="Segoe UI" panose="020B0502040204020203" pitchFamily="34" charset="0"/>
              </a:rPr>
              <a:t>Visual3D</a:t>
            </a:r>
            <a:r>
              <a:rPr lang="en-US" sz="2400">
                <a:solidFill>
                  <a:srgbClr val="595959"/>
                </a:solidFill>
                <a:latin typeface="Segoe UI" panose="020B0502040204020203" pitchFamily="34" charset="0"/>
                <a:cs typeface="Segoe UI" panose="020B0502040204020203" pitchFamily="34" charset="0"/>
              </a:rPr>
              <a:t>: Uses anthropometrical mathematical estimation equation to determine hip joint </a:t>
            </a:r>
            <a:r>
              <a:rPr lang="en-US" sz="2400" err="1">
                <a:solidFill>
                  <a:srgbClr val="595959"/>
                </a:solidFill>
                <a:latin typeface="Segoe UI" panose="020B0502040204020203" pitchFamily="34" charset="0"/>
                <a:cs typeface="Segoe UI" panose="020B0502040204020203" pitchFamily="34" charset="0"/>
              </a:rPr>
              <a:t>centre</a:t>
            </a:r>
            <a:r>
              <a:rPr lang="en-US" sz="2400">
                <a:solidFill>
                  <a:srgbClr val="595959"/>
                </a:solidFill>
                <a:latin typeface="Segoe UI" panose="020B0502040204020203" pitchFamily="34" charset="0"/>
                <a:cs typeface="Segoe UI" panose="020B0502040204020203" pitchFamily="34" charset="0"/>
              </a:rPr>
              <a:t>.</a:t>
            </a:r>
            <a:endParaRPr lang="en-US" sz="2400" b="1">
              <a:solidFill>
                <a:srgbClr val="595959"/>
              </a:solidFill>
              <a:latin typeface="Segoe UI" panose="020B0502040204020203" pitchFamily="34" charset="0"/>
              <a:cs typeface="Segoe UI" panose="020B0502040204020203" pitchFamily="34" charset="0"/>
            </a:endParaRPr>
          </a:p>
          <a:p>
            <a:pPr marL="285750" indent="-285750">
              <a:lnSpc>
                <a:spcPct val="120000"/>
              </a:lnSpc>
              <a:buFont typeface="Arial" panose="020B0604020202020204" pitchFamily="34" charset="0"/>
              <a:buChar char="•"/>
            </a:pPr>
            <a:endParaRPr lang="en-US" sz="2400">
              <a:solidFill>
                <a:srgbClr val="595959"/>
              </a:solidFill>
              <a:latin typeface="Segoe UI" panose="020B0502040204020203" pitchFamily="34" charset="0"/>
              <a:cs typeface="Segoe UI" panose="020B0502040204020203" pitchFamily="34" charset="0"/>
            </a:endParaRPr>
          </a:p>
        </p:txBody>
      </p:sp>
      <p:cxnSp>
        <p:nvCxnSpPr>
          <p:cNvPr id="22" name="Straight Connector 21">
            <a:extLst>
              <a:ext uri="{FF2B5EF4-FFF2-40B4-BE49-F238E27FC236}">
                <a16:creationId xmlns:a16="http://schemas.microsoft.com/office/drawing/2014/main" id="{D50F3085-CC10-9F26-0F9B-E7EFEB237751}"/>
              </a:ext>
            </a:extLst>
          </p:cNvPr>
          <p:cNvCxnSpPr>
            <a:cxnSpLocks/>
          </p:cNvCxnSpPr>
          <p:nvPr/>
        </p:nvCxnSpPr>
        <p:spPr>
          <a:xfrm>
            <a:off x="11780339" y="2709402"/>
            <a:ext cx="0" cy="7010401"/>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BA3B96DD-3CDB-0825-B748-0FB44660875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4734" r="66423" b="32628"/>
          <a:stretch/>
        </p:blipFill>
        <p:spPr bwMode="auto">
          <a:xfrm>
            <a:off x="1179297" y="2002535"/>
            <a:ext cx="5290384" cy="4617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E629DC98-80D1-5BF0-01B1-670AC6902C8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4464" t="34734" r="31959" b="32628"/>
          <a:stretch/>
        </p:blipFill>
        <p:spPr bwMode="auto">
          <a:xfrm>
            <a:off x="6469680" y="2002534"/>
            <a:ext cx="5290381" cy="4617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D688EB5C-8FBD-E2F3-15EC-E8712342E15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7526" t="34734" b="32628"/>
          <a:stretch/>
        </p:blipFill>
        <p:spPr bwMode="auto">
          <a:xfrm>
            <a:off x="4382867" y="6712977"/>
            <a:ext cx="4720247" cy="4259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12574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ACAD0-8107-419D-87F4-A28EE287A8A6}"/>
              </a:ext>
            </a:extLst>
          </p:cNvPr>
          <p:cNvSpPr txBox="1">
            <a:spLocks/>
          </p:cNvSpPr>
          <p:nvPr/>
        </p:nvSpPr>
        <p:spPr>
          <a:xfrm>
            <a:off x="1339047" y="591781"/>
            <a:ext cx="16798945" cy="211762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7029"/>
              <a:t>Discussion: Differences in Ankle</a:t>
            </a:r>
          </a:p>
        </p:txBody>
      </p:sp>
      <p:pic>
        <p:nvPicPr>
          <p:cNvPr id="4098" name="Picture 1">
            <a:extLst>
              <a:ext uri="{FF2B5EF4-FFF2-40B4-BE49-F238E27FC236}">
                <a16:creationId xmlns:a16="http://schemas.microsoft.com/office/drawing/2014/main" id="{336EE38C-BBE7-4E68-7C3C-73907C8CFA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36943" y="6248859"/>
            <a:ext cx="6482050" cy="37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45E1420F-6974-12C8-A237-735129AD43A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64596" t="51077" r="8487" b="5705"/>
          <a:stretch/>
        </p:blipFill>
        <p:spPr bwMode="auto">
          <a:xfrm>
            <a:off x="1251794" y="3238499"/>
            <a:ext cx="5419726" cy="5106243"/>
          </a:xfrm>
          <a:prstGeom prst="rect">
            <a:avLst/>
          </a:prstGeom>
          <a:noFill/>
          <a:ln>
            <a:noFill/>
          </a:ln>
          <a:extLst>
            <a:ext uri="{53640926-AAD7-44D8-BBD7-CCE9431645EC}">
              <a14:shadowObscured xmlns:a14="http://schemas.microsoft.com/office/drawing/2010/main"/>
            </a:ext>
          </a:extLst>
        </p:spPr>
      </p:pic>
      <p:sp>
        <p:nvSpPr>
          <p:cNvPr id="4" name="Rectangle 3">
            <a:extLst>
              <a:ext uri="{FF2B5EF4-FFF2-40B4-BE49-F238E27FC236}">
                <a16:creationId xmlns:a16="http://schemas.microsoft.com/office/drawing/2014/main" id="{77C75EED-FD94-EBFA-78A7-95E8CE60B48C}"/>
              </a:ext>
            </a:extLst>
          </p:cNvPr>
          <p:cNvSpPr/>
          <p:nvPr/>
        </p:nvSpPr>
        <p:spPr>
          <a:xfrm flipH="1">
            <a:off x="7828807" y="2702563"/>
            <a:ext cx="9659093" cy="3596818"/>
          </a:xfrm>
          <a:prstGeom prst="rect">
            <a:avLst/>
          </a:prstGeom>
        </p:spPr>
        <p:txBody>
          <a:bodyPr wrap="square">
            <a:spAutoFit/>
          </a:bodyPr>
          <a:lstStyle/>
          <a:p>
            <a:pPr marL="285750" indent="-285750">
              <a:lnSpc>
                <a:spcPct val="120000"/>
              </a:lnSpc>
              <a:buFont typeface="Arial" panose="020B0604020202020204" pitchFamily="34" charset="0"/>
              <a:buChar char="•"/>
            </a:pPr>
            <a:r>
              <a:rPr lang="en-US" sz="2400" b="1">
                <a:latin typeface="Segoe UI" panose="020B0502040204020203" pitchFamily="34" charset="0"/>
                <a:cs typeface="Segoe UI" panose="020B0502040204020203" pitchFamily="34" charset="0"/>
              </a:rPr>
              <a:t>OpenSim</a:t>
            </a:r>
          </a:p>
          <a:p>
            <a:pPr marL="800100" lvl="1" indent="-342900">
              <a:lnSpc>
                <a:spcPct val="120000"/>
              </a:lnSpc>
              <a:buFont typeface="Courier New" panose="02070309020205020404" pitchFamily="49" charset="0"/>
              <a:buChar char="o"/>
            </a:pPr>
            <a:r>
              <a:rPr lang="en-US" sz="2400">
                <a:latin typeface="Segoe UI" panose="020B0502040204020203" pitchFamily="34" charset="0"/>
                <a:cs typeface="Segoe UI" panose="020B0502040204020203" pitchFamily="34" charset="0"/>
              </a:rPr>
              <a:t>Ankle inversion-eversion angle constrained to zero</a:t>
            </a:r>
            <a:endParaRPr lang="en-US" sz="2400" b="1">
              <a:latin typeface="Segoe UI" panose="020B0502040204020203" pitchFamily="34" charset="0"/>
              <a:cs typeface="Segoe UI" panose="020B0502040204020203" pitchFamily="34" charset="0"/>
            </a:endParaRPr>
          </a:p>
          <a:p>
            <a:pPr marL="800100" lvl="1" indent="-342900">
              <a:lnSpc>
                <a:spcPct val="120000"/>
              </a:lnSpc>
              <a:buFont typeface="Courier New" panose="02070309020205020404" pitchFamily="49" charset="0"/>
              <a:buChar char="o"/>
            </a:pPr>
            <a:r>
              <a:rPr lang="en-US" sz="2400">
                <a:latin typeface="Segoe UI" panose="020B0502040204020203" pitchFamily="34" charset="0"/>
                <a:cs typeface="Segoe UI" panose="020B0502040204020203" pitchFamily="34" charset="0"/>
              </a:rPr>
              <a:t>Subtalar axis, superior to sagittal plane and medial to transverse plane of ankle joint</a:t>
            </a:r>
          </a:p>
          <a:p>
            <a:pPr marL="285750" indent="-285750">
              <a:lnSpc>
                <a:spcPct val="120000"/>
              </a:lnSpc>
              <a:buFont typeface="Arial" panose="020B0604020202020204" pitchFamily="34" charset="0"/>
              <a:buChar char="•"/>
            </a:pPr>
            <a:r>
              <a:rPr lang="en-US" sz="2400" b="1">
                <a:latin typeface="Segoe UI" panose="020B0502040204020203" pitchFamily="34" charset="0"/>
                <a:cs typeface="Segoe UI" panose="020B0502040204020203" pitchFamily="34" charset="0"/>
              </a:rPr>
              <a:t>Visual3D</a:t>
            </a:r>
            <a:r>
              <a:rPr lang="en-US" sz="2400">
                <a:latin typeface="Segoe UI" panose="020B0502040204020203" pitchFamily="34" charset="0"/>
                <a:cs typeface="Segoe UI" panose="020B0502040204020203" pitchFamily="34" charset="0"/>
              </a:rPr>
              <a:t>:</a:t>
            </a:r>
          </a:p>
          <a:p>
            <a:pPr marL="800100" lvl="1" indent="-342900">
              <a:lnSpc>
                <a:spcPct val="120000"/>
              </a:lnSpc>
              <a:buFont typeface="Courier New" panose="02070309020205020404" pitchFamily="49" charset="0"/>
              <a:buChar char="o"/>
            </a:pPr>
            <a:r>
              <a:rPr lang="en-US" sz="2400">
                <a:latin typeface="Segoe UI" panose="020B0502040204020203" pitchFamily="34" charset="0"/>
                <a:cs typeface="Segoe UI" panose="020B0502040204020203" pitchFamily="34" charset="0"/>
              </a:rPr>
              <a:t>Free movement for ankle inversion-eversion </a:t>
            </a:r>
          </a:p>
          <a:p>
            <a:pPr marL="800100" lvl="1" indent="-342900">
              <a:lnSpc>
                <a:spcPct val="120000"/>
              </a:lnSpc>
              <a:buFont typeface="Courier New" panose="02070309020205020404" pitchFamily="49" charset="0"/>
              <a:buChar char="o"/>
            </a:pPr>
            <a:r>
              <a:rPr lang="en-US" sz="2400">
                <a:latin typeface="Segoe UI" panose="020B0502040204020203" pitchFamily="34" charset="0"/>
                <a:cs typeface="Segoe UI" panose="020B0502040204020203" pitchFamily="34" charset="0"/>
              </a:rPr>
              <a:t>y-axis of ankle coordinate system</a:t>
            </a:r>
          </a:p>
          <a:p>
            <a:pPr marL="800100" lvl="1" indent="-342900">
              <a:lnSpc>
                <a:spcPct val="120000"/>
              </a:lnSpc>
              <a:buFont typeface="Courier New" panose="02070309020205020404" pitchFamily="49" charset="0"/>
              <a:buChar char="o"/>
            </a:pPr>
            <a:endParaRPr lang="en-US" sz="2400">
              <a:latin typeface="Segoe UI" panose="020B0502040204020203" pitchFamily="34" charset="0"/>
              <a:cs typeface="Segoe UI" panose="020B0502040204020203" pitchFamily="34" charset="0"/>
            </a:endParaRPr>
          </a:p>
        </p:txBody>
      </p:sp>
      <p:cxnSp>
        <p:nvCxnSpPr>
          <p:cNvPr id="7" name="Straight Connector 6">
            <a:extLst>
              <a:ext uri="{FF2B5EF4-FFF2-40B4-BE49-F238E27FC236}">
                <a16:creationId xmlns:a16="http://schemas.microsoft.com/office/drawing/2014/main" id="{801D8DFE-B6F2-4502-2BE1-FEBEBD0882BE}"/>
              </a:ext>
            </a:extLst>
          </p:cNvPr>
          <p:cNvCxnSpPr>
            <a:cxnSpLocks/>
          </p:cNvCxnSpPr>
          <p:nvPr/>
        </p:nvCxnSpPr>
        <p:spPr>
          <a:xfrm>
            <a:off x="6960602" y="2743659"/>
            <a:ext cx="0" cy="7010401"/>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84A6F2C4-E6FF-2A5B-0811-48FF490B5DB3}"/>
              </a:ext>
            </a:extLst>
          </p:cNvPr>
          <p:cNvPicPr>
            <a:picLocks noChangeAspect="1"/>
          </p:cNvPicPr>
          <p:nvPr/>
        </p:nvPicPr>
        <p:blipFill rotWithShape="1">
          <a:blip r:embed="rId5"/>
          <a:srcRect t="1" r="60144" b="-4323"/>
          <a:stretch/>
        </p:blipFill>
        <p:spPr>
          <a:xfrm>
            <a:off x="1815006" y="8574608"/>
            <a:ext cx="1924594" cy="699898"/>
          </a:xfrm>
          <a:prstGeom prst="rect">
            <a:avLst/>
          </a:prstGeom>
        </p:spPr>
      </p:pic>
      <p:pic>
        <p:nvPicPr>
          <p:cNvPr id="9" name="Picture 8">
            <a:extLst>
              <a:ext uri="{FF2B5EF4-FFF2-40B4-BE49-F238E27FC236}">
                <a16:creationId xmlns:a16="http://schemas.microsoft.com/office/drawing/2014/main" id="{DAEA1611-D70D-6592-84BA-D79B1775B143}"/>
              </a:ext>
            </a:extLst>
          </p:cNvPr>
          <p:cNvPicPr>
            <a:picLocks noChangeAspect="1"/>
          </p:cNvPicPr>
          <p:nvPr/>
        </p:nvPicPr>
        <p:blipFill rotWithShape="1">
          <a:blip r:embed="rId5"/>
          <a:srcRect l="46981" b="-9158"/>
          <a:stretch/>
        </p:blipFill>
        <p:spPr>
          <a:xfrm>
            <a:off x="3828000" y="8558385"/>
            <a:ext cx="2560208" cy="732344"/>
          </a:xfrm>
          <a:prstGeom prst="rect">
            <a:avLst/>
          </a:prstGeom>
        </p:spPr>
      </p:pic>
      <p:sp>
        <p:nvSpPr>
          <p:cNvPr id="14" name="TextBox 13">
            <a:extLst>
              <a:ext uri="{FF2B5EF4-FFF2-40B4-BE49-F238E27FC236}">
                <a16:creationId xmlns:a16="http://schemas.microsoft.com/office/drawing/2014/main" id="{4921DE72-6FE6-8D15-367C-4B2C4FEFF324}"/>
              </a:ext>
            </a:extLst>
          </p:cNvPr>
          <p:cNvSpPr txBox="1"/>
          <p:nvPr/>
        </p:nvSpPr>
        <p:spPr>
          <a:xfrm>
            <a:off x="10329270" y="10196353"/>
            <a:ext cx="3624483" cy="369332"/>
          </a:xfrm>
          <a:prstGeom prst="rect">
            <a:avLst/>
          </a:prstGeom>
          <a:noFill/>
        </p:spPr>
        <p:txBody>
          <a:bodyPr wrap="square" rtlCol="0">
            <a:spAutoFit/>
          </a:bodyPr>
          <a:lstStyle/>
          <a:p>
            <a:pPr algn="ctr"/>
            <a:r>
              <a:rPr lang="en-US">
                <a:solidFill>
                  <a:schemeClr val="accent1"/>
                </a:solidFill>
              </a:rPr>
              <a:t>OpenSim Subtalar Axis</a:t>
            </a:r>
            <a:endParaRPr lang="en-US" baseline="30000">
              <a:solidFill>
                <a:schemeClr val="accent1"/>
              </a:solidFill>
            </a:endParaRPr>
          </a:p>
        </p:txBody>
      </p:sp>
      <p:sp>
        <p:nvSpPr>
          <p:cNvPr id="15" name="TextBox 14">
            <a:extLst>
              <a:ext uri="{FF2B5EF4-FFF2-40B4-BE49-F238E27FC236}">
                <a16:creationId xmlns:a16="http://schemas.microsoft.com/office/drawing/2014/main" id="{2614440A-A9A0-3C43-DD20-AD24082C9426}"/>
              </a:ext>
            </a:extLst>
          </p:cNvPr>
          <p:cNvSpPr txBox="1"/>
          <p:nvPr/>
        </p:nvSpPr>
        <p:spPr>
          <a:xfrm>
            <a:off x="14145017" y="9919354"/>
            <a:ext cx="2333233" cy="646331"/>
          </a:xfrm>
          <a:prstGeom prst="rect">
            <a:avLst/>
          </a:prstGeom>
          <a:noFill/>
        </p:spPr>
        <p:txBody>
          <a:bodyPr wrap="square" rtlCol="0">
            <a:spAutoFit/>
          </a:bodyPr>
          <a:lstStyle/>
          <a:p>
            <a:pPr algn="ctr"/>
            <a:r>
              <a:rPr lang="en-US">
                <a:solidFill>
                  <a:schemeClr val="accent1"/>
                </a:solidFill>
              </a:rPr>
              <a:t>Visual3D Ankle Coordinate System</a:t>
            </a:r>
            <a:endParaRPr lang="en-US" baseline="30000">
              <a:solidFill>
                <a:schemeClr val="accent1"/>
              </a:solidFill>
            </a:endParaRPr>
          </a:p>
        </p:txBody>
      </p:sp>
    </p:spTree>
    <p:extLst>
      <p:ext uri="{BB962C8B-B14F-4D97-AF65-F5344CB8AC3E}">
        <p14:creationId xmlns:p14="http://schemas.microsoft.com/office/powerpoint/2010/main" val="3915674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ACAD0-8107-419D-87F4-A28EE287A8A6}"/>
              </a:ext>
            </a:extLst>
          </p:cNvPr>
          <p:cNvSpPr txBox="1">
            <a:spLocks/>
          </p:cNvSpPr>
          <p:nvPr/>
        </p:nvSpPr>
        <p:spPr>
          <a:xfrm>
            <a:off x="1339047" y="591781"/>
            <a:ext cx="16798945" cy="211762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7029"/>
              <a:t>Conclusion</a:t>
            </a:r>
          </a:p>
        </p:txBody>
      </p:sp>
      <p:sp>
        <p:nvSpPr>
          <p:cNvPr id="3" name="TextBox 2">
            <a:extLst>
              <a:ext uri="{FF2B5EF4-FFF2-40B4-BE49-F238E27FC236}">
                <a16:creationId xmlns:a16="http://schemas.microsoft.com/office/drawing/2014/main" id="{28E9FF0D-D5E1-31C1-5CD1-C39921917E68}"/>
              </a:ext>
            </a:extLst>
          </p:cNvPr>
          <p:cNvSpPr txBox="1"/>
          <p:nvPr/>
        </p:nvSpPr>
        <p:spPr>
          <a:xfrm>
            <a:off x="3994157" y="7202901"/>
            <a:ext cx="2209799" cy="707886"/>
          </a:xfrm>
          <a:prstGeom prst="rect">
            <a:avLst/>
          </a:prstGeom>
          <a:noFill/>
        </p:spPr>
        <p:txBody>
          <a:bodyPr wrap="square" rtlCol="0">
            <a:spAutoFit/>
          </a:bodyPr>
          <a:lstStyle/>
          <a:p>
            <a:r>
              <a:rPr lang="en-US" sz="4000" b="1">
                <a:solidFill>
                  <a:schemeClr val="accent1"/>
                </a:solidFill>
                <a:latin typeface="Geomanist Regular" panose="02000503000000020004"/>
              </a:rPr>
              <a:t>Visual3D</a:t>
            </a:r>
            <a:endParaRPr lang="en-GB" sz="4000" b="1">
              <a:solidFill>
                <a:schemeClr val="accent1"/>
              </a:solidFill>
              <a:latin typeface="Geomanist Regular" panose="02000503000000020004"/>
            </a:endParaRPr>
          </a:p>
        </p:txBody>
      </p:sp>
      <p:pic>
        <p:nvPicPr>
          <p:cNvPr id="4" name="Picture 4" descr="5. File Menu — Theia3D 2023.1 documentation">
            <a:extLst>
              <a:ext uri="{FF2B5EF4-FFF2-40B4-BE49-F238E27FC236}">
                <a16:creationId xmlns:a16="http://schemas.microsoft.com/office/drawing/2014/main" id="{669CEFD1-EEE4-3A40-15A2-2D8AC8146DF3}"/>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1073" b="80492" l="23862" r="77885"/>
                    </a14:imgEffect>
                  </a14:imgLayer>
                </a14:imgProps>
              </a:ext>
              <a:ext uri="{28A0092B-C50C-407E-A947-70E740481C1C}">
                <a14:useLocalDpi xmlns:a14="http://schemas.microsoft.com/office/drawing/2010/main" val="0"/>
              </a:ext>
            </a:extLst>
          </a:blip>
          <a:srcRect l="17109" t="13645" r="15362" b="12081"/>
          <a:stretch/>
        </p:blipFill>
        <p:spPr bwMode="auto">
          <a:xfrm>
            <a:off x="1942864" y="6633320"/>
            <a:ext cx="1679321" cy="1847049"/>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735BD7C-2FF6-4745-07D5-32B0ECFCC6C6}"/>
              </a:ext>
            </a:extLst>
          </p:cNvPr>
          <p:cNvSpPr txBox="1"/>
          <p:nvPr/>
        </p:nvSpPr>
        <p:spPr>
          <a:xfrm>
            <a:off x="2572331" y="3982672"/>
            <a:ext cx="5053452" cy="707886"/>
          </a:xfrm>
          <a:prstGeom prst="rect">
            <a:avLst/>
          </a:prstGeom>
          <a:noFill/>
        </p:spPr>
        <p:txBody>
          <a:bodyPr wrap="square" rtlCol="0">
            <a:spAutoFit/>
          </a:bodyPr>
          <a:lstStyle/>
          <a:p>
            <a:pPr algn="ctr"/>
            <a:r>
              <a:rPr lang="en-US" sz="4000" b="1">
                <a:solidFill>
                  <a:schemeClr val="accent1"/>
                </a:solidFill>
                <a:latin typeface="Geomanist Regular" panose="02000503000000020004"/>
              </a:rPr>
              <a:t>OpenSim</a:t>
            </a:r>
            <a:endParaRPr lang="en-GB" sz="4000" b="1">
              <a:solidFill>
                <a:schemeClr val="accent1"/>
              </a:solidFill>
              <a:latin typeface="Geomanist Regular" panose="02000503000000020004"/>
            </a:endParaRPr>
          </a:p>
        </p:txBody>
      </p:sp>
      <p:pic>
        <p:nvPicPr>
          <p:cNvPr id="6" name="Picture 2" descr="SimTK: A Visualization Tool for OpenSim: Project Home">
            <a:extLst>
              <a:ext uri="{FF2B5EF4-FFF2-40B4-BE49-F238E27FC236}">
                <a16:creationId xmlns:a16="http://schemas.microsoft.com/office/drawing/2014/main" id="{4CCEC4B9-C953-A423-3C76-A097FB3E73D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42864" y="3496954"/>
            <a:ext cx="1679322" cy="1679322"/>
          </a:xfrm>
          <a:prstGeom prst="round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3FAF0FE7-2795-D720-8829-1327A792AE06}"/>
              </a:ext>
            </a:extLst>
          </p:cNvPr>
          <p:cNvSpPr/>
          <p:nvPr/>
        </p:nvSpPr>
        <p:spPr>
          <a:xfrm>
            <a:off x="7997755" y="3241642"/>
            <a:ext cx="10591800" cy="5841599"/>
          </a:xfrm>
          <a:prstGeom prst="rect">
            <a:avLst/>
          </a:prstGeom>
        </p:spPr>
        <p:txBody>
          <a:bodyPr wrap="square">
            <a:spAutoFit/>
          </a:bodyPr>
          <a:lstStyle/>
          <a:p>
            <a:pPr marL="457200" indent="-457200">
              <a:lnSpc>
                <a:spcPct val="120000"/>
              </a:lnSpc>
              <a:buFont typeface="Arial" panose="020B0604020202020204" pitchFamily="34" charset="0"/>
              <a:buChar char="•"/>
            </a:pPr>
            <a:r>
              <a:rPr lang="en-US" sz="3200" b="1">
                <a:solidFill>
                  <a:srgbClr val="2C3D76"/>
                </a:solidFill>
                <a:latin typeface="Segoe UI" panose="020B0502040204020203" pitchFamily="34" charset="0"/>
                <a:cs typeface="Segoe UI" panose="020B0502040204020203" pitchFamily="34" charset="0"/>
              </a:rPr>
              <a:t>Notable</a:t>
            </a:r>
            <a:r>
              <a:rPr lang="en-US" sz="3200">
                <a:solidFill>
                  <a:srgbClr val="2C3D76"/>
                </a:solidFill>
                <a:latin typeface="Segoe UI" panose="020B0502040204020203" pitchFamily="34" charset="0"/>
                <a:cs typeface="Segoe UI" panose="020B0502040204020203" pitchFamily="34" charset="0"/>
              </a:rPr>
              <a:t> difference between kinematic and kinetic output of </a:t>
            </a:r>
            <a:r>
              <a:rPr lang="en-US" sz="3200" err="1">
                <a:solidFill>
                  <a:srgbClr val="2C3D76"/>
                </a:solidFill>
                <a:latin typeface="Segoe UI" panose="020B0502040204020203" pitchFamily="34" charset="0"/>
                <a:cs typeface="Segoe UI" panose="020B0502040204020203" pitchFamily="34" charset="0"/>
              </a:rPr>
              <a:t>OpenSim</a:t>
            </a:r>
            <a:r>
              <a:rPr lang="en-US" sz="3200">
                <a:solidFill>
                  <a:srgbClr val="2C3D76"/>
                </a:solidFill>
                <a:latin typeface="Segoe UI" panose="020B0502040204020203" pitchFamily="34" charset="0"/>
                <a:cs typeface="Segoe UI" panose="020B0502040204020203" pitchFamily="34" charset="0"/>
              </a:rPr>
              <a:t> and Visual3D.</a:t>
            </a:r>
          </a:p>
          <a:p>
            <a:pPr marL="457200" indent="-457200">
              <a:lnSpc>
                <a:spcPct val="120000"/>
              </a:lnSpc>
              <a:buFont typeface="Arial" panose="020B0604020202020204" pitchFamily="34" charset="0"/>
              <a:buChar char="•"/>
            </a:pPr>
            <a:r>
              <a:rPr lang="en-US" sz="3200">
                <a:solidFill>
                  <a:srgbClr val="2C3D76"/>
                </a:solidFill>
                <a:latin typeface="Segoe UI" panose="020B0502040204020203" pitchFamily="34" charset="0"/>
                <a:cs typeface="Segoe UI" panose="020B0502040204020203" pitchFamily="34" charset="0"/>
              </a:rPr>
              <a:t>We anticipate if pathological gait is used, difference would be accentuated as </a:t>
            </a:r>
          </a:p>
          <a:p>
            <a:pPr marL="914400" lvl="1" indent="-457200">
              <a:lnSpc>
                <a:spcPct val="120000"/>
              </a:lnSpc>
              <a:buFont typeface="Arial" panose="020B0604020202020204" pitchFamily="34" charset="0"/>
              <a:buChar char="•"/>
            </a:pPr>
            <a:r>
              <a:rPr lang="en-US" sz="3200">
                <a:solidFill>
                  <a:srgbClr val="2C3D76"/>
                </a:solidFill>
                <a:latin typeface="Segoe UI" panose="020B0502040204020203" pitchFamily="34" charset="0"/>
                <a:cs typeface="Segoe UI" panose="020B0502040204020203" pitchFamily="34" charset="0"/>
              </a:rPr>
              <a:t>More information loss in </a:t>
            </a:r>
            <a:r>
              <a:rPr lang="en-US" sz="3200" err="1">
                <a:solidFill>
                  <a:srgbClr val="2C3D76"/>
                </a:solidFill>
                <a:latin typeface="Segoe UI" panose="020B0502040204020203" pitchFamily="34" charset="0"/>
                <a:cs typeface="Segoe UI" panose="020B0502040204020203" pitchFamily="34" charset="0"/>
              </a:rPr>
              <a:t>OpenSim’s</a:t>
            </a:r>
            <a:r>
              <a:rPr lang="en-US" sz="3200">
                <a:solidFill>
                  <a:srgbClr val="2C3D76"/>
                </a:solidFill>
                <a:latin typeface="Segoe UI" panose="020B0502040204020203" pitchFamily="34" charset="0"/>
                <a:cs typeface="Segoe UI" panose="020B0502040204020203" pitchFamily="34" charset="0"/>
              </a:rPr>
              <a:t> global optimization method. </a:t>
            </a:r>
          </a:p>
          <a:p>
            <a:pPr marL="914400" lvl="1" indent="-457200">
              <a:lnSpc>
                <a:spcPct val="120000"/>
              </a:lnSpc>
              <a:buFont typeface="Arial" panose="020B0604020202020204" pitchFamily="34" charset="0"/>
              <a:buChar char="•"/>
            </a:pPr>
            <a:r>
              <a:rPr lang="en-US" sz="3200">
                <a:solidFill>
                  <a:srgbClr val="2C3D76"/>
                </a:solidFill>
                <a:latin typeface="Segoe UI" panose="020B0502040204020203" pitchFamily="34" charset="0"/>
                <a:cs typeface="Segoe UI" panose="020B0502040204020203" pitchFamily="34" charset="0"/>
              </a:rPr>
              <a:t>Segment optimization allows closer matching to motion capture</a:t>
            </a:r>
          </a:p>
          <a:p>
            <a:pPr marL="457200" indent="-457200">
              <a:lnSpc>
                <a:spcPct val="120000"/>
              </a:lnSpc>
              <a:buFont typeface="Arial" panose="020B0604020202020204" pitchFamily="34" charset="0"/>
              <a:buChar char="•"/>
            </a:pPr>
            <a:r>
              <a:rPr lang="en-US" sz="3200" b="1">
                <a:solidFill>
                  <a:srgbClr val="2C3D76"/>
                </a:solidFill>
                <a:latin typeface="Segoe UI" panose="020B0502040204020203" pitchFamily="34" charset="0"/>
                <a:cs typeface="Segoe UI" panose="020B0502040204020203" pitchFamily="34" charset="0"/>
              </a:rPr>
              <a:t>Choice of software depends on user requirements</a:t>
            </a:r>
            <a:endParaRPr lang="en-US" sz="3200" b="1">
              <a:solidFill>
                <a:schemeClr val="tx1">
                  <a:lumMod val="65000"/>
                  <a:lumOff val="35000"/>
                </a:schemeClr>
              </a:solidFill>
              <a:latin typeface="Segoe UI" panose="020B0502040204020203" pitchFamily="34" charset="0"/>
              <a:cs typeface="Segoe UI" panose="020B0502040204020203" pitchFamily="34" charset="0"/>
            </a:endParaRPr>
          </a:p>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endParaRPr kumimoji="0" lang="en-US" sz="2800" i="0" u="none" strike="noStrike" kern="0" cap="none" spc="0" normalizeH="0" baseline="0" noProof="0">
              <a:ln>
                <a:noFill/>
              </a:ln>
              <a:solidFill>
                <a:srgbClr val="000000"/>
              </a:solidFill>
              <a:effectLst/>
              <a:uLnTx/>
              <a:uFillTx/>
              <a:latin typeface="Segoe UI" panose="020B0502040204020203" pitchFamily="34" charset="0"/>
              <a:cs typeface="Segoe UI" panose="020B0502040204020203" pitchFamily="34" charset="0"/>
              <a:sym typeface="Arial"/>
            </a:endParaRPr>
          </a:p>
        </p:txBody>
      </p:sp>
    </p:spTree>
    <p:extLst>
      <p:ext uri="{BB962C8B-B14F-4D97-AF65-F5344CB8AC3E}">
        <p14:creationId xmlns:p14="http://schemas.microsoft.com/office/powerpoint/2010/main" val="37836523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ACAD0-8107-419D-87F4-A28EE287A8A6}"/>
              </a:ext>
            </a:extLst>
          </p:cNvPr>
          <p:cNvSpPr txBox="1">
            <a:spLocks/>
          </p:cNvSpPr>
          <p:nvPr/>
        </p:nvSpPr>
        <p:spPr>
          <a:xfrm>
            <a:off x="1339046" y="4792306"/>
            <a:ext cx="16798945" cy="211762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7029"/>
              <a:t>Thank You!</a:t>
            </a:r>
            <a:r>
              <a:rPr lang="en-SG" sz="7200"/>
              <a:t> </a:t>
            </a:r>
          </a:p>
          <a:p>
            <a:pPr algn="ctr"/>
            <a:r>
              <a:rPr lang="en-SG" sz="3200"/>
              <a:t>* Corresponding Author: sherwin.chan@ntu.edu.sg</a:t>
            </a:r>
          </a:p>
        </p:txBody>
      </p:sp>
    </p:spTree>
    <p:extLst>
      <p:ext uri="{BB962C8B-B14F-4D97-AF65-F5344CB8AC3E}">
        <p14:creationId xmlns:p14="http://schemas.microsoft.com/office/powerpoint/2010/main" val="2225298677"/>
      </p:ext>
    </p:extLst>
  </p:cSld>
  <p:clrMapOvr>
    <a:masterClrMapping/>
  </p:clrMapOvr>
</p:sld>
</file>

<file path=ppt/theme/theme1.xml><?xml version="1.0" encoding="utf-8"?>
<a:theme xmlns:a="http://schemas.openxmlformats.org/drawingml/2006/main" name="Office Theme">
  <a:themeElements>
    <a:clrScheme name="Attractive color">
      <a:dk1>
        <a:sysClr val="windowText" lastClr="000000"/>
      </a:dk1>
      <a:lt1>
        <a:sysClr val="window" lastClr="FFFFFF"/>
      </a:lt1>
      <a:dk2>
        <a:srgbClr val="44546A"/>
      </a:dk2>
      <a:lt2>
        <a:srgbClr val="E7E6E6"/>
      </a:lt2>
      <a:accent1>
        <a:srgbClr val="3B519D"/>
      </a:accent1>
      <a:accent2>
        <a:srgbClr val="674AB4"/>
      </a:accent2>
      <a:accent3>
        <a:srgbClr val="D44465"/>
      </a:accent3>
      <a:accent4>
        <a:srgbClr val="D74142"/>
      </a:accent4>
      <a:accent5>
        <a:srgbClr val="EB7E21"/>
      </a:accent5>
      <a:accent6>
        <a:srgbClr val="FFC000"/>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d4d611c-8be2-4c7c-9a3c-76ec2888d1aa">
      <Terms xmlns="http://schemas.microsoft.com/office/infopath/2007/PartnerControls"/>
    </lcf76f155ced4ddcb4097134ff3c332f>
    <TaxCatchAll xmlns="33d6be33-538d-4bf0-9b2e-0575dcd040d0"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8B5EB2213F7DC4983C629C13DFE61BD" ma:contentTypeVersion="16" ma:contentTypeDescription="Create a new document." ma:contentTypeScope="" ma:versionID="debd7e6e6c205c3a4bcfc429da29e33e">
  <xsd:schema xmlns:xsd="http://www.w3.org/2001/XMLSchema" xmlns:xs="http://www.w3.org/2001/XMLSchema" xmlns:p="http://schemas.microsoft.com/office/2006/metadata/properties" xmlns:ns2="bd4d611c-8be2-4c7c-9a3c-76ec2888d1aa" xmlns:ns3="33d6be33-538d-4bf0-9b2e-0575dcd040d0" targetNamespace="http://schemas.microsoft.com/office/2006/metadata/properties" ma:root="true" ma:fieldsID="b86fc79688af011e1082511b3428a773" ns2:_="" ns3:_="">
    <xsd:import namespace="bd4d611c-8be2-4c7c-9a3c-76ec2888d1aa"/>
    <xsd:import namespace="33d6be33-538d-4bf0-9b2e-0575dcd040d0"/>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Location" minOccurs="0"/>
                <xsd:element ref="ns3:SharedWithUsers" minOccurs="0"/>
                <xsd:element ref="ns3:SharedWithDetail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4d611c-8be2-4c7c-9a3c-76ec2888d1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bc49540-5c35-4aa1-8e74-ce7972271726"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Location" ma:index="19"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3d6be33-538d-4bf0-9b2e-0575dcd040d0"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ac5e499d-3845-4f3b-a91f-0d5b425d496b}" ma:internalName="TaxCatchAll" ma:showField="CatchAllData" ma:web="33d6be33-538d-4bf0-9b2e-0575dcd040d0">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DC7A4F-2E10-4648-B7C5-16F1C4118B7E}">
  <ds:schemaRefs>
    <ds:schemaRef ds:uri="http://schemas.microsoft.com/sharepoint/v3/contenttype/forms"/>
  </ds:schemaRefs>
</ds:datastoreItem>
</file>

<file path=customXml/itemProps2.xml><?xml version="1.0" encoding="utf-8"?>
<ds:datastoreItem xmlns:ds="http://schemas.openxmlformats.org/officeDocument/2006/customXml" ds:itemID="{4CAA71FC-1D56-4420-AABD-0A719B788E9E}">
  <ds:schemaRefs>
    <ds:schemaRef ds:uri="http://www.w3.org/XML/1998/namespace"/>
    <ds:schemaRef ds:uri="http://purl.org/dc/elements/1.1/"/>
    <ds:schemaRef ds:uri="http://purl.org/dc/terms/"/>
    <ds:schemaRef ds:uri="http://schemas.microsoft.com/office/2006/documentManagement/types"/>
    <ds:schemaRef ds:uri="http://purl.org/dc/dcmitype/"/>
    <ds:schemaRef ds:uri="http://schemas.microsoft.com/office/infopath/2007/PartnerControls"/>
    <ds:schemaRef ds:uri="http://schemas.openxmlformats.org/package/2006/metadata/core-properties"/>
    <ds:schemaRef ds:uri="33d6be33-538d-4bf0-9b2e-0575dcd040d0"/>
    <ds:schemaRef ds:uri="bd4d611c-8be2-4c7c-9a3c-76ec2888d1aa"/>
    <ds:schemaRef ds:uri="http://schemas.microsoft.com/office/2006/metadata/properties"/>
  </ds:schemaRefs>
</ds:datastoreItem>
</file>

<file path=customXml/itemProps3.xml><?xml version="1.0" encoding="utf-8"?>
<ds:datastoreItem xmlns:ds="http://schemas.openxmlformats.org/officeDocument/2006/customXml" ds:itemID="{D10BB3A8-AC58-41C6-9ED8-BB54143C981B}"/>
</file>

<file path=docProps/app.xml><?xml version="1.0" encoding="utf-8"?>
<Properties xmlns="http://schemas.openxmlformats.org/officeDocument/2006/extended-properties" xmlns:vt="http://schemas.openxmlformats.org/officeDocument/2006/docPropsVTypes">
  <Template>Office Theme</Template>
  <TotalTime>39</TotalTime>
  <Words>3550</Words>
  <Application>Microsoft Macintosh PowerPoint</Application>
  <PresentationFormat>Custom</PresentationFormat>
  <Paragraphs>182</Paragraphs>
  <Slides>15</Slides>
  <Notes>15</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15</vt:i4>
      </vt:variant>
    </vt:vector>
  </HeadingPairs>
  <TitlesOfParts>
    <vt:vector size="27" baseType="lpstr">
      <vt:lpstr>Arial</vt:lpstr>
      <vt:lpstr>Catamaran</vt:lpstr>
      <vt:lpstr>Times New Roman</vt:lpstr>
      <vt:lpstr>Arial Narrow</vt:lpstr>
      <vt:lpstr>Geomanist Regular</vt:lpstr>
      <vt:lpstr>Calibri</vt:lpstr>
      <vt:lpstr>Geomanist</vt:lpstr>
      <vt:lpstr>Segoe UI</vt:lpstr>
      <vt:lpstr>Courier New</vt:lpstr>
      <vt:lpstr>Söhne</vt:lpstr>
      <vt:lpstr>PF DinText Universal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joenanto</dc:creator>
  <cp:lastModifiedBy>Chan Sherwin Stephen</cp:lastModifiedBy>
  <cp:revision>1</cp:revision>
  <dcterms:created xsi:type="dcterms:W3CDTF">2017-04-18T01:46:38Z</dcterms:created>
  <dcterms:modified xsi:type="dcterms:W3CDTF">2025-07-24T06:14:50Z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0x01010038B5EB2213F7DC4983C629C13DFE61BD</vt:lpwstr>
  </property>
  <property fmtid="{D5CDD505-2E9C-101B-9397-08002B2CF9AE}" pid="3" name="MediaServiceImageTags">
    <vt:lpwstr/>
  </property>
</Properties>
</file>